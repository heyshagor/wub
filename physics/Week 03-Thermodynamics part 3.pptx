
<file path=[Content_Types].xml><?xml version="1.0" encoding="utf-8"?>
<Types xmlns="http://schemas.openxmlformats.org/package/2006/content-types">
  <Default Extension="png" ContentType="image/png"/>
  <Default Extension="m4a" ContentType="audio/unknown"/>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80" r:id="rId6"/>
    <p:sldId id="293" r:id="rId7"/>
    <p:sldId id="294" r:id="rId8"/>
    <p:sldId id="300" r:id="rId9"/>
    <p:sldId id="295" r:id="rId10"/>
    <p:sldId id="296" r:id="rId11"/>
    <p:sldId id="297" r:id="rId12"/>
    <p:sldId id="298" r:id="rId13"/>
    <p:sldId id="299" r:id="rId14"/>
    <p:sldId id="277"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93"/>
            <p14:sldId id="294"/>
            <p14:sldId id="300"/>
            <p14:sldId id="295"/>
            <p14:sldId id="296"/>
            <p14:sldId id="297"/>
            <p14:sldId id="298"/>
            <p14:sldId id="299"/>
            <p14:sldId id="277"/>
          </p14:sldIdLst>
        </p14:section>
        <p14:section name="Learn More" id="{2CC34DB2-6590-42C0-AD4B-A04C6060184E}">
          <p14:sldIdLst/>
        </p14:section>
      </p14:sectionLst>
    </p:ex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p:scale>
          <a:sx n="82" d="100"/>
          <a:sy n="82" d="100"/>
        </p:scale>
        <p:origin x="-26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pPr/>
              <a:t>25-Apr-24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pPr/>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pPr/>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pPr/>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pPr/>
              <a:t>3</a:t>
            </a:fld>
            <a:endParaRPr lang="en-US"/>
          </a:p>
        </p:txBody>
      </p:sp>
    </p:spTree>
    <p:extLst>
      <p:ext uri="{BB962C8B-B14F-4D97-AF65-F5344CB8AC3E}">
        <p14:creationId xmlns:p14="http://schemas.microsoft.com/office/powerpoint/2010/main" val="1521171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pPr/>
              <a:t>11</a:t>
            </a:fld>
            <a:endParaRPr lang="en-US"/>
          </a:p>
        </p:txBody>
      </p:sp>
    </p:spTree>
    <p:extLst>
      <p:ext uri="{BB962C8B-B14F-4D97-AF65-F5344CB8AC3E}">
        <p14:creationId xmlns:p14="http://schemas.microsoft.com/office/powerpoint/2010/main" val="290415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pPr/>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pPr/>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pPr/>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pPr/>
              <a:t>25-Apr-24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pPr/>
              <a:t>25-Apr-24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pPr/>
              <a:t>25-Apr-24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pPr/>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pPr/>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pPr/>
              <a:t>25-Apr-24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1.m4a"/><Relationship Id="rId7" Type="http://schemas.openxmlformats.org/officeDocument/2006/relationships/image" Target="../media/image2.jpe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4.jpeg"/><Relationship Id="rId4" Type="http://schemas.openxmlformats.org/officeDocument/2006/relationships/image" Target="../media/image1.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Thermodynamics</a:t>
            </a:r>
            <a:endParaRPr lang="en-US" b="1" dirty="0">
              <a:solidFill>
                <a:schemeClr val="accent4"/>
              </a:solidFill>
            </a:endParaRPr>
          </a:p>
        </p:txBody>
      </p:sp>
      <p:sp>
        <p:nvSpPr>
          <p:cNvPr id="3" name="Subtitle 2"/>
          <p:cNvSpPr>
            <a:spLocks noGrp="1"/>
          </p:cNvSpPr>
          <p:nvPr>
            <p:ph type="subTitle" idx="1"/>
          </p:nvPr>
        </p:nvSpPr>
        <p:spPr>
          <a:xfrm>
            <a:off x="317227" y="5127905"/>
            <a:ext cx="3989292" cy="1137793"/>
          </a:xfrm>
        </p:spPr>
        <p:txBody>
          <a:bodyPr>
            <a:normAutofit fontScale="55000" lnSpcReduction="20000"/>
          </a:bodyPr>
          <a:lstStyle/>
          <a:p>
            <a:r>
              <a:rPr lang="en-US" b="1" dirty="0" err="1" smtClean="0"/>
              <a:t>Farjana</a:t>
            </a:r>
            <a:r>
              <a:rPr lang="en-US" b="1" dirty="0" smtClean="0"/>
              <a:t> </a:t>
            </a:r>
            <a:r>
              <a:rPr lang="en-US" b="1" dirty="0" err="1" smtClean="0"/>
              <a:t>Yeasmin</a:t>
            </a:r>
            <a:endParaRPr lang="en-US" b="1" dirty="0" smtClean="0"/>
          </a:p>
          <a:p>
            <a:r>
              <a:rPr lang="en-US" b="1" dirty="0" smtClean="0"/>
              <a:t>Lecturer </a:t>
            </a:r>
            <a:r>
              <a:rPr lang="en-US" b="1" dirty="0"/>
              <a:t>in Physics, Basic Science Division</a:t>
            </a:r>
          </a:p>
          <a:p>
            <a:r>
              <a:rPr lang="en-US" b="1" dirty="0"/>
              <a:t>World University of </a:t>
            </a:r>
            <a:r>
              <a:rPr lang="en-US" b="1" dirty="0" smtClean="0"/>
              <a:t>Bangladesh</a:t>
            </a:r>
            <a:endParaRPr lang="en-US" b="1" dirty="0"/>
          </a:p>
        </p:txBody>
      </p:sp>
      <p:pic>
        <p:nvPicPr>
          <p:cNvPr id="4" name="Picture 5" descr="World University of Bangladesh (WUB) | Ranking and Admis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807738"/>
      </p:ext>
    </p:extLst>
  </p:cSld>
  <p:clrMapOvr>
    <a:masterClrMapping/>
  </p:clrMapOvr>
  <mc:AlternateContent xmlns:mc="http://schemas.openxmlformats.org/markup-compatibility/2006" xmlns:p14="http://schemas.microsoft.com/office/powerpoint/2010/main">
    <mc:Choice Requires="p14">
      <p:transition spd="slow" p14:dur="2000" advTm="14666"/>
    </mc:Choice>
    <mc:Fallback xmlns="">
      <p:transition spd="slow" advTm="14666"/>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09775BF7-2548-4421-B6D6-D3074714DEBC}"/>
              </a:ext>
            </a:extLst>
          </p:cNvPr>
          <p:cNvSpPr txBox="1"/>
          <p:nvPr/>
        </p:nvSpPr>
        <p:spPr>
          <a:xfrm>
            <a:off x="2465394" y="2827849"/>
            <a:ext cx="5776390" cy="923330"/>
          </a:xfrm>
          <a:prstGeom prst="rect">
            <a:avLst/>
          </a:prstGeom>
          <a:noFill/>
        </p:spPr>
        <p:txBody>
          <a:bodyPr wrap="none" rtlCol="0">
            <a:spAutoFit/>
          </a:bodyPr>
          <a:lstStyle/>
          <a:p>
            <a:r>
              <a:rPr lang="en-US" sz="5400" b="1" dirty="0">
                <a:cs typeface="Times New Roman" panose="02020603050405020304" pitchFamily="18" charset="0"/>
              </a:rPr>
              <a:t>Thermodynamics</a:t>
            </a:r>
          </a:p>
        </p:txBody>
      </p:sp>
      <p:pic>
        <p:nvPicPr>
          <p:cNvPr id="16" name="Picture 4" descr="Writing Hand | Free Vectors, Stock Photos &amp; PSD">
            <a:extLst>
              <a:ext uri="{FF2B5EF4-FFF2-40B4-BE49-F238E27FC236}">
                <a16:creationId xmlns="" xmlns:a16="http://schemas.microsoft.com/office/drawing/2014/main" id="{5A50438D-3358-4F16-9C98-383C91F5E3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pic>
        <p:nvPicPr>
          <p:cNvPr id="7" name="Audio 6">
            <a:hlinkClick r:id="" action="ppaction://media"/>
            <a:extLst>
              <a:ext uri="{FF2B5EF4-FFF2-40B4-BE49-F238E27FC236}">
                <a16:creationId xmlns="" xmlns:a16="http://schemas.microsoft.com/office/drawing/2014/main" id="{5D97FE26-D848-46F8-A18C-51B9E9EFFA6E}"/>
              </a:ext>
            </a:extLst>
          </p:cNvPr>
          <p:cNvPicPr>
            <a:picLocks noChangeAspect="1"/>
          </p:cNvPicPr>
          <p:nvPr>
            <a:audioFile r:link="rId3"/>
            <p:extLst>
              <p:ext uri="{DAA4B4D4-6D71-4841-9C94-3DE7FCFB9230}">
                <p14:media xmlns:p14="http://schemas.microsoft.com/office/powerpoint/2010/main" r:embed="rId2"/>
              </p:ext>
            </p:extLst>
          </p:nvPr>
        </p:nvPicPr>
        <p:blipFill>
          <a:blip r:embed="rId8" cstate="print"/>
          <a:stretch>
            <a:fillRect/>
          </a:stretch>
        </p:blipFill>
        <p:spPr>
          <a:xfrm>
            <a:off x="11430000" y="6096000"/>
            <a:ext cx="609600" cy="609600"/>
          </a:xfrm>
          <a:prstGeom prst="rect">
            <a:avLst/>
          </a:prstGeom>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xmlns:p14="http://schemas.microsoft.com/office/powerpoint/2010/main">
    <mc:Choice Requires="p14">
      <p:transition p14:dur="10" advTm="16472"/>
    </mc:Choice>
    <mc:Fallback xmlns="">
      <p:transition advTm="164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iterate type="lt">
                                    <p:tmPct val="60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0" presetClass="path" presetSubtype="0" accel="3000" fill="hold" nodeType="withEffect">
                                  <p:stCondLst>
                                    <p:cond delay="0"/>
                                  </p:stCondLst>
                                  <p:childTnLst>
                                    <p:animMotion origin="layout" path="M -0.61328 -0.33797 L -0.61328 -0.33774 C -0.59727 -0.34098 -0.60677 -0.34213 -0.59805 -0.33797 C -0.59466 -0.33612 -0.58789 -0.33334 -0.58789 -0.33311 C -0.57799 -0.32153 -0.58776 -0.33542 -0.60065 -0.322 C -0.60104 -0.32153 -0.59831 -0.30764 -0.59805 -0.30625 C -0.59766 -0.29121 -0.60247 -0.27223 -0.59687 -0.26112 C -0.58138 -0.23033 -0.57734 -0.25834 -0.57526 -0.27014 C -0.57214 -0.30741 -0.57526 -0.26297 -0.57526 -0.33334 C -0.57526 -0.34005 -0.57487 -0.31968 -0.57396 -0.31297 C -0.57357 -0.31042 -0.57227 -0.30857 -0.57135 -0.30625 C -0.57096 -0.30186 -0.57018 -0.29283 -0.56888 -0.2882 C -0.5681 -0.28565 -0.56719 -0.28357 -0.56628 -0.28125 C -0.56549 -0.28727 -0.56484 -0.29352 -0.5638 -0.29954 C -0.56328 -0.30162 -0.56315 -0.30417 -0.5625 -0.30625 C -0.56185 -0.30857 -0.56081 -0.31065 -0.5599 -0.31297 C -0.55781 -0.31227 -0.55534 -0.31297 -0.55365 -0.31065 C -0.54466 -0.29885 -0.55378 -0.30209 -0.54727 -0.2926 C -0.54622 -0.29121 -0.54466 -0.29121 -0.54336 -0.29051 C -0.53411 -0.29121 -0.52435 -0.28797 -0.51549 -0.2926 C -0.51328 -0.29375 -0.51641 -0.30116 -0.51797 -0.30394 C -0.51927 -0.30625 -0.52135 -0.30556 -0.52305 -0.30625 C -0.52734 -0.30463 -0.53177 -0.30463 -0.53581 -0.30162 C -0.54023 -0.29838 -0.53802 -0.28218 -0.53711 -0.27917 C -0.5362 -0.27616 -0.53372 -0.2757 -0.53203 -0.27454 C -0.52565 -0.27084 -0.52057 -0.26968 -0.51419 -0.26783 C -0.51328 -0.27014 -0.51198 -0.272 -0.51159 -0.27454 C -0.51094 -0.28102 -0.51302 -0.30116 -0.50781 -0.30857 C -0.50677 -0.30996 -0.50534 -0.30996 -0.50404 -0.31065 C -0.49974 -0.30996 -0.49531 -0.31112 -0.49128 -0.30857 C -0.48997 -0.30764 -0.49036 -0.30394 -0.48997 -0.30162 C -0.48932 -0.29653 -0.48893 -0.28889 -0.4875 -0.28357 C -0.48685 -0.28125 -0.48581 -0.27917 -0.4849 -0.27686 C -0.48177 -0.25973 -0.48542 -0.27616 -0.48242 -0.29491 C -0.48138 -0.30116 -0.47747 -0.30232 -0.47474 -0.30394 C -0.47174 -0.30255 -0.46823 -0.30301 -0.46589 -0.29954 C -0.4638 -0.2963 -0.46328 -0.28588 -0.46328 -0.28565 C -0.46289 -0.28889 -0.46289 -0.29213 -0.46211 -0.29491 C -0.46055 -0.29954 -0.4569 -0.30325 -0.45443 -0.30625 C -0.45208 -0.30186 -0.44948 -0.29838 -0.44805 -0.2926 C -0.44701 -0.2882 -0.44557 -0.27917 -0.44557 -0.27894 C -0.44505 -0.27315 -0.44622 -0.26598 -0.44427 -0.26112 C -0.44206 -0.25556 -0.43568 -0.26991 -0.43529 -0.27014 C -0.43294 -0.272 -0.43021 -0.27153 -0.42773 -0.27223 C -0.42643 -0.27385 -0.42474 -0.27454 -0.42396 -0.27686 C -0.42253 -0.28079 -0.42135 -0.29051 -0.42135 -0.29028 C -0.42227 -0.29352 -0.4224 -0.29723 -0.42396 -0.29954 C -0.42526 -0.30139 -0.42734 -0.30047 -0.42904 -0.30162 C -0.44128 -0.31112 -0.42331 -0.30209 -0.43789 -0.30857 C -0.44089 -0.29792 -0.44427 -0.29028 -0.43789 -0.27686 C -0.43529 -0.2713 -0.42643 -0.27014 -0.42643 -0.26991 C -0.42266 -0.27153 -0.41875 -0.27292 -0.41497 -0.27454 C -0.41367 -0.27524 -0.4125 -0.27732 -0.4112 -0.27686 C -0.40964 -0.27639 -0.40872 -0.27338 -0.40742 -0.27223 C -0.40573 -0.27107 -0.40404 -0.27084 -0.40234 -0.27014 C -0.40182 -0.27917 -0.40169 -0.2882 -0.40104 -0.29723 C -0.40078 -0.29954 -0.40065 -0.30232 -0.39974 -0.30394 C -0.39883 -0.30556 -0.39714 -0.30533 -0.39596 -0.30625 C -0.39414 -0.30764 -0.39258 -0.30926 -0.39089 -0.31065 C -0.38867 -0.30996 -0.38607 -0.31112 -0.38451 -0.30857 C -0.38255 -0.3051 -0.3819 -0.29491 -0.3819 -0.29468 C -0.38242 -0.29121 -0.38203 -0.28681 -0.3832 -0.28357 C -0.38398 -0.28172 -0.38568 -0.28125 -0.38698 -0.28125 C -0.39167 -0.28125 -0.39635 -0.28287 -0.40104 -0.28357 C -0.40143 -0.28588 -0.40234 -0.28797 -0.40234 -0.29051 C -0.40234 -0.29491 -0.40208 -0.29977 -0.40104 -0.30394 C -0.40026 -0.30695 -0.3987 -0.3088 -0.39727 -0.31065 C -0.3944 -0.31412 -0.39141 -0.31575 -0.38828 -0.3176 C -0.38789 -0.31968 -0.38763 -0.32223 -0.38698 -0.32431 C -0.38216 -0.3419 -0.38646 -0.32084 -0.3832 -0.33797 C -0.38359 -0.31899 -0.38542 -0.30024 -0.38451 -0.28125 C -0.38437 -0.27871 -0.38151 -0.28357 -0.38073 -0.28588 C -0.3793 -0.28982 -0.37904 -0.29491 -0.37812 -0.29954 C -0.37617 -0.30996 -0.37708 -0.30394 -0.37565 -0.3176 C -0.37344 -0.31598 -0.37096 -0.31551 -0.36927 -0.31297 C -0.36823 -0.31158 -0.36862 -0.30834 -0.36797 -0.30625 C -0.36302 -0.29051 -0.36523 -0.29375 -0.35781 -0.29051 C -0.35521 -0.29121 -0.34935 -0.297 -0.35013 -0.2926 C -0.35052 -0.29051 -0.35117 -0.2882 -0.35143 -0.28588 C -0.35182 -0.28218 -0.35208 -0.27825 -0.35273 -0.27454 C -0.35326 -0.2713 -0.3543 -0.26852 -0.35521 -0.26551 C -0.35716 -0.25973 -0.35872 -0.25649 -0.36159 -0.25209 C -0.36315 -0.24954 -0.36484 -0.247 -0.36667 -0.24514 C -0.36784 -0.24399 -0.36927 -0.24375 -0.37044 -0.24283 C -0.37096 -0.24514 -0.37174 -0.24723 -0.37174 -0.24977 C -0.37174 -0.25787 -0.36979 -0.26227 -0.36536 -0.26551 C -0.35716 -0.27176 -0.34557 -0.2713 -0.3375 -0.27223 C -0.33698 -0.28218 -0.33685 -0.2919 -0.3362 -0.30162 C -0.33607 -0.30417 -0.3362 -0.30811 -0.3349 -0.30857 C -0.33112 -0.30973 -0.32721 -0.30695 -0.32344 -0.30625 C -0.3194 -0.28473 -0.32122 -0.29746 -0.31966 -0.26783 C -0.31237 -0.28727 -0.32109 -0.26274 -0.31589 -0.28125 C -0.3151 -0.2838 -0.31419 -0.28588 -0.31328 -0.2882 C -0.31289 -0.2919 -0.31315 -0.29607 -0.31198 -0.29954 C -0.31029 -0.30463 -0.30417 -0.30533 -0.30182 -0.30625 C -0.29805 -0.30556 -0.29362 -0.30764 -0.29036 -0.30394 C -0.2862 -0.29931 -0.29531 -0.29051 -0.29544 -0.29051 C -0.29922 -0.28866 -0.30312 -0.28889 -0.3069 -0.2882 C -0.30781 -0.28588 -0.30924 -0.28403 -0.30951 -0.28125 C -0.30964 -0.27894 -0.30898 -0.27639 -0.3082 -0.27454 C -0.30599 -0.26968 -0.30234 -0.26922 -0.29935 -0.26783 C -0.29701 -0.26922 -0.2901 -0.272 -0.28789 -0.27686 C -0.28698 -0.27871 -0.28698 -0.28125 -0.28659 -0.28357 C -0.2862 -0.28056 -0.28646 -0.27709 -0.28529 -0.27454 C -0.28451 -0.27269 -0.28268 -0.27338 -0.28151 -0.27223 C -0.28008 -0.27107 -0.27891 -0.26922 -0.27773 -0.26783 C -0.27721 -0.27686 -0.27839 -0.28658 -0.27643 -0.29491 C -0.27552 -0.29862 -0.27227 -0.29815 -0.27005 -0.29954 C -0.26836 -0.30047 -0.26667 -0.30093 -0.26497 -0.30162 C -0.26367 -0.30232 -0.26237 -0.30325 -0.2612 -0.30394 C -0.25951 -0.30325 -0.25742 -0.30371 -0.25612 -0.30162 C -0.25469 -0.29954 -0.25299 -0.28959 -0.25221 -0.28588 C -0.25104 -0.28889 -0.25 -0.29237 -0.24844 -0.29491 C -0.23997 -0.30996 -0.24883 -0.2882 -0.24206 -0.30625 C -0.24036 -0.30556 -0.23815 -0.30625 -0.23698 -0.30394 C -0.23568 -0.30093 -0.23646 -0.2963 -0.23568 -0.2926 C -0.23516 -0.29005 -0.23398 -0.2882 -0.2332 -0.28588 C -0.23294 -0.28172 -0.23516 -0.26112 -0.22812 -0.2632 C -0.22656 -0.26366 -0.22552 -0.26621 -0.22435 -0.26783 C -0.22383 -0.27084 -0.22344 -0.27385 -0.22305 -0.27686 C -0.22266 -0.27917 -0.22201 -0.28125 -0.22174 -0.28357 C -0.22109 -0.29121 -0.22096 -0.29862 -0.22044 -0.30625 C -0.22005 -0.30255 -0.21979 -0.29862 -0.21914 -0.29491 C -0.21888 -0.2926 -0.21823 -0.29051 -0.21797 -0.2882 C -0.21732 -0.28218 -0.21797 -0.2757 -0.21667 -0.27014 C -0.21615 -0.2676 -0.21406 -0.26713 -0.21289 -0.26551 C -0.21237 -0.26783 -0.21185 -0.26991 -0.21159 -0.27223 C -0.21107 -0.27616 -0.21159 -0.28056 -0.21029 -0.28357 C -0.20833 -0.28866 -0.19974 -0.28982 -0.19753 -0.29051 C -0.19466 -0.30625 -0.19245 -0.30255 -0.19883 -0.30625 C -0.20104 -0.30556 -0.20339 -0.30579 -0.20521 -0.30394 C -0.21185 -0.29746 -0.21185 -0.28936 -0.20898 -0.27686 C -0.20807 -0.27246 -0.20182 -0.27084 -0.20013 -0.27014 C -0.19753 -0.27084 -0.19466 -0.26991 -0.19245 -0.27223 C -0.18672 -0.27871 -0.19245 -0.28149 -0.18867 -0.2882 C -0.18776 -0.28982 -0.1862 -0.28982 -0.1849 -0.29051 C -0.17487 -0.29514 -0.17617 -0.29445 -0.16706 -0.29723 C -0.16745 -0.30325 -0.16549 -0.31204 -0.16836 -0.31528 C -0.17448 -0.32223 -0.18047 -0.31366 -0.1849 -0.30857 C -0.18529 -0.30625 -0.18711 -0.30348 -0.1862 -0.30162 C -0.18021 -0.29121 -0.17201 -0.2919 -0.16458 -0.29051 C -0.16497 -0.28658 -0.16471 -0.28241 -0.16576 -0.27917 C -0.16654 -0.27686 -0.16823 -0.2757 -0.16966 -0.27454 C -0.17201 -0.27269 -0.17474 -0.27153 -0.17721 -0.27014 C -0.18945 -0.26274 -0.18242 -0.26783 -0.1543 -0.26783 L -0.1543 -0.2676 " pathEditMode="relative" rAng="0" ptsTypes="AAAAAAAAAAAAAAAAAAAAAAAAAAAAAAAAAAAAAAAAAAAAAAAAAAAAAAAAAAAAAAAAAAAAAAAAAAAAAAAAAAAAAAAAAAAAAAAAAAAAAAAAAAAAAAAAAAAAAAAAAAAAAAAAAAAAAAAAAAAAAAAAAA">
                                      <p:cBhvr>
                                        <p:cTn id="13" dur="4000" fill="hold"/>
                                        <p:tgtEl>
                                          <p:spTgt spid="16"/>
                                        </p:tgtEl>
                                        <p:attrNameLst>
                                          <p:attrName>ppt_x</p:attrName>
                                          <p:attrName>ppt_y</p:attrName>
                                        </p:attrNameLst>
                                      </p:cBhvr>
                                      <p:rCtr x="22943" y="4606"/>
                                    </p:animMotion>
                                  </p:childTnLst>
                                </p:cTn>
                              </p:par>
                            </p:childTnLst>
                          </p:cTn>
                        </p:par>
                        <p:par>
                          <p:cTn id="14" fill="hold">
                            <p:stCondLst>
                              <p:cond delay="4400"/>
                            </p:stCondLst>
                            <p:childTnLst>
                              <p:par>
                                <p:cTn id="15" presetID="2" presetClass="exit" presetSubtype="4" fill="hold" nodeType="afterEffect">
                                  <p:stCondLst>
                                    <p:cond delay="0"/>
                                  </p:stCondLst>
                                  <p:childTnLst>
                                    <p:anim calcmode="lin" valueType="num">
                                      <p:cBhvr additive="base">
                                        <p:cTn id="16" dur="500"/>
                                        <p:tgtEl>
                                          <p:spTgt spid="16"/>
                                        </p:tgtEl>
                                        <p:attrNameLst>
                                          <p:attrName>ppt_x</p:attrName>
                                        </p:attrNameLst>
                                      </p:cBhvr>
                                      <p:tavLst>
                                        <p:tav tm="0">
                                          <p:val>
                                            <p:strVal val="ppt_x"/>
                                          </p:val>
                                        </p:tav>
                                        <p:tav tm="100000">
                                          <p:val>
                                            <p:strVal val="ppt_x"/>
                                          </p:val>
                                        </p:tav>
                                      </p:tavLst>
                                    </p:anim>
                                    <p:anim calcmode="lin" valueType="num">
                                      <p:cBhvr additive="base">
                                        <p:cTn id="17" dur="500"/>
                                        <p:tgtEl>
                                          <p:spTgt spid="16"/>
                                        </p:tgtEl>
                                        <p:attrNameLst>
                                          <p:attrName>ppt_y</p:attrName>
                                        </p:attrNameLst>
                                      </p:cBhvr>
                                      <p:tavLst>
                                        <p:tav tm="0">
                                          <p:val>
                                            <p:strVal val="ppt_y"/>
                                          </p:val>
                                        </p:tav>
                                        <p:tav tm="100000">
                                          <p:val>
                                            <p:strVal val="1+ppt_h/2"/>
                                          </p:val>
                                        </p:tav>
                                      </p:tavLst>
                                    </p:anim>
                                    <p:set>
                                      <p:cBhvr>
                                        <p:cTn id="18"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19"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smtClean="0"/>
              <a:t>     Entropy</a:t>
            </a:r>
            <a:endParaRPr lang="en-US" b="1" dirty="0"/>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40680" y="3890611"/>
            <a:ext cx="1548822"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Example</a:t>
            </a:r>
            <a:r>
              <a:rPr lang="en-US" dirty="0">
                <a:solidFill>
                  <a:srgbClr val="FF0000"/>
                </a:solidFill>
              </a:rPr>
              <a:t>:</a:t>
            </a:r>
          </a:p>
        </p:txBody>
      </p:sp>
      <p:sp>
        <p:nvSpPr>
          <p:cNvPr id="16" name="TextBox 15"/>
          <p:cNvSpPr txBox="1"/>
          <p:nvPr/>
        </p:nvSpPr>
        <p:spPr>
          <a:xfrm>
            <a:off x="1701077" y="3913760"/>
            <a:ext cx="3724067" cy="1477328"/>
          </a:xfrm>
          <a:prstGeom prst="rect">
            <a:avLst/>
          </a:prstGeom>
          <a:noFill/>
        </p:spPr>
        <p:txBody>
          <a:bodyPr wrap="square" rtlCol="0">
            <a:spAutoFit/>
          </a:bodyPr>
          <a:lstStyle/>
          <a:p>
            <a:r>
              <a:rPr lang="en-US" dirty="0">
                <a:solidFill>
                  <a:srgbClr val="002060"/>
                </a:solidFill>
                <a:latin typeface="Times New Roman" panose="02020603050405020304" pitchFamily="18" charset="0"/>
                <a:cs typeface="Times New Roman" panose="02020603050405020304" pitchFamily="18" charset="0"/>
              </a:rPr>
              <a:t>A heat engine removes 100 J each cycle from a heat reservoir at 400 K and exhausts 85 J of thermal energy to a reservoir at 300 K. Compute the change in entropy for each reservoir.</a:t>
            </a:r>
          </a:p>
        </p:txBody>
      </p:sp>
      <p:pic>
        <p:nvPicPr>
          <p:cNvPr id="13" name="Picture 12"/>
          <p:cNvPicPr>
            <a:picLocks noChangeAspect="1"/>
          </p:cNvPicPr>
          <p:nvPr/>
        </p:nvPicPr>
        <p:blipFill rotWithShape="1">
          <a:blip r:embed="rId5">
            <a:extLst>
              <a:ext uri="{28A0092B-C50C-407E-A947-70E740481C1C}">
                <a14:useLocalDpi xmlns:a14="http://schemas.microsoft.com/office/drawing/2010/main" val="0"/>
              </a:ext>
            </a:extLst>
          </a:blip>
          <a:srcRect t="12219" b="38138"/>
          <a:stretch/>
        </p:blipFill>
        <p:spPr>
          <a:xfrm>
            <a:off x="6060373" y="4207716"/>
            <a:ext cx="5486400" cy="1672223"/>
          </a:xfrm>
          <a:prstGeom prst="rect">
            <a:avLst/>
          </a:prstGeom>
        </p:spPr>
      </p:pic>
      <p:sp>
        <p:nvSpPr>
          <p:cNvPr id="18" name="TextBox 17"/>
          <p:cNvSpPr txBox="1"/>
          <p:nvPr/>
        </p:nvSpPr>
        <p:spPr>
          <a:xfrm>
            <a:off x="5764762" y="3694938"/>
            <a:ext cx="1491114" cy="400110"/>
          </a:xfrm>
          <a:prstGeom prst="rect">
            <a:avLst/>
          </a:prstGeom>
          <a:noFill/>
        </p:spPr>
        <p:txBody>
          <a:bodyPr wrap="none" rtlCol="0">
            <a:spAutoFit/>
          </a:bodyPr>
          <a:lstStyle/>
          <a:p>
            <a:pPr marL="342900" indent="-342900">
              <a:buFont typeface="Courier New" panose="02070309020205020404" pitchFamily="49" charset="0"/>
              <a:buChar char="o"/>
            </a:pPr>
            <a:r>
              <a:rPr lang="en-US" sz="2000" b="1" dirty="0">
                <a:solidFill>
                  <a:srgbClr val="FF0000"/>
                </a:solidFill>
                <a:latin typeface="Times New Roman" panose="02020603050405020304" pitchFamily="18" charset="0"/>
                <a:cs typeface="Times New Roman" panose="02020603050405020304" pitchFamily="18" charset="0"/>
              </a:rPr>
              <a:t>Solution</a:t>
            </a:r>
            <a:r>
              <a:rPr lang="en-US" dirty="0">
                <a:solidFill>
                  <a:srgbClr val="FF0000"/>
                </a:solidFill>
              </a:rPr>
              <a:t>:</a:t>
            </a:r>
          </a:p>
        </p:txBody>
      </p:sp>
      <p:sp>
        <p:nvSpPr>
          <p:cNvPr id="20" name="TextBox 19"/>
          <p:cNvSpPr txBox="1"/>
          <p:nvPr/>
        </p:nvSpPr>
        <p:spPr>
          <a:xfrm>
            <a:off x="6199269" y="6042526"/>
            <a:ext cx="5870811" cy="646331"/>
          </a:xfrm>
          <a:prstGeom prst="rect">
            <a:avLst/>
          </a:prstGeom>
          <a:noFill/>
        </p:spPr>
        <p:txBody>
          <a:bodyPr wrap="square" rtlCol="0">
            <a:spAutoFit/>
          </a:bodyPr>
          <a:lstStyle/>
          <a:p>
            <a:pPr algn="just"/>
            <a:r>
              <a:rPr lang="en-US" b="1" dirty="0">
                <a:solidFill>
                  <a:srgbClr val="C00000"/>
                </a:solidFill>
                <a:latin typeface="Times New Roman" panose="02020603050405020304" pitchFamily="18" charset="0"/>
                <a:cs typeface="Times New Roman" panose="02020603050405020304" pitchFamily="18" charset="0"/>
              </a:rPr>
              <a:t>Therefore, the increase in entropy of the cold reservoir is greater than the decrease for the hot reservoir.</a:t>
            </a:r>
          </a:p>
        </p:txBody>
      </p:sp>
      <p:sp>
        <p:nvSpPr>
          <p:cNvPr id="11266" name="AutoShape 2" descr="entropy equ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4" name="TextBox 3"/>
              <p:cNvSpPr txBox="1"/>
              <p:nvPr/>
            </p:nvSpPr>
            <p:spPr>
              <a:xfrm>
                <a:off x="307975" y="1724627"/>
                <a:ext cx="10842304" cy="1718932"/>
              </a:xfrm>
              <a:prstGeom prst="rect">
                <a:avLst/>
              </a:prstGeom>
              <a:noFill/>
            </p:spPr>
            <p:txBody>
              <a:bodyPr wrap="square" rtlCol="0">
                <a:spAutoFit/>
              </a:bodyPr>
              <a:lstStyle/>
              <a:p>
                <a:r>
                  <a:rPr lang="en-US" dirty="0" smtClean="0">
                    <a:latin typeface="Times New Roman" panose="02020603050405020304" pitchFamily="18" charset="0"/>
                  </a:rPr>
                  <a:t>The equation for the change in entropy ΔS is,</a:t>
                </a:r>
              </a:p>
              <a:p>
                <a:pPr/>
                <a14:m>
                  <m:oMathPara xmlns:m="http://schemas.openxmlformats.org/officeDocument/2006/math">
                    <m:oMathParaPr>
                      <m:jc m:val="centerGroup"/>
                    </m:oMathParaPr>
                    <m:oMath xmlns:m="http://schemas.openxmlformats.org/officeDocument/2006/math">
                      <m:r>
                        <a:rPr lang="en-US" b="1" i="0" smtClean="0">
                          <a:solidFill>
                            <a:srgbClr val="C00000"/>
                          </a:solidFill>
                          <a:latin typeface="Cambria Math"/>
                          <a:ea typeface="Cambria Math"/>
                        </a:rPr>
                        <m:t>∆</m:t>
                      </m:r>
                      <m:r>
                        <a:rPr lang="en-US" b="1" i="0" smtClean="0">
                          <a:solidFill>
                            <a:srgbClr val="C00000"/>
                          </a:solidFill>
                          <a:latin typeface="Cambria Math"/>
                          <a:ea typeface="Cambria Math"/>
                        </a:rPr>
                        <m:t>𝐒</m:t>
                      </m:r>
                      <m:r>
                        <a:rPr lang="en-US" b="1" i="0" smtClean="0">
                          <a:solidFill>
                            <a:srgbClr val="C00000"/>
                          </a:solidFill>
                          <a:latin typeface="Cambria Math"/>
                          <a:ea typeface="Cambria Math"/>
                        </a:rPr>
                        <m:t>=</m:t>
                      </m:r>
                      <m:f>
                        <m:fPr>
                          <m:ctrlPr>
                            <a:rPr lang="en-US" b="1" i="1" smtClean="0">
                              <a:solidFill>
                                <a:srgbClr val="C00000"/>
                              </a:solidFill>
                              <a:latin typeface="Cambria Math"/>
                              <a:ea typeface="Cambria Math"/>
                            </a:rPr>
                          </m:ctrlPr>
                        </m:fPr>
                        <m:num>
                          <m:r>
                            <a:rPr lang="en-US" b="1" i="0" smtClean="0">
                              <a:solidFill>
                                <a:srgbClr val="C00000"/>
                              </a:solidFill>
                              <a:latin typeface="Cambria Math"/>
                              <a:ea typeface="Cambria Math"/>
                            </a:rPr>
                            <m:t>𝐐</m:t>
                          </m:r>
                        </m:num>
                        <m:den>
                          <m:r>
                            <a:rPr lang="en-US" b="1" i="0" smtClean="0">
                              <a:solidFill>
                                <a:srgbClr val="C00000"/>
                              </a:solidFill>
                              <a:latin typeface="Cambria Math"/>
                              <a:ea typeface="Cambria Math"/>
                            </a:rPr>
                            <m:t>𝐓</m:t>
                          </m:r>
                        </m:den>
                      </m:f>
                    </m:oMath>
                  </m:oMathPara>
                </a14:m>
                <a:endParaRPr lang="en-US" b="1" dirty="0" smtClean="0">
                  <a:latin typeface="Times New Roman" panose="02020603050405020304" pitchFamily="18" charset="0"/>
                </a:endParaRPr>
              </a:p>
              <a:p>
                <a:endParaRPr lang="en-US" b="1" dirty="0" smtClean="0">
                  <a:latin typeface="Times New Roman" panose="02020603050405020304" pitchFamily="18" charset="0"/>
                </a:endParaRPr>
              </a:p>
              <a:p>
                <a:r>
                  <a:rPr lang="en-US" dirty="0" smtClean="0">
                    <a:latin typeface="Times New Roman" panose="02020603050405020304" pitchFamily="18" charset="0"/>
                  </a:rPr>
                  <a:t>                               where,</a:t>
                </a:r>
                <a:r>
                  <a:rPr lang="en-US" b="1" dirty="0">
                    <a:solidFill>
                      <a:schemeClr val="accent1">
                        <a:lumMod val="50000"/>
                      </a:schemeClr>
                    </a:solidFill>
                    <a:latin typeface="Times New Roman" panose="02020603050405020304" pitchFamily="18" charset="0"/>
                  </a:rPr>
                  <a:t> Q =</a:t>
                </a:r>
                <a:r>
                  <a:rPr lang="en-US" b="1" dirty="0" smtClean="0">
                    <a:solidFill>
                      <a:schemeClr val="accent1">
                        <a:lumMod val="50000"/>
                      </a:schemeClr>
                    </a:solidFill>
                    <a:latin typeface="Times New Roman" panose="02020603050405020304" pitchFamily="18" charset="0"/>
                  </a:rPr>
                  <a:t> </a:t>
                </a:r>
                <a:r>
                  <a:rPr lang="en-US" b="1" dirty="0">
                    <a:solidFill>
                      <a:schemeClr val="accent1">
                        <a:lumMod val="50000"/>
                      </a:schemeClr>
                    </a:solidFill>
                    <a:latin typeface="Times New Roman" panose="02020603050405020304" pitchFamily="18" charset="0"/>
                  </a:rPr>
                  <a:t>heat that transfers energy during a </a:t>
                </a:r>
                <a:r>
                  <a:rPr lang="en-US" b="1" dirty="0" smtClean="0">
                    <a:solidFill>
                      <a:schemeClr val="accent1">
                        <a:lumMod val="50000"/>
                      </a:schemeClr>
                    </a:solidFill>
                    <a:latin typeface="Times New Roman" panose="02020603050405020304" pitchFamily="18" charset="0"/>
                  </a:rPr>
                  <a:t>process</a:t>
                </a:r>
                <a:endParaRPr lang="en-US" b="1" dirty="0">
                  <a:solidFill>
                    <a:schemeClr val="accent1">
                      <a:lumMod val="50000"/>
                    </a:schemeClr>
                  </a:solidFill>
                  <a:latin typeface="Times New Roman" panose="02020603050405020304" pitchFamily="18" charset="0"/>
                </a:endParaRPr>
              </a:p>
              <a:p>
                <a:r>
                  <a:rPr lang="en-US" b="1" dirty="0">
                    <a:solidFill>
                      <a:schemeClr val="accent1">
                        <a:lumMod val="50000"/>
                      </a:schemeClr>
                    </a:solidFill>
                    <a:latin typeface="Times New Roman" panose="02020603050405020304" pitchFamily="18" charset="0"/>
                  </a:rPr>
                  <a:t> </a:t>
                </a:r>
                <a:r>
                  <a:rPr lang="en-US" b="1" dirty="0" smtClean="0">
                    <a:solidFill>
                      <a:schemeClr val="accent1">
                        <a:lumMod val="50000"/>
                      </a:schemeClr>
                    </a:solidFill>
                    <a:latin typeface="Times New Roman" panose="02020603050405020304" pitchFamily="18" charset="0"/>
                  </a:rPr>
                  <a:t>                                          T</a:t>
                </a:r>
                <a:r>
                  <a:rPr lang="en-US" b="1" dirty="0">
                    <a:solidFill>
                      <a:schemeClr val="accent1">
                        <a:lumMod val="50000"/>
                      </a:schemeClr>
                    </a:solidFill>
                    <a:latin typeface="Times New Roman" panose="02020603050405020304" pitchFamily="18" charset="0"/>
                  </a:rPr>
                  <a:t> </a:t>
                </a:r>
                <a:r>
                  <a:rPr lang="en-US" b="1" dirty="0" smtClean="0">
                    <a:solidFill>
                      <a:schemeClr val="accent1">
                        <a:lumMod val="50000"/>
                      </a:schemeClr>
                    </a:solidFill>
                    <a:latin typeface="Times New Roman" panose="02020603050405020304" pitchFamily="18" charset="0"/>
                  </a:rPr>
                  <a:t>=absolute </a:t>
                </a:r>
                <a:r>
                  <a:rPr lang="en-US" b="1" dirty="0">
                    <a:solidFill>
                      <a:schemeClr val="accent1">
                        <a:lumMod val="50000"/>
                      </a:schemeClr>
                    </a:solidFill>
                    <a:latin typeface="Times New Roman" panose="02020603050405020304" pitchFamily="18" charset="0"/>
                  </a:rPr>
                  <a:t>temperature at which the process takes place</a:t>
                </a:r>
                <a:r>
                  <a:rPr lang="en-US" dirty="0">
                    <a:latin typeface="Times New Roman" panose="02020603050405020304" pitchFamily="18" charset="0"/>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307975" y="1724627"/>
                <a:ext cx="10842304" cy="1718932"/>
              </a:xfrm>
              <a:prstGeom prst="rect">
                <a:avLst/>
              </a:prstGeom>
              <a:blipFill rotWithShape="1">
                <a:blip r:embed="rId9"/>
                <a:stretch>
                  <a:fillRect l="-506" t="-2128" b="-4610"/>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992324976"/>
      </p:ext>
    </p:extLst>
  </p:cSld>
  <p:clrMapOvr>
    <a:masterClrMapping/>
  </p:clrMapOvr>
  <mc:AlternateContent xmlns:mc="http://schemas.openxmlformats.org/markup-compatibility/2006" xmlns:p14="http://schemas.microsoft.com/office/powerpoint/2010/main">
    <mc:Choice Requires="p14">
      <p:transition p14:dur="10" advTm="196670"/>
    </mc:Choice>
    <mc:Fallback xmlns="">
      <p:transition advTm="1966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20" grpId="0"/>
    </p:bldLst>
  </p:timing>
  <p:extLst mod="1">
    <p:ext uri="{3A86A75C-4F4B-4683-9AE1-C65F6400EC91}">
      <p14:laserTraceLst xmlns:p14="http://schemas.microsoft.com/office/powerpoint/2010/main">
        <p14:tracePtLst>
          <p14:tracePt t="1752" x="5557838" y="3128963"/>
          <p14:tracePt t="1760" x="5657850" y="3341688"/>
          <p14:tracePt t="1768" x="5657850" y="3367088"/>
          <p14:tracePt t="1776" x="5657850" y="3416300"/>
          <p14:tracePt t="1784" x="5645150" y="3467100"/>
          <p14:tracePt t="1792" x="5557838" y="3490913"/>
          <p14:tracePt t="1800" x="5432425" y="3541713"/>
          <p14:tracePt t="1808" x="5270500" y="3554413"/>
          <p14:tracePt t="1816" x="5045075" y="3554413"/>
          <p14:tracePt t="1824" x="4794250" y="3554413"/>
          <p14:tracePt t="1832" x="4343400" y="3503613"/>
          <p14:tracePt t="1840" x="4056063" y="3403600"/>
          <p14:tracePt t="1849" x="3717925" y="3278188"/>
          <p14:tracePt t="1856" x="3392488" y="3116263"/>
          <p14:tracePt t="1865" x="3116263" y="2941638"/>
          <p14:tracePt t="1872" x="2903538" y="2765425"/>
          <p14:tracePt t="1880" x="2716213" y="2590800"/>
          <p14:tracePt t="1888" x="2603500" y="2465388"/>
          <p14:tracePt t="1896" x="2541588" y="2339975"/>
          <p14:tracePt t="1904" x="2503488" y="2227263"/>
          <p14:tracePt t="1912" x="2465388" y="2101850"/>
          <p14:tracePt t="1920" x="2441575" y="2027238"/>
          <p14:tracePt t="1929" x="2428875" y="1952625"/>
          <p14:tracePt t="1936" x="2390775" y="1876425"/>
          <p14:tracePt t="1944" x="2365375" y="1814513"/>
          <p14:tracePt t="1962" x="2303463" y="1727200"/>
          <p14:tracePt t="1968" x="2228850" y="1676400"/>
          <p14:tracePt t="1977" x="2152650" y="1627188"/>
          <p14:tracePt t="1984" x="2103438" y="1627188"/>
          <p14:tracePt t="1992" x="2014538" y="1563688"/>
          <p14:tracePt t="2000" x="1939925" y="1539875"/>
          <p14:tracePt t="2008" x="1852613" y="1489075"/>
          <p14:tracePt t="2016" x="1739900" y="1439863"/>
          <p14:tracePt t="2024" x="1639888" y="1376363"/>
          <p14:tracePt t="2033" x="1514475" y="1301750"/>
          <p14:tracePt t="2040" x="1376363" y="1250950"/>
          <p14:tracePt t="2049" x="1276350" y="1238250"/>
          <p14:tracePt t="2056" x="1163638" y="1214438"/>
          <p14:tracePt t="2064" x="1063625" y="1189038"/>
          <p14:tracePt t="2072" x="976313" y="1176338"/>
          <p14:tracePt t="2080" x="901700" y="1176338"/>
          <p14:tracePt t="2088" x="814388" y="1176338"/>
          <p14:tracePt t="2096" x="738188" y="1176338"/>
          <p14:tracePt t="2104" x="638175" y="1176338"/>
          <p14:tracePt t="2112" x="576263" y="1176338"/>
          <p14:tracePt t="2120" x="488950" y="1176338"/>
          <p14:tracePt t="2128" x="400050" y="1189038"/>
          <p14:tracePt t="2136" x="312738" y="1214438"/>
          <p14:tracePt t="2144" x="225425" y="1238250"/>
          <p14:tracePt t="2152" x="150813" y="1263650"/>
          <p14:tracePt t="2161" x="100013" y="1301750"/>
          <p14:tracePt t="2168" x="38100" y="1327150"/>
          <p14:tracePt t="2176" x="25400" y="1350963"/>
          <p14:tracePt t="2184" x="25400" y="1363663"/>
          <p14:tracePt t="2192" x="12700" y="1389063"/>
          <p14:tracePt t="2200" x="12700" y="1427163"/>
          <p14:tracePt t="2208" x="12700" y="1439863"/>
          <p14:tracePt t="2217" x="12700" y="1476375"/>
          <p14:tracePt t="2224" x="38100" y="1489075"/>
          <p14:tracePt t="2233" x="125413" y="1514475"/>
          <p14:tracePt t="2240" x="238125" y="1514475"/>
          <p14:tracePt t="2248" x="412750" y="1514475"/>
          <p14:tracePt t="2256" x="576263" y="1514475"/>
          <p14:tracePt t="2264" x="750888" y="1514475"/>
          <p14:tracePt t="2272" x="925513" y="1450975"/>
          <p14:tracePt t="2280" x="1089025" y="1389063"/>
          <p14:tracePt t="2288" x="1239838" y="1301750"/>
          <p14:tracePt t="2296" x="1389063" y="1201738"/>
          <p14:tracePt t="2304" x="1489075" y="1138238"/>
          <p14:tracePt t="2312" x="1552575" y="1076325"/>
          <p14:tracePt t="2320" x="1565275" y="1014413"/>
          <p14:tracePt t="2328" x="1565275" y="976313"/>
          <p14:tracePt t="2336" x="1565275" y="950913"/>
          <p14:tracePt t="2345" x="1565275" y="901700"/>
          <p14:tracePt t="2352" x="1539875" y="850900"/>
          <p14:tracePt t="2360" x="1465263" y="801688"/>
          <p14:tracePt t="2368" x="1389063" y="750888"/>
          <p14:tracePt t="2376" x="1301750" y="725488"/>
          <p14:tracePt t="2384" x="1214438" y="688975"/>
          <p14:tracePt t="2392" x="1127125" y="676275"/>
          <p14:tracePt t="2400" x="1038225" y="663575"/>
          <p14:tracePt t="2408" x="989013" y="663575"/>
          <p14:tracePt t="2417" x="925513" y="663575"/>
          <p14:tracePt t="2424" x="825500" y="663575"/>
          <p14:tracePt t="2433" x="750888" y="663575"/>
          <p14:tracePt t="2440" x="663575" y="712788"/>
          <p14:tracePt t="2448" x="563563" y="776288"/>
          <p14:tracePt t="2456" x="512763" y="825500"/>
          <p14:tracePt t="2464" x="450850" y="889000"/>
          <p14:tracePt t="2472" x="387350" y="963613"/>
          <p14:tracePt t="2481" x="363538" y="1014413"/>
          <p14:tracePt t="2488" x="350838" y="1089025"/>
          <p14:tracePt t="2496" x="350838" y="1138238"/>
          <p14:tracePt t="2504" x="350838" y="1150938"/>
          <p14:tracePt t="2512" x="350838" y="1189038"/>
          <p14:tracePt t="2520" x="376238" y="1227138"/>
          <p14:tracePt t="2529" x="438150" y="1250950"/>
          <p14:tracePt t="2536" x="488950" y="1263650"/>
          <p14:tracePt t="2544" x="563563" y="1301750"/>
          <p14:tracePt t="2552" x="701675" y="1327150"/>
          <p14:tracePt t="2560" x="901700" y="1327150"/>
          <p14:tracePt t="2568" x="1101725" y="1327150"/>
          <p14:tracePt t="2576" x="1514475" y="1327150"/>
          <p14:tracePt t="2584" x="1814513" y="1263650"/>
          <p14:tracePt t="2592" x="2152650" y="1163638"/>
          <p14:tracePt t="2601" x="2416175" y="1063625"/>
          <p14:tracePt t="2608" x="2578100" y="950913"/>
          <p14:tracePt t="2617" x="2690813" y="889000"/>
          <p14:tracePt t="2624" x="2703513" y="850900"/>
          <p14:tracePt t="2632" x="2703513" y="812800"/>
          <p14:tracePt t="2640" x="2703513" y="788988"/>
          <p14:tracePt t="2648" x="2667000" y="738188"/>
          <p14:tracePt t="2656" x="2554288" y="712788"/>
          <p14:tracePt t="2664" x="2390775" y="650875"/>
          <p14:tracePt t="2672" x="2127250" y="625475"/>
          <p14:tracePt t="2680" x="1814513" y="588963"/>
          <p14:tracePt t="2688" x="1501775" y="588963"/>
          <p14:tracePt t="2696" x="1227138" y="588963"/>
          <p14:tracePt t="2704" x="925513" y="588963"/>
          <p14:tracePt t="2713" x="738188" y="588963"/>
          <p14:tracePt t="2720" x="538163" y="650875"/>
          <p14:tracePt t="2728" x="425450" y="700088"/>
          <p14:tracePt t="2736" x="312738" y="776288"/>
          <p14:tracePt t="2744" x="263525" y="876300"/>
          <p14:tracePt t="2752" x="263525" y="950913"/>
          <p14:tracePt t="2760" x="263525" y="1025525"/>
          <p14:tracePt t="2768" x="287338" y="1114425"/>
          <p14:tracePt t="2776" x="363538" y="1176338"/>
          <p14:tracePt t="2785" x="488950" y="1250950"/>
          <p14:tracePt t="2792" x="625475" y="1301750"/>
          <p14:tracePt t="2801" x="776288" y="1327150"/>
          <p14:tracePt t="2808" x="914400" y="1327150"/>
          <p14:tracePt t="2816" x="1014413" y="1327150"/>
          <p14:tracePt t="2824" x="1139825" y="1301750"/>
          <p14:tracePt t="2832" x="1239838" y="1250950"/>
          <p14:tracePt t="2840" x="1327150" y="1150938"/>
          <p14:tracePt t="2848" x="1401763" y="1076325"/>
          <p14:tracePt t="2856" x="1452563" y="976313"/>
          <p14:tracePt t="2864" x="1501775" y="838200"/>
          <p14:tracePt t="2872" x="1501775" y="750888"/>
          <p14:tracePt t="2880" x="1501775" y="700088"/>
          <p14:tracePt t="2888" x="1501775" y="612775"/>
          <p14:tracePt t="2897" x="1501775" y="600075"/>
          <p14:tracePt t="2904" x="1501775" y="576263"/>
          <p14:tracePt t="2913" x="1476375" y="550863"/>
          <p14:tracePt t="2920" x="1452563" y="550863"/>
          <p14:tracePt t="2928" x="1401763" y="550863"/>
          <p14:tracePt t="2947" x="1239838" y="550863"/>
          <p14:tracePt t="2952" x="1127125" y="563563"/>
          <p14:tracePt t="2960" x="1027113" y="638175"/>
          <p14:tracePt t="2969" x="950913" y="700088"/>
          <p14:tracePt t="2976" x="889000" y="738188"/>
          <p14:tracePt t="2985" x="825500" y="801688"/>
          <p14:tracePt t="2992" x="814388" y="863600"/>
          <p14:tracePt t="3000" x="801688" y="901700"/>
          <p14:tracePt t="3008" x="801688" y="950913"/>
          <p14:tracePt t="3016" x="801688" y="976313"/>
          <p14:tracePt t="3024" x="801688" y="1014413"/>
          <p14:tracePt t="3032" x="814388" y="1050925"/>
          <p14:tracePt t="3040" x="838200" y="1089025"/>
          <p14:tracePt t="3048" x="876300" y="1101725"/>
          <p14:tracePt t="3056" x="914400" y="1125538"/>
          <p14:tracePt t="3064" x="925513" y="1125538"/>
          <p14:tracePt t="3072" x="938213" y="1125538"/>
          <p14:tracePt t="3081" x="963613" y="1138238"/>
          <p14:tracePt t="3272" x="963613" y="1150938"/>
          <p14:tracePt t="3280" x="976313" y="1150938"/>
          <p14:tracePt t="3297" x="989013" y="1150938"/>
          <p14:tracePt t="3304" x="1001713" y="1150938"/>
          <p14:tracePt t="3320" x="1014413" y="1150938"/>
          <p14:tracePt t="3328" x="1027113" y="1150938"/>
          <p14:tracePt t="3344" x="1050925" y="1150938"/>
          <p14:tracePt t="3353" x="1089025" y="1150938"/>
          <p14:tracePt t="3360" x="1127125" y="1163638"/>
          <p14:tracePt t="3369" x="1163638" y="1163638"/>
          <p14:tracePt t="3376" x="1189038" y="1176338"/>
          <p14:tracePt t="3384" x="1227138" y="1176338"/>
          <p14:tracePt t="3392" x="1263650" y="1176338"/>
          <p14:tracePt t="3400" x="1314450" y="1201738"/>
          <p14:tracePt t="3408" x="1339850" y="1201738"/>
          <p14:tracePt t="3416" x="1376363" y="1201738"/>
          <p14:tracePt t="3424" x="1414463" y="1201738"/>
          <p14:tracePt t="3432" x="1452563" y="1201738"/>
          <p14:tracePt t="3440" x="1489075" y="1201738"/>
          <p14:tracePt t="3448" x="1527175" y="1214438"/>
          <p14:tracePt t="3456" x="1565275" y="1214438"/>
          <p14:tracePt t="3465" x="1601788" y="1227138"/>
          <p14:tracePt t="3472" x="1652588" y="1227138"/>
          <p14:tracePt t="3480" x="1689100" y="1250950"/>
          <p14:tracePt t="3488" x="1701800" y="1250950"/>
          <p14:tracePt t="3496" x="1752600" y="1250950"/>
          <p14:tracePt t="3504" x="1790700" y="1250950"/>
          <p14:tracePt t="3512" x="1814513" y="1250950"/>
          <p14:tracePt t="3520" x="1852613" y="1263650"/>
          <p14:tracePt t="3528" x="1865313" y="1263650"/>
          <p14:tracePt t="3537" x="1890713" y="1263650"/>
          <p14:tracePt t="3544" x="1903413" y="1263650"/>
          <p14:tracePt t="3553" x="1927225" y="1263650"/>
          <p14:tracePt t="3560" x="1939925" y="1276350"/>
          <p14:tracePt t="3568" x="1965325" y="1276350"/>
          <p14:tracePt t="3576" x="2003425" y="1289050"/>
          <p14:tracePt t="3584" x="2027238" y="1289050"/>
          <p14:tracePt t="3592" x="2065338" y="1289050"/>
          <p14:tracePt t="3600" x="2078038" y="1301750"/>
          <p14:tracePt t="3608" x="2127250" y="1301750"/>
          <p14:tracePt t="3616" x="2165350" y="1314450"/>
          <p14:tracePt t="3624" x="2190750" y="1314450"/>
          <p14:tracePt t="3632" x="2216150" y="1314450"/>
          <p14:tracePt t="3656" x="2228850" y="1314450"/>
          <p14:tracePt t="3696" x="2239963" y="1314450"/>
          <p14:tracePt t="3888" x="2252663" y="1314450"/>
          <p14:tracePt t="4104" x="2265363" y="1327150"/>
          <p14:tracePt t="4121" x="2265363" y="1339850"/>
          <p14:tracePt t="4144" x="2265363" y="1350963"/>
          <p14:tracePt t="4152" x="2278063" y="1350963"/>
          <p14:tracePt t="4241" x="2303463" y="1363663"/>
          <p14:tracePt t="4256" x="2303463" y="1376363"/>
          <p14:tracePt t="4289" x="2316163" y="1376363"/>
          <p14:tracePt t="4352" x="2328863" y="1376363"/>
          <p14:tracePt t="4360" x="2328863" y="1389063"/>
          <p14:tracePt t="4376" x="2328863" y="1401763"/>
          <p14:tracePt t="4392" x="2328863" y="1414463"/>
          <p14:tracePt t="4408" x="2328863" y="1439863"/>
          <p14:tracePt t="4417" x="2328863" y="1450975"/>
          <p14:tracePt t="4424" x="2328863" y="1463675"/>
          <p14:tracePt t="4432" x="2328863" y="1489075"/>
          <p14:tracePt t="4440" x="2328863" y="1501775"/>
          <p14:tracePt t="4448" x="2316163" y="1539875"/>
          <p14:tracePt t="4464" x="2278063" y="1589088"/>
          <p14:tracePt t="4473" x="2278063" y="1601788"/>
          <p14:tracePt t="4480" x="2252663" y="1627188"/>
          <p14:tracePt t="4489" x="2239963" y="1639888"/>
          <p14:tracePt t="4496" x="2203450" y="1676400"/>
          <p14:tracePt t="4504" x="2190750" y="1701800"/>
          <p14:tracePt t="4512" x="2127250" y="1714500"/>
          <p14:tracePt t="4520" x="2065338" y="1739900"/>
          <p14:tracePt t="4528" x="1978025" y="1752600"/>
          <p14:tracePt t="4536" x="1914525" y="1752600"/>
          <p14:tracePt t="4544" x="1827213" y="1765300"/>
          <p14:tracePt t="4552" x="1765300" y="1765300"/>
          <p14:tracePt t="4560" x="1701800" y="1765300"/>
          <p14:tracePt t="4568" x="1652588" y="1765300"/>
          <p14:tracePt t="4576" x="1601788" y="1765300"/>
          <p14:tracePt t="4585" x="1565275" y="1739900"/>
          <p14:tracePt t="4592" x="1514475" y="1689100"/>
          <p14:tracePt t="4601" x="1489075" y="1676400"/>
          <p14:tracePt t="4608" x="1439863" y="1639888"/>
          <p14:tracePt t="4616" x="1427163" y="1627188"/>
          <p14:tracePt t="4624" x="1389063" y="1589088"/>
          <p14:tracePt t="4632" x="1363663" y="1576388"/>
          <p14:tracePt t="4640" x="1352550" y="1563688"/>
          <p14:tracePt t="4648" x="1327150" y="1552575"/>
          <p14:tracePt t="4657" x="1301750" y="1539875"/>
          <p14:tracePt t="4673" x="1289050" y="1539875"/>
          <p14:tracePt t="4680" x="1263650" y="1539875"/>
          <p14:tracePt t="4688" x="1227138" y="1539875"/>
          <p14:tracePt t="4696" x="1201738" y="1539875"/>
          <p14:tracePt t="4704" x="1150938" y="1552575"/>
          <p14:tracePt t="4712" x="1101725" y="1589088"/>
          <p14:tracePt t="4720" x="1063625" y="1689100"/>
          <p14:tracePt t="4728" x="1038225" y="1739900"/>
          <p14:tracePt t="4736" x="1027113" y="1839913"/>
          <p14:tracePt t="4744" x="1014413" y="1914525"/>
          <p14:tracePt t="4752" x="1014413" y="1978025"/>
          <p14:tracePt t="4760" x="1014413" y="2027238"/>
          <p14:tracePt t="4769" x="1014413" y="2065338"/>
          <p14:tracePt t="4776" x="1014413" y="2101850"/>
          <p14:tracePt t="4785" x="1027113" y="2114550"/>
          <p14:tracePt t="4792" x="1038225" y="2114550"/>
          <p14:tracePt t="4800" x="1076325" y="2114550"/>
          <p14:tracePt t="4808" x="1089025" y="2114550"/>
          <p14:tracePt t="4816" x="1127125" y="2114550"/>
          <p14:tracePt t="4824" x="1189038" y="2078038"/>
          <p14:tracePt t="4832" x="1239838" y="1965325"/>
          <p14:tracePt t="4840" x="1276350" y="1839913"/>
          <p14:tracePt t="4848" x="1301750" y="1739900"/>
          <p14:tracePt t="4857" x="1301750" y="1639888"/>
          <p14:tracePt t="4864" x="1314450" y="1514475"/>
          <p14:tracePt t="4872" x="1314450" y="1414463"/>
          <p14:tracePt t="4880" x="1314450" y="1350963"/>
          <p14:tracePt t="4888" x="1314450" y="1276350"/>
          <p14:tracePt t="4896" x="1314450" y="1227138"/>
          <p14:tracePt t="4904" x="1289050" y="1150938"/>
          <p14:tracePt t="4912" x="1252538" y="1101725"/>
          <p14:tracePt t="4920" x="1201738" y="1038225"/>
          <p14:tracePt t="4928" x="1139825" y="976313"/>
          <p14:tracePt t="4936" x="1050925" y="912813"/>
          <p14:tracePt t="4944" x="950913" y="876300"/>
          <p14:tracePt t="4952" x="901700" y="850900"/>
          <p14:tracePt t="4960" x="825500" y="825500"/>
          <p14:tracePt t="4969" x="801688" y="801688"/>
          <p14:tracePt t="4976" x="776288" y="801688"/>
          <p14:tracePt t="4984" x="750888" y="801688"/>
          <p14:tracePt t="4992" x="725488" y="801688"/>
          <p14:tracePt t="5000" x="701675" y="801688"/>
          <p14:tracePt t="5008" x="676275" y="801688"/>
          <p14:tracePt t="5016" x="650875" y="801688"/>
          <p14:tracePt t="5024" x="625475" y="825500"/>
          <p14:tracePt t="5032" x="576263" y="901700"/>
          <p14:tracePt t="5041" x="538163" y="976313"/>
          <p14:tracePt t="5048" x="512763" y="1050925"/>
          <p14:tracePt t="5056" x="476250" y="1125538"/>
          <p14:tracePt t="5064" x="450850" y="1163638"/>
          <p14:tracePt t="5072" x="438150" y="1201738"/>
          <p14:tracePt t="5080" x="438150" y="1227138"/>
          <p14:tracePt t="5088" x="438150" y="1250950"/>
          <p14:tracePt t="5096" x="438150" y="1263650"/>
          <p14:tracePt t="5104" x="438150" y="1276350"/>
          <p14:tracePt t="5112" x="438150" y="1289050"/>
          <p14:tracePt t="5128" x="450850" y="1314450"/>
          <p14:tracePt t="5137" x="463550" y="1314450"/>
          <p14:tracePt t="5144" x="476250" y="1339850"/>
          <p14:tracePt t="5153" x="512763" y="1350963"/>
          <p14:tracePt t="5160" x="538163" y="1350963"/>
          <p14:tracePt t="5168" x="550863" y="1350963"/>
          <p14:tracePt t="5176" x="576263" y="1350963"/>
          <p14:tracePt t="5184" x="600075" y="1350963"/>
          <p14:tracePt t="5192" x="625475" y="1350963"/>
          <p14:tracePt t="5200" x="663575" y="1350963"/>
          <p14:tracePt t="5208" x="701675" y="1350963"/>
          <p14:tracePt t="5216" x="738188" y="1350963"/>
          <p14:tracePt t="5225" x="801688" y="1350963"/>
          <p14:tracePt t="5232" x="825500" y="1350963"/>
          <p14:tracePt t="5241" x="850900" y="1339850"/>
          <p14:tracePt t="5248" x="850900" y="1327150"/>
          <p14:tracePt t="5272" x="825500" y="1314450"/>
          <p14:tracePt t="5280" x="801688" y="1314450"/>
          <p14:tracePt t="5288" x="788988" y="1301750"/>
          <p14:tracePt t="5296" x="776288" y="1289050"/>
          <p14:tracePt t="5305" x="763588" y="1289050"/>
          <p14:tracePt t="5320" x="738188" y="1276350"/>
          <p14:tracePt t="5400" x="750888" y="1276350"/>
          <p14:tracePt t="5408" x="763588" y="1276350"/>
          <p14:tracePt t="5416" x="788988" y="1276350"/>
          <p14:tracePt t="5432" x="814388" y="1276350"/>
          <p14:tracePt t="5440" x="825500" y="1289050"/>
          <p14:tracePt t="5456" x="850900" y="1289050"/>
          <p14:tracePt t="5472" x="876300" y="1289050"/>
          <p14:tracePt t="5488" x="901700" y="1289050"/>
          <p14:tracePt t="5504" x="914400" y="1301750"/>
          <p14:tracePt t="5512" x="938213" y="1301750"/>
          <p14:tracePt t="5528" x="963613" y="1301750"/>
          <p14:tracePt t="5544" x="976313" y="1301750"/>
          <p14:tracePt t="5560" x="989013" y="1301750"/>
          <p14:tracePt t="5592" x="1001713" y="1301750"/>
          <p14:tracePt t="5768" x="1014413" y="1301750"/>
          <p14:tracePt t="6208" x="1038225" y="1301750"/>
          <p14:tracePt t="6216" x="1139825" y="1350963"/>
          <p14:tracePt t="6224" x="1227138" y="1363663"/>
          <p14:tracePt t="6232" x="1314450" y="1401763"/>
          <p14:tracePt t="6241" x="1452563" y="1414463"/>
          <p14:tracePt t="6248" x="1539875" y="1450975"/>
          <p14:tracePt t="6256" x="1627188" y="1476375"/>
          <p14:tracePt t="6264" x="1714500" y="1527175"/>
          <p14:tracePt t="6273" x="1752600" y="1552575"/>
          <p14:tracePt t="6280" x="1801813" y="1601788"/>
          <p14:tracePt t="6289" x="1890713" y="1652588"/>
          <p14:tracePt t="6296" x="1965325" y="1701800"/>
          <p14:tracePt t="6304" x="2039938" y="1765300"/>
          <p14:tracePt t="6312" x="2127250" y="1801813"/>
          <p14:tracePt t="6320" x="2203450" y="1852613"/>
          <p14:tracePt t="6328" x="2303463" y="1889125"/>
          <p14:tracePt t="6336" x="2352675" y="1914525"/>
          <p14:tracePt t="6345" x="2365375" y="1927225"/>
          <p14:tracePt t="6536" x="2378075" y="1927225"/>
          <p14:tracePt t="6545" x="2390775" y="1939925"/>
          <p14:tracePt t="6552" x="2403475" y="1939925"/>
          <p14:tracePt t="6568" x="2403475" y="1952625"/>
          <p14:tracePt t="6576" x="2416175" y="1965325"/>
          <p14:tracePt t="6584" x="2441575" y="1989138"/>
          <p14:tracePt t="6592" x="2452688" y="1989138"/>
          <p14:tracePt t="6600" x="2452688" y="2001838"/>
          <p14:tracePt t="6608" x="2465388" y="2001838"/>
          <p14:tracePt t="6616" x="2490788" y="2001838"/>
          <p14:tracePt t="6624" x="2503488" y="2014538"/>
          <p14:tracePt t="6632" x="2516188" y="2014538"/>
          <p14:tracePt t="6640" x="2554288" y="2027238"/>
          <p14:tracePt t="6648" x="2590800" y="2039938"/>
          <p14:tracePt t="6657" x="2590800" y="2052638"/>
          <p14:tracePt t="6664" x="2590800" y="2078038"/>
          <p14:tracePt t="6672" x="2590800" y="2089150"/>
          <p14:tracePt t="6680" x="2590800" y="2165350"/>
          <p14:tracePt t="6688" x="2590800" y="2178050"/>
          <p14:tracePt t="6696" x="2565400" y="2201863"/>
          <p14:tracePt t="7144" x="2554288" y="2201863"/>
          <p14:tracePt t="7200" x="2541588" y="2201863"/>
          <p14:tracePt t="7240" x="2528888" y="2201863"/>
          <p14:tracePt t="7584" x="2541588" y="2201863"/>
          <p14:tracePt t="7600" x="2554288" y="2201863"/>
          <p14:tracePt t="7608" x="2565400" y="2201863"/>
          <p14:tracePt t="7616" x="2578100" y="2201863"/>
          <p14:tracePt t="7704" x="2565400" y="2201863"/>
          <p14:tracePt t="7712" x="2490788" y="2190750"/>
          <p14:tracePt t="7720" x="2416175" y="2190750"/>
          <p14:tracePt t="7728" x="2352675" y="2165350"/>
          <p14:tracePt t="7736" x="2316163" y="2152650"/>
          <p14:tracePt t="7745" x="2278063" y="2152650"/>
          <p14:tracePt t="7752" x="2265363" y="2152650"/>
          <p14:tracePt t="7760" x="2252663" y="2152650"/>
          <p14:tracePt t="7768" x="2228850" y="2139950"/>
          <p14:tracePt t="7777" x="2216150" y="2139950"/>
          <p14:tracePt t="7792" x="2203450" y="2139950"/>
          <p14:tracePt t="7800" x="2178050" y="2139950"/>
          <p14:tracePt t="7808" x="2165350" y="2139950"/>
          <p14:tracePt t="7816" x="2152650" y="2139950"/>
          <p14:tracePt t="7824" x="2139950" y="2139950"/>
          <p14:tracePt t="7832" x="2127250" y="2139950"/>
          <p14:tracePt t="7840" x="2116138" y="2139950"/>
          <p14:tracePt t="7849" x="2090738" y="2139950"/>
          <p14:tracePt t="7856" x="2078038" y="2114550"/>
          <p14:tracePt t="7865" x="2052638" y="2114550"/>
          <p14:tracePt t="7872" x="2039938" y="2114550"/>
          <p14:tracePt t="7880" x="2039938" y="2101850"/>
          <p14:tracePt t="7888" x="2014538" y="2101850"/>
          <p14:tracePt t="7896" x="2014538" y="2089150"/>
          <p14:tracePt t="7912" x="2003425" y="2089150"/>
          <p14:tracePt t="7944" x="1990725" y="2089150"/>
          <p14:tracePt t="7960" x="1978025" y="2089150"/>
          <p14:tracePt t="7984" x="1952625" y="2089150"/>
          <p14:tracePt t="7992" x="1939925" y="2089150"/>
          <p14:tracePt t="8008" x="1927225" y="2089150"/>
          <p14:tracePt t="8017" x="1914525" y="2089150"/>
          <p14:tracePt t="8024" x="1903413" y="2089150"/>
          <p14:tracePt t="8033" x="1890713" y="2089150"/>
          <p14:tracePt t="8040" x="1878013" y="2089150"/>
          <p14:tracePt t="8049" x="1865313" y="2089150"/>
          <p14:tracePt t="8064" x="1852613" y="2089150"/>
          <p14:tracePt t="8097" x="1839913" y="2089150"/>
          <p14:tracePt t="8152" x="1827213" y="2089150"/>
          <p14:tracePt t="8168" x="1814513" y="2078038"/>
          <p14:tracePt t="8192" x="1814513" y="2065338"/>
          <p14:tracePt t="8240" x="1814513" y="2052638"/>
          <p14:tracePt t="8248" x="1890713" y="2052638"/>
          <p14:tracePt t="8256" x="1952625" y="2052638"/>
          <p14:tracePt t="8264" x="2027238" y="2089150"/>
          <p14:tracePt t="8272" x="2065338" y="2101850"/>
          <p14:tracePt t="8280" x="2090738" y="2114550"/>
          <p14:tracePt t="8288" x="2103438" y="2114550"/>
          <p14:tracePt t="8296" x="2139950" y="2127250"/>
          <p14:tracePt t="8304" x="2165350" y="2139950"/>
          <p14:tracePt t="8320" x="2178050" y="2139950"/>
          <p14:tracePt t="8328" x="2190750" y="2139950"/>
          <p14:tracePt t="8352" x="2203450" y="2152650"/>
          <p14:tracePt t="8376" x="2216150" y="2152650"/>
          <p14:tracePt t="8432" x="2228850" y="2152650"/>
          <p14:tracePt t="8448" x="2239963" y="2152650"/>
          <p14:tracePt t="8464" x="2252663" y="2152650"/>
          <p14:tracePt t="8488" x="2265363" y="2152650"/>
          <p14:tracePt t="8504" x="2278063" y="2152650"/>
          <p14:tracePt t="8512" x="2290763" y="2152650"/>
          <p14:tracePt t="8520" x="2303463" y="2152650"/>
          <p14:tracePt t="8529" x="2328863" y="2152650"/>
          <p14:tracePt t="8536" x="2352675" y="2152650"/>
          <p14:tracePt t="8544" x="2378075" y="2152650"/>
          <p14:tracePt t="8552" x="2416175" y="2152650"/>
          <p14:tracePt t="8560" x="2452688" y="2152650"/>
          <p14:tracePt t="8568" x="2465388" y="2152650"/>
          <p14:tracePt t="8576" x="2503488" y="2152650"/>
          <p14:tracePt t="8584" x="2528888" y="2152650"/>
          <p14:tracePt t="8592" x="2565400" y="2152650"/>
          <p14:tracePt t="8601" x="2603500" y="2152650"/>
          <p14:tracePt t="8608" x="2616200" y="2152650"/>
          <p14:tracePt t="8617" x="2654300" y="2152650"/>
          <p14:tracePt t="8624" x="2678113" y="2152650"/>
          <p14:tracePt t="8632" x="2703513" y="2152650"/>
          <p14:tracePt t="8640" x="2728913" y="2152650"/>
          <p14:tracePt t="8656" x="2741613" y="2152650"/>
          <p14:tracePt t="8696" x="2754313" y="2152650"/>
          <p14:tracePt t="8752" x="2767013" y="2152650"/>
          <p14:tracePt t="8808" x="2778125" y="2152650"/>
          <p14:tracePt t="8936" x="2790825" y="2152650"/>
          <p14:tracePt t="8944" x="2803525" y="2152650"/>
          <p14:tracePt t="9016" x="2803525" y="2139950"/>
          <p14:tracePt t="9056" x="2816225" y="2139950"/>
          <p14:tracePt t="9064" x="2867025" y="2139950"/>
          <p14:tracePt t="9072" x="2903538" y="2139950"/>
          <p14:tracePt t="9080" x="2967038" y="2139950"/>
          <p14:tracePt t="9088" x="3016250" y="2139950"/>
          <p14:tracePt t="9097" x="3079750" y="2139950"/>
          <p14:tracePt t="9104" x="3154363" y="2139950"/>
          <p14:tracePt t="9112" x="3205163" y="2139950"/>
          <p14:tracePt t="9120" x="3254375" y="2139950"/>
          <p14:tracePt t="9128" x="3279775" y="2139950"/>
          <p14:tracePt t="9136" x="3305175" y="2139950"/>
          <p14:tracePt t="9144" x="3317875" y="2139950"/>
          <p14:tracePt t="9208" x="3341688" y="2139950"/>
          <p14:tracePt t="9224" x="3354388" y="2139950"/>
          <p14:tracePt t="9232" x="3392488" y="2139950"/>
          <p14:tracePt t="9240" x="3429000" y="2139950"/>
          <p14:tracePt t="9248" x="3454400" y="2139950"/>
          <p14:tracePt t="9256" x="3492500" y="2139950"/>
          <p14:tracePt t="9264" x="3530600" y="2139950"/>
          <p14:tracePt t="9272" x="3541713" y="2139950"/>
          <p14:tracePt t="9281" x="3567113" y="2139950"/>
          <p14:tracePt t="9288" x="3579813" y="2139950"/>
          <p14:tracePt t="9296" x="3605213" y="2139950"/>
          <p14:tracePt t="9304" x="3630613" y="2139950"/>
          <p14:tracePt t="9312" x="3654425" y="2139950"/>
          <p14:tracePt t="9320" x="3692525" y="2139950"/>
          <p14:tracePt t="9328" x="3705225" y="2139950"/>
          <p14:tracePt t="9336" x="3730625" y="2139950"/>
          <p14:tracePt t="9344" x="3756025" y="2139950"/>
          <p14:tracePt t="9353" x="3779838" y="2139950"/>
          <p14:tracePt t="9360" x="3792538" y="2139950"/>
          <p14:tracePt t="9368" x="3817938" y="2139950"/>
          <p14:tracePt t="9376" x="3830638" y="2139950"/>
          <p14:tracePt t="9384" x="3843338" y="2139950"/>
          <p14:tracePt t="9392" x="3856038" y="2139950"/>
          <p14:tracePt t="9400" x="3867150" y="2139950"/>
          <p14:tracePt t="9472" x="3879850" y="2139950"/>
          <p14:tracePt t="9480" x="3892550" y="2139950"/>
          <p14:tracePt t="9512" x="3905250" y="2139950"/>
          <p14:tracePt t="9520" x="3930650" y="2139950"/>
          <p14:tracePt t="9528" x="3956050" y="2139950"/>
          <p14:tracePt t="9537" x="3992563" y="2139950"/>
          <p14:tracePt t="9544" x="4017963" y="2139950"/>
          <p14:tracePt t="9553" x="4043363" y="2139950"/>
          <p14:tracePt t="9560" x="4081463" y="2139950"/>
          <p14:tracePt t="9568" x="4117975" y="2139950"/>
          <p14:tracePt t="9576" x="4143375" y="2139950"/>
          <p14:tracePt t="9584" x="4181475" y="2139950"/>
          <p14:tracePt t="9592" x="4230688" y="2139950"/>
          <p14:tracePt t="9600" x="4268788" y="2139950"/>
          <p14:tracePt t="9608" x="4305300" y="2139950"/>
          <p14:tracePt t="9616" x="4330700" y="2139950"/>
          <p14:tracePt t="9624" x="4356100" y="2139950"/>
          <p14:tracePt t="9632" x="4381500" y="2139950"/>
          <p14:tracePt t="9641" x="4394200" y="2139950"/>
          <p14:tracePt t="9649" x="4394200" y="2127250"/>
          <p14:tracePt t="9656" x="4406900" y="2127250"/>
          <p14:tracePt t="9664" x="4418013" y="2127250"/>
          <p14:tracePt t="9672" x="4430713" y="2127250"/>
          <p14:tracePt t="9680" x="4443413" y="2127250"/>
          <p14:tracePt t="9688" x="4456113" y="2127250"/>
          <p14:tracePt t="9696" x="4468813" y="2127250"/>
          <p14:tracePt t="9712" x="4481513" y="2127250"/>
          <p14:tracePt t="9776" x="4494213" y="2127250"/>
          <p14:tracePt t="9784" x="4506913" y="2127250"/>
          <p14:tracePt t="9800" x="4530725" y="2101850"/>
          <p14:tracePt t="10848" x="4556125" y="2101850"/>
          <p14:tracePt t="10857" x="4594225" y="2101850"/>
          <p14:tracePt t="10864" x="4668838" y="2101850"/>
          <p14:tracePt t="10872" x="4794250" y="2101850"/>
          <p14:tracePt t="10880" x="4932363" y="2101850"/>
          <p14:tracePt t="10888" x="5068888" y="2101850"/>
          <p14:tracePt t="10896" x="5207000" y="2114550"/>
          <p14:tracePt t="10904" x="5332413" y="2114550"/>
          <p14:tracePt t="10912" x="5432425" y="2114550"/>
          <p14:tracePt t="10920" x="5519738" y="2114550"/>
          <p14:tracePt t="10928" x="5557838" y="2114550"/>
          <p14:tracePt t="10936" x="5570538" y="2114550"/>
          <p14:tracePt t="11224" x="5583238" y="2114550"/>
          <p14:tracePt t="11232" x="5607050" y="2114550"/>
          <p14:tracePt t="11241" x="5645150" y="2114550"/>
          <p14:tracePt t="11248" x="5683250" y="2114550"/>
          <p14:tracePt t="11256" x="5708650" y="2114550"/>
          <p14:tracePt t="11264" x="5745163" y="2114550"/>
          <p14:tracePt t="11272" x="5770563" y="2114550"/>
          <p14:tracePt t="11280" x="5783263" y="2114550"/>
          <p14:tracePt t="11288" x="5821363" y="2114550"/>
          <p14:tracePt t="11296" x="5845175" y="2114550"/>
          <p14:tracePt t="11304" x="5857875" y="2114550"/>
          <p14:tracePt t="11312" x="5870575" y="2114550"/>
          <p14:tracePt t="11320" x="5895975" y="2114550"/>
          <p14:tracePt t="11337" x="5908675" y="2114550"/>
          <p14:tracePt t="11360" x="5921375" y="2114550"/>
          <p14:tracePt t="11368" x="5932488" y="2114550"/>
          <p14:tracePt t="11376" x="5945188" y="2114550"/>
          <p14:tracePt t="11400" x="5957888" y="2114550"/>
          <p14:tracePt t="11616" x="5970588" y="2114550"/>
          <p14:tracePt t="11624" x="5983288" y="2114550"/>
          <p14:tracePt t="11632" x="5995988" y="2114550"/>
          <p14:tracePt t="11640" x="6021388" y="2114550"/>
          <p14:tracePt t="11656" x="6045200" y="2114550"/>
          <p14:tracePt t="11664" x="6057900" y="2114550"/>
          <p14:tracePt t="11680" x="6083300" y="2114550"/>
          <p14:tracePt t="11720" x="6096000" y="2114550"/>
          <p14:tracePt t="11768" x="6121400" y="2114550"/>
          <p14:tracePt t="11776" x="6134100" y="2114550"/>
          <p14:tracePt t="11784" x="6146800" y="2114550"/>
          <p14:tracePt t="11793" x="6170613" y="2114550"/>
          <p14:tracePt t="11800" x="6196013" y="2114550"/>
          <p14:tracePt t="11808" x="6208713" y="2114550"/>
          <p14:tracePt t="11816" x="6221413" y="2114550"/>
          <p14:tracePt t="11825" x="6246813" y="2114550"/>
          <p14:tracePt t="11832" x="6259513" y="2114550"/>
          <p14:tracePt t="11848" x="6283325" y="2114550"/>
          <p14:tracePt t="11856" x="6308725" y="2114550"/>
          <p14:tracePt t="11864" x="6346825" y="2114550"/>
          <p14:tracePt t="11872" x="6383338" y="2114550"/>
          <p14:tracePt t="11880" x="6408738" y="2114550"/>
          <p14:tracePt t="11888" x="6446838" y="2114550"/>
          <p14:tracePt t="11896" x="6483350" y="2114550"/>
          <p14:tracePt t="11905" x="6521450" y="2114550"/>
          <p14:tracePt t="11912" x="6546850" y="2114550"/>
          <p14:tracePt t="11920" x="6584950" y="2114550"/>
          <p14:tracePt t="11928" x="6608763" y="2114550"/>
          <p14:tracePt t="11939" x="6634163" y="2114550"/>
          <p14:tracePt t="11955" x="6672263" y="2114550"/>
          <p14:tracePt t="11960" x="6696075" y="2114550"/>
          <p14:tracePt t="11968" x="6708775" y="2114550"/>
          <p14:tracePt t="11977" x="6721475" y="2114550"/>
          <p14:tracePt t="11984" x="6734175" y="2114550"/>
          <p14:tracePt t="11992" x="6746875" y="2101850"/>
          <p14:tracePt t="12000" x="6759575" y="2101850"/>
          <p14:tracePt t="12008" x="6784975" y="2101850"/>
          <p14:tracePt t="12016" x="6797675" y="2101850"/>
          <p14:tracePt t="12024" x="6808788" y="2101850"/>
          <p14:tracePt t="12032" x="6834188" y="2101850"/>
          <p14:tracePt t="12040" x="6859588" y="2101850"/>
          <p14:tracePt t="12048" x="6872288" y="2101850"/>
          <p14:tracePt t="12056" x="6897688" y="2101850"/>
          <p14:tracePt t="12064" x="6910388" y="2101850"/>
          <p14:tracePt t="12072" x="6946900" y="2101850"/>
          <p14:tracePt t="12080" x="6972300" y="2101850"/>
          <p14:tracePt t="12089" x="6997700" y="2101850"/>
          <p14:tracePt t="12096" x="7010400" y="2101850"/>
          <p14:tracePt t="12104" x="7034213" y="2101850"/>
          <p14:tracePt t="12112" x="7046913" y="2101850"/>
          <p14:tracePt t="12128" x="7072313" y="2101850"/>
          <p14:tracePt t="12136" x="7085013" y="2101850"/>
          <p14:tracePt t="12144" x="7110413" y="2101850"/>
          <p14:tracePt t="12152" x="7123113" y="2101850"/>
          <p14:tracePt t="12161" x="7146925" y="2101850"/>
          <p14:tracePt t="12168" x="7172325" y="2101850"/>
          <p14:tracePt t="12177" x="7210425" y="2101850"/>
          <p14:tracePt t="12184" x="7223125" y="2101850"/>
          <p14:tracePt t="12192" x="7246938" y="2101850"/>
          <p14:tracePt t="12200" x="7259638" y="2101850"/>
          <p14:tracePt t="12216" x="7272338" y="2101850"/>
          <p14:tracePt t="12224" x="7285038" y="2101850"/>
          <p14:tracePt t="12280" x="7297738" y="2101850"/>
          <p14:tracePt t="12296" x="7323138" y="2089150"/>
          <p14:tracePt t="12904" x="7335838" y="2089150"/>
          <p14:tracePt t="12912" x="7385050" y="2089150"/>
          <p14:tracePt t="12920" x="7448550" y="2114550"/>
          <p14:tracePt t="12941" x="7523163" y="2114550"/>
          <p14:tracePt t="12944" x="7561263" y="2114550"/>
          <p14:tracePt t="12952" x="7585075" y="2114550"/>
          <p14:tracePt t="12960" x="7635875" y="2114550"/>
          <p14:tracePt t="12968" x="7661275" y="2114550"/>
          <p14:tracePt t="12976" x="7685088" y="2114550"/>
          <p14:tracePt t="12984" x="7710488" y="2114550"/>
          <p14:tracePt t="13032" x="7723188" y="2114550"/>
          <p14:tracePt t="13200" x="7735888" y="2114550"/>
          <p14:tracePt t="13208" x="7748588" y="2114550"/>
          <p14:tracePt t="13216" x="7761288" y="2114550"/>
          <p14:tracePt t="13232" x="7785100" y="2114550"/>
          <p14:tracePt t="13248" x="7797800" y="2114550"/>
          <p14:tracePt t="13256" x="7810500" y="2114550"/>
          <p14:tracePt t="13264" x="7823200" y="2114550"/>
          <p14:tracePt t="13272" x="7848600" y="2114550"/>
          <p14:tracePt t="13280" x="7861300" y="2114550"/>
          <p14:tracePt t="13288" x="7874000" y="2114550"/>
          <p14:tracePt t="14968" x="7910513" y="2114550"/>
          <p14:tracePt t="14976" x="8048625" y="2114550"/>
          <p14:tracePt t="14985" x="8235950" y="2114550"/>
          <p14:tracePt t="14992" x="8386763" y="2114550"/>
          <p14:tracePt t="15000" x="8561388" y="2114550"/>
          <p14:tracePt t="15008" x="8750300" y="2114550"/>
          <p14:tracePt t="15016" x="8924925" y="2114550"/>
          <p14:tracePt t="15024" x="9075738" y="2114550"/>
          <p14:tracePt t="15032" x="9224963" y="2114550"/>
          <p14:tracePt t="15040" x="9337675" y="2114550"/>
          <p14:tracePt t="15048" x="9437688" y="2114550"/>
          <p14:tracePt t="15056" x="9501188" y="2114550"/>
          <p14:tracePt t="15064" x="9513888" y="2114550"/>
          <p14:tracePt t="15072" x="9525000" y="2114550"/>
          <p14:tracePt t="15136" x="9537700" y="2114550"/>
          <p14:tracePt t="15152" x="9550400" y="2114550"/>
          <p14:tracePt t="15200" x="9550400" y="2127250"/>
          <p14:tracePt t="15216" x="9550400" y="2152650"/>
          <p14:tracePt t="15224" x="9537700" y="2152650"/>
          <p14:tracePt t="15232" x="9513888" y="2152650"/>
          <p14:tracePt t="15240" x="9488488" y="2152650"/>
          <p14:tracePt t="15248" x="9463088" y="2152650"/>
          <p14:tracePt t="15256" x="9450388" y="2152650"/>
          <p14:tracePt t="15264" x="9437688" y="2152650"/>
          <p14:tracePt t="15272" x="9424988" y="2152650"/>
          <p14:tracePt t="15288" x="9413875" y="2152650"/>
          <p14:tracePt t="15656" x="9388475" y="2152650"/>
          <p14:tracePt t="15952" x="9413875" y="2152650"/>
          <p14:tracePt t="15960" x="9450388" y="2152650"/>
          <p14:tracePt t="15968" x="9475788" y="2152650"/>
          <p14:tracePt t="15976" x="9513888" y="2152650"/>
          <p14:tracePt t="15984" x="9550400" y="2152650"/>
          <p14:tracePt t="15992" x="9563100" y="2152650"/>
          <p14:tracePt t="16000" x="9575800" y="2152650"/>
          <p14:tracePt t="16008" x="9601200" y="2152650"/>
          <p14:tracePt t="16016" x="9626600" y="2152650"/>
          <p14:tracePt t="16033" x="9637713" y="2152650"/>
          <p14:tracePt t="16040" x="9650413" y="2152650"/>
          <p14:tracePt t="16048" x="9663113" y="2152650"/>
          <p14:tracePt t="16088" x="9675813" y="2152650"/>
          <p14:tracePt t="16105" x="9688513" y="2152650"/>
          <p14:tracePt t="16120" x="9701213" y="2152650"/>
          <p14:tracePt t="16152" x="9713913" y="2152650"/>
          <p14:tracePt t="16168" x="9739313" y="2152650"/>
          <p14:tracePt t="16176" x="9750425" y="2152650"/>
          <p14:tracePt t="16184" x="9801225" y="2152650"/>
          <p14:tracePt t="16192" x="9852025" y="2152650"/>
          <p14:tracePt t="16200" x="9901238" y="2152650"/>
          <p14:tracePt t="16208" x="9952038" y="2152650"/>
          <p14:tracePt t="16217" x="10001250" y="2152650"/>
          <p14:tracePt t="16224" x="10064750" y="2152650"/>
          <p14:tracePt t="16232" x="10101263" y="2152650"/>
          <p14:tracePt t="16240" x="10139363" y="2152650"/>
          <p14:tracePt t="16264" x="10152063" y="2152650"/>
          <p14:tracePt t="16328" x="10152063" y="2139950"/>
          <p14:tracePt t="16608" x="10164763" y="2139950"/>
          <p14:tracePt t="16624" x="10188575" y="2139950"/>
          <p14:tracePt t="16632" x="10213975" y="2139950"/>
          <p14:tracePt t="16640" x="10252075" y="2139950"/>
          <p14:tracePt t="16648" x="10313988" y="2139950"/>
          <p14:tracePt t="16657" x="10377488" y="2139950"/>
          <p14:tracePt t="16664" x="10452100" y="2139950"/>
          <p14:tracePt t="16673" x="10490200" y="2139950"/>
          <p14:tracePt t="16680" x="10539413" y="2139950"/>
          <p14:tracePt t="16688" x="10552113" y="2139950"/>
          <p14:tracePt t="16696" x="10577513" y="2139950"/>
          <p14:tracePt t="16704" x="10590213" y="2139950"/>
          <p14:tracePt t="16912" x="10614025" y="2139950"/>
          <p14:tracePt t="16920" x="10639425" y="2139950"/>
          <p14:tracePt t="16928" x="10652125" y="2139950"/>
          <p14:tracePt t="16944" x="10677525" y="2139950"/>
          <p14:tracePt t="16952" x="10690225" y="2127250"/>
          <p14:tracePt t="16960" x="10702925" y="2114550"/>
          <p14:tracePt t="16969" x="10739438" y="2114550"/>
          <p14:tracePt t="16976" x="10802938" y="2101850"/>
          <p14:tracePt t="16984" x="10877550" y="2089150"/>
          <p14:tracePt t="16992" x="10977563" y="2089150"/>
          <p14:tracePt t="17000" x="11077575" y="2065338"/>
          <p14:tracePt t="17008" x="11177588" y="2065338"/>
          <p14:tracePt t="17016" x="11228388" y="2065338"/>
          <p14:tracePt t="17024" x="11290300" y="2065338"/>
          <p14:tracePt t="17032" x="11328400" y="2065338"/>
          <p14:tracePt t="17041" x="11366500" y="2065338"/>
          <p14:tracePt t="17048" x="11377613" y="2065338"/>
          <p14:tracePt t="17056" x="11403013" y="2065338"/>
          <p14:tracePt t="17064" x="11441113" y="2065338"/>
          <p14:tracePt t="17072" x="11466513" y="2065338"/>
          <p14:tracePt t="17080" x="11503025" y="2065338"/>
          <p14:tracePt t="17088" x="11528425" y="2065338"/>
          <p14:tracePt t="17096" x="11541125" y="2065338"/>
          <p14:tracePt t="17104" x="11553825" y="2065338"/>
          <p14:tracePt t="17112" x="11566525" y="2065338"/>
          <p14:tracePt t="17120" x="11579225" y="2065338"/>
          <p14:tracePt t="17296" x="11591925" y="2065338"/>
          <p14:tracePt t="17592" x="11603038" y="2065338"/>
          <p14:tracePt t="17896" x="11591925" y="2065338"/>
          <p14:tracePt t="17904" x="11390313" y="2078038"/>
          <p14:tracePt t="17912" x="11253788" y="2089150"/>
          <p14:tracePt t="17920" x="11102975" y="2114550"/>
          <p14:tracePt t="17928" x="10990263" y="2114550"/>
          <p14:tracePt t="17936" x="10864850" y="2114550"/>
          <p14:tracePt t="17944" x="10764838" y="2127250"/>
          <p14:tracePt t="17952" x="10664825" y="2127250"/>
          <p14:tracePt t="17960" x="10564813" y="2139950"/>
          <p14:tracePt t="17968" x="10490200" y="2152650"/>
          <p14:tracePt t="17977" x="10401300" y="2178050"/>
          <p14:tracePt t="17984" x="10313988" y="2190750"/>
          <p14:tracePt t="17992" x="10239375" y="2201863"/>
          <p14:tracePt t="18000" x="10152063" y="2214563"/>
          <p14:tracePt t="18008" x="10052050" y="2214563"/>
          <p14:tracePt t="18016" x="9926638" y="2239963"/>
          <p14:tracePt t="18024" x="9813925" y="2239963"/>
          <p14:tracePt t="18032" x="9663113" y="2265363"/>
          <p14:tracePt t="18040" x="9513888" y="2265363"/>
          <p14:tracePt t="18048" x="9363075" y="2265363"/>
          <p14:tracePt t="18056" x="9175750" y="2265363"/>
          <p14:tracePt t="18064" x="9012238" y="2265363"/>
          <p14:tracePt t="18072" x="8786813" y="2265363"/>
          <p14:tracePt t="18080" x="8548688" y="2265363"/>
          <p14:tracePt t="18089" x="8274050" y="2265363"/>
          <p14:tracePt t="18096" x="7961313" y="2265363"/>
          <p14:tracePt t="18104" x="7661275" y="2265363"/>
          <p14:tracePt t="18112" x="7385050" y="2265363"/>
          <p14:tracePt t="18120" x="7046913" y="2265363"/>
          <p14:tracePt t="18128" x="6797675" y="2265363"/>
          <p14:tracePt t="18136" x="6534150" y="2265363"/>
          <p14:tracePt t="18144" x="6259513" y="2265363"/>
          <p14:tracePt t="18152" x="5945188" y="2265363"/>
          <p14:tracePt t="18161" x="5770563" y="2265363"/>
          <p14:tracePt t="18168" x="5583238" y="2278063"/>
          <p14:tracePt t="18176" x="5345113" y="2327275"/>
          <p14:tracePt t="18184" x="5081588" y="2352675"/>
          <p14:tracePt t="18192" x="4868863" y="2365375"/>
          <p14:tracePt t="18200" x="4732338" y="2365375"/>
          <p14:tracePt t="18208" x="4619625" y="2365375"/>
          <p14:tracePt t="18216" x="4481513" y="2365375"/>
          <p14:tracePt t="18224" x="4368800" y="2365375"/>
          <p14:tracePt t="18232" x="4256088" y="2365375"/>
          <p14:tracePt t="18240" x="4143375" y="2365375"/>
          <p14:tracePt t="18248" x="4030663" y="2365375"/>
          <p14:tracePt t="18256" x="3956050" y="2365375"/>
          <p14:tracePt t="18264" x="3817938" y="2390775"/>
          <p14:tracePt t="18273" x="3743325" y="2390775"/>
          <p14:tracePt t="18280" x="3643313" y="2403475"/>
          <p14:tracePt t="18288" x="3554413" y="2414588"/>
          <p14:tracePt t="18296" x="3479800" y="2414588"/>
          <p14:tracePt t="18304" x="3405188" y="2414588"/>
          <p14:tracePt t="18312" x="3354388" y="2414588"/>
          <p14:tracePt t="18320" x="3317875" y="2414588"/>
          <p14:tracePt t="18328" x="3292475" y="2414588"/>
          <p14:tracePt t="18336" x="3267075" y="2414588"/>
          <p14:tracePt t="18345" x="3241675" y="2427288"/>
          <p14:tracePt t="18361" x="3228975" y="2427288"/>
          <p14:tracePt t="18376" x="3179763" y="2439988"/>
          <p14:tracePt t="18384" x="3167063" y="2452688"/>
          <p14:tracePt t="18392" x="3116263" y="2452688"/>
          <p14:tracePt t="18400" x="3028950" y="2465388"/>
          <p14:tracePt t="18408" x="2928938" y="2465388"/>
          <p14:tracePt t="18416" x="2828925" y="2465388"/>
          <p14:tracePt t="18424" x="2703513" y="2478088"/>
          <p14:tracePt t="18432" x="2603500" y="2478088"/>
          <p14:tracePt t="18440" x="2528888" y="2478088"/>
          <p14:tracePt t="18448" x="2452688" y="2478088"/>
          <p14:tracePt t="18457" x="2416175" y="2478088"/>
          <p14:tracePt t="18473" x="2390775" y="2478088"/>
          <p14:tracePt t="18480" x="2378075" y="2478088"/>
          <p14:tracePt t="18504" x="2365375" y="2478088"/>
          <p14:tracePt t="18512" x="2339975" y="2478088"/>
          <p14:tracePt t="18520" x="2328863" y="2478088"/>
          <p14:tracePt t="18529" x="2316163" y="2478088"/>
          <p14:tracePt t="18536" x="2303463" y="2478088"/>
          <p14:tracePt t="18545" x="2290763" y="2478088"/>
          <p14:tracePt t="18568" x="2278063" y="2478088"/>
          <p14:tracePt t="18600" x="2265363" y="2478088"/>
          <p14:tracePt t="18608" x="2252663" y="2478088"/>
          <p14:tracePt t="18640" x="2228850" y="2478088"/>
          <p14:tracePt t="18656" x="2216150" y="2478088"/>
          <p14:tracePt t="18672" x="2203450" y="2478088"/>
          <p14:tracePt t="18720" x="2190750" y="2478088"/>
          <p14:tracePt t="18952" x="2203450" y="2478088"/>
          <p14:tracePt t="19064" x="2216150" y="2478088"/>
          <p14:tracePt t="19144" x="2239963" y="2478088"/>
          <p14:tracePt t="19152" x="2252663" y="2478088"/>
          <p14:tracePt t="19160" x="2265363" y="2478088"/>
          <p14:tracePt t="19168" x="2290763" y="2478088"/>
          <p14:tracePt t="19176" x="2328863" y="2478088"/>
          <p14:tracePt t="19184" x="2339975" y="2478088"/>
          <p14:tracePt t="19192" x="2365375" y="2503488"/>
          <p14:tracePt t="19200" x="2378075" y="2503488"/>
          <p14:tracePt t="19209" x="2416175" y="2503488"/>
          <p14:tracePt t="19216" x="2441575" y="2516188"/>
          <p14:tracePt t="19225" x="2465388" y="2516188"/>
          <p14:tracePt t="19232" x="2478088" y="2516188"/>
          <p14:tracePt t="19240" x="2503488" y="2516188"/>
          <p14:tracePt t="19248" x="2516188" y="2516188"/>
          <p14:tracePt t="19256" x="2528888" y="2516188"/>
          <p14:tracePt t="19264" x="2541588" y="2516188"/>
          <p14:tracePt t="19272" x="2554288" y="2516188"/>
          <p14:tracePt t="19281" x="2578100" y="2516188"/>
          <p14:tracePt t="19288" x="2603500" y="2516188"/>
          <p14:tracePt t="19297" x="2641600" y="2516188"/>
          <p14:tracePt t="19304" x="2678113" y="2516188"/>
          <p14:tracePt t="19312" x="2716213" y="2516188"/>
          <p14:tracePt t="19320" x="2741613" y="2516188"/>
          <p14:tracePt t="19328" x="2778125" y="2516188"/>
          <p14:tracePt t="19336" x="2828925" y="2516188"/>
          <p14:tracePt t="19344" x="2854325" y="2516188"/>
          <p14:tracePt t="19352" x="2879725" y="2516188"/>
          <p14:tracePt t="19360" x="2903538" y="2516188"/>
          <p14:tracePt t="19376" x="2916238" y="2516188"/>
          <p14:tracePt t="19432" x="2941638" y="2516188"/>
          <p14:tracePt t="19456" x="2954338" y="2516188"/>
          <p14:tracePt t="19472" x="2979738" y="2516188"/>
          <p14:tracePt t="19497" x="3003550" y="2516188"/>
          <p14:tracePt t="19528" x="3016250" y="2516188"/>
          <p14:tracePt t="19536" x="3067050" y="2516188"/>
          <p14:tracePt t="19552" x="3092450" y="2516188"/>
          <p14:tracePt t="19560" x="3116263" y="2516188"/>
          <p14:tracePt t="19568" x="3128963" y="2516188"/>
          <p14:tracePt t="19576" x="3141663" y="2503488"/>
          <p14:tracePt t="19584" x="3154363" y="2503488"/>
          <p14:tracePt t="19593" x="3167063" y="2503488"/>
          <p14:tracePt t="19624" x="3179763" y="2503488"/>
          <p14:tracePt t="19640" x="3192463" y="2503488"/>
          <p14:tracePt t="19681" x="3205163" y="2490788"/>
          <p14:tracePt t="19784" x="3216275" y="2490788"/>
          <p14:tracePt t="19824" x="3228975" y="2490788"/>
          <p14:tracePt t="19880" x="3241675" y="2490788"/>
          <p14:tracePt t="19928" x="3254375" y="2490788"/>
          <p14:tracePt t="19968" x="3267075" y="2490788"/>
          <p14:tracePt t="19976" x="3279775" y="2478088"/>
          <p14:tracePt t="20008" x="3305175" y="2465388"/>
          <p14:tracePt t="20024" x="3317875" y="2465388"/>
          <p14:tracePt t="20032" x="3341688" y="2465388"/>
          <p14:tracePt t="20040" x="3354388" y="2465388"/>
          <p14:tracePt t="20048" x="3392488" y="2465388"/>
          <p14:tracePt t="20056" x="3429000" y="2465388"/>
          <p14:tracePt t="20064" x="3492500" y="2465388"/>
          <p14:tracePt t="20072" x="3605213" y="2465388"/>
          <p14:tracePt t="20080" x="3743325" y="2465388"/>
          <p14:tracePt t="20088" x="3905250" y="2465388"/>
          <p14:tracePt t="20096" x="4092575" y="2465388"/>
          <p14:tracePt t="20104" x="4256088" y="2465388"/>
          <p14:tracePt t="20112" x="4381500" y="2465388"/>
          <p14:tracePt t="20120" x="4481513" y="2465388"/>
          <p14:tracePt t="20128" x="4568825" y="2452688"/>
          <p14:tracePt t="20136" x="4606925" y="2452688"/>
          <p14:tracePt t="20152" x="4619625" y="2439988"/>
          <p14:tracePt t="20192" x="4630738" y="2439988"/>
          <p14:tracePt t="20200" x="4643438" y="2414588"/>
          <p14:tracePt t="20208" x="4656138" y="2414588"/>
          <p14:tracePt t="20288" x="4681538" y="2414588"/>
          <p14:tracePt t="20296" x="4706938" y="2414588"/>
          <p14:tracePt t="20304" x="4732338" y="2414588"/>
          <p14:tracePt t="20312" x="4743450" y="2403475"/>
          <p14:tracePt t="20320" x="4768850" y="2403475"/>
          <p14:tracePt t="20328" x="4806950" y="2390775"/>
          <p14:tracePt t="20345" x="4819650" y="2378075"/>
          <p14:tracePt t="20360" x="4832350" y="2365375"/>
          <p14:tracePt t="21816" x="4856163" y="2365375"/>
          <p14:tracePt t="24472" x="4894263" y="2365375"/>
          <p14:tracePt t="24480" x="4906963" y="2365375"/>
          <p14:tracePt t="24496" x="4932363" y="2365375"/>
          <p14:tracePt t="24528" x="4945063" y="2365375"/>
          <p14:tracePt t="24600" x="4945063" y="2378075"/>
          <p14:tracePt t="24608" x="4756150" y="2314575"/>
          <p14:tracePt t="24616" x="4430713" y="2178050"/>
          <p14:tracePt t="24624" x="4081463" y="2052638"/>
          <p14:tracePt t="24632" x="3730625" y="1889125"/>
          <p14:tracePt t="24640" x="3405188" y="1739900"/>
          <p14:tracePt t="24648" x="3079750" y="1601788"/>
          <p14:tracePt t="24657" x="2890838" y="1527175"/>
          <p14:tracePt t="24664" x="2741613" y="1439863"/>
          <p14:tracePt t="24672" x="2628900" y="1401763"/>
          <p14:tracePt t="24680" x="2590800" y="1363663"/>
          <p14:tracePt t="24688" x="2565400" y="1350963"/>
          <p14:tracePt t="24696" x="2565400" y="1327150"/>
          <p14:tracePt t="24736" x="2554288" y="1314450"/>
          <p14:tracePt t="24744" x="2490788" y="1314450"/>
          <p14:tracePt t="24752" x="2416175" y="1314450"/>
          <p14:tracePt t="24760" x="2339975" y="1314450"/>
          <p14:tracePt t="24768" x="2265363" y="1289050"/>
          <p14:tracePt t="24776" x="2216150" y="1276350"/>
          <p14:tracePt t="24784" x="2152650" y="1276350"/>
          <p14:tracePt t="24792" x="2103438" y="1263650"/>
          <p14:tracePt t="24800" x="2065338" y="1238250"/>
          <p14:tracePt t="24808" x="2027238" y="1227138"/>
          <p14:tracePt t="24816" x="1990725" y="1227138"/>
          <p14:tracePt t="24824" x="1952625" y="1214438"/>
          <p14:tracePt t="24832" x="1903413" y="1176338"/>
          <p14:tracePt t="24841" x="1827213" y="1163638"/>
          <p14:tracePt t="24848" x="1778000" y="1150938"/>
          <p14:tracePt t="24856" x="1665288" y="1125538"/>
          <p14:tracePt t="24864" x="1577975" y="1101725"/>
          <p14:tracePt t="24872" x="1489075" y="1063625"/>
          <p14:tracePt t="24880" x="1401763" y="1050925"/>
          <p14:tracePt t="24888" x="1352550" y="1025525"/>
          <p14:tracePt t="24896" x="1289050" y="1001713"/>
          <p14:tracePt t="24904" x="1276350" y="1001713"/>
          <p14:tracePt t="24920" x="1263650" y="1001713"/>
          <p14:tracePt t="25064" x="1252538" y="989013"/>
          <p14:tracePt t="25256" x="1263650" y="989013"/>
          <p14:tracePt t="25264" x="1276350" y="989013"/>
          <p14:tracePt t="25272" x="1289050" y="989013"/>
          <p14:tracePt t="25288" x="1314450" y="989013"/>
          <p14:tracePt t="25297" x="1339850" y="1001713"/>
          <p14:tracePt t="25304" x="1376363" y="1014413"/>
          <p14:tracePt t="25312" x="1427163" y="1025525"/>
          <p14:tracePt t="25320" x="1476375" y="1063625"/>
          <p14:tracePt t="25328" x="1552575" y="1089025"/>
          <p14:tracePt t="25336" x="1627188" y="1114425"/>
          <p14:tracePt t="25344" x="1689100" y="1114425"/>
          <p14:tracePt t="25352" x="1765300" y="1114425"/>
          <p14:tracePt t="25360" x="1814513" y="1114425"/>
          <p14:tracePt t="25368" x="1852613" y="1114425"/>
          <p14:tracePt t="25376" x="1903413" y="1114425"/>
          <p14:tracePt t="25384" x="1927225" y="1114425"/>
          <p14:tracePt t="25392" x="1965325" y="1114425"/>
          <p14:tracePt t="25400" x="1990725" y="1114425"/>
          <p14:tracePt t="25409" x="2003425" y="1114425"/>
          <p14:tracePt t="25416" x="2014538" y="1114425"/>
          <p14:tracePt t="25424" x="2027238" y="1114425"/>
          <p14:tracePt t="25432" x="2039938" y="1114425"/>
          <p14:tracePt t="25552" x="2052638" y="1114425"/>
          <p14:tracePt t="25856" x="2052638" y="1089025"/>
          <p14:tracePt t="25872" x="2039938" y="1076325"/>
          <p14:tracePt t="25880" x="2027238" y="1063625"/>
          <p14:tracePt t="25888" x="2003425" y="1063625"/>
          <p14:tracePt t="25968" x="1990725" y="1063625"/>
          <p14:tracePt t="25976" x="1978025" y="1063625"/>
          <p14:tracePt t="25984" x="1965325" y="1050925"/>
          <p14:tracePt t="26008" x="1952625" y="1038225"/>
          <p14:tracePt t="26024" x="1927225" y="1025525"/>
          <p14:tracePt t="26072" x="1914525" y="1014413"/>
          <p14:tracePt t="27728" x="1952625" y="1050925"/>
          <p14:tracePt t="27737" x="1990725" y="1138238"/>
          <p14:tracePt t="27744" x="2065338" y="1276350"/>
          <p14:tracePt t="27752" x="2165350" y="1401763"/>
          <p14:tracePt t="27760" x="2265363" y="1514475"/>
          <p14:tracePt t="27768" x="2390775" y="1639888"/>
          <p14:tracePt t="27776" x="2516188" y="1752600"/>
          <p14:tracePt t="27784" x="2603500" y="1839913"/>
          <p14:tracePt t="27792" x="2678113" y="1865313"/>
          <p14:tracePt t="27800" x="2716213" y="1889125"/>
          <p14:tracePt t="27808" x="2741613" y="1901825"/>
          <p14:tracePt t="27872" x="2728913" y="1927225"/>
          <p14:tracePt t="27880" x="2703513" y="1965325"/>
          <p14:tracePt t="27888" x="2690813" y="1978025"/>
          <p14:tracePt t="27896" x="2641600" y="2014538"/>
          <p14:tracePt t="27904" x="2578100" y="2065338"/>
          <p14:tracePt t="27912" x="2554288" y="2089150"/>
          <p14:tracePt t="27921" x="2516188" y="2114550"/>
          <p14:tracePt t="27928" x="2490788" y="2139950"/>
          <p14:tracePt t="27936" x="2478088" y="2139950"/>
          <p14:tracePt t="27944" x="2452688" y="2178050"/>
          <p14:tracePt t="27952" x="2428875" y="2190750"/>
          <p14:tracePt t="27960" x="2428875" y="2201863"/>
          <p14:tracePt t="27968" x="2428875" y="2227263"/>
          <p14:tracePt t="27976" x="2428875" y="2265363"/>
          <p14:tracePt t="27984" x="2428875" y="2303463"/>
          <p14:tracePt t="27992" x="2428875" y="2339975"/>
          <p14:tracePt t="28000" x="2428875" y="2365375"/>
          <p14:tracePt t="28017" x="2465388" y="2427288"/>
          <p14:tracePt t="28024" x="2490788" y="2439988"/>
          <p14:tracePt t="28032" x="2516188" y="2452688"/>
          <p14:tracePt t="28040" x="2528888" y="2452688"/>
          <p14:tracePt t="28056" x="2541588" y="2452688"/>
          <p14:tracePt t="28064" x="2554288" y="2452688"/>
          <p14:tracePt t="28072" x="2565400" y="2452688"/>
          <p14:tracePt t="28080" x="2578100" y="2452688"/>
          <p14:tracePt t="28088" x="2603500" y="2452688"/>
          <p14:tracePt t="28096" x="2628900" y="2452688"/>
          <p14:tracePt t="28105" x="2667000" y="2452688"/>
          <p14:tracePt t="28112" x="2716213" y="2439988"/>
          <p14:tracePt t="28120" x="2754313" y="2439988"/>
          <p14:tracePt t="28128" x="2790825" y="2414588"/>
          <p14:tracePt t="28144" x="2803525" y="2414588"/>
          <p14:tracePt t="28192" x="2816225" y="2403475"/>
          <p14:tracePt t="28208" x="2828925" y="2403475"/>
          <p14:tracePt t="28264" x="2841625" y="2403475"/>
          <p14:tracePt t="28280" x="2854325" y="2403475"/>
          <p14:tracePt t="28288" x="2867025" y="2403475"/>
          <p14:tracePt t="28296" x="2890838" y="2403475"/>
          <p14:tracePt t="28304" x="2916238" y="2403475"/>
          <p14:tracePt t="28312" x="3003550" y="2403475"/>
          <p14:tracePt t="28320" x="3092450" y="2403475"/>
          <p14:tracePt t="28328" x="3167063" y="2403475"/>
          <p14:tracePt t="28336" x="3292475" y="2427288"/>
          <p14:tracePt t="28344" x="3417888" y="2439988"/>
          <p14:tracePt t="28352" x="3554413" y="2439988"/>
          <p14:tracePt t="28360" x="3692525" y="2439988"/>
          <p14:tracePt t="28368" x="3805238" y="2439988"/>
          <p14:tracePt t="28376" x="3905250" y="2439988"/>
          <p14:tracePt t="28384" x="3992563" y="2439988"/>
          <p14:tracePt t="28392" x="4056063" y="2439988"/>
          <p14:tracePt t="28401" x="4105275" y="2439988"/>
          <p14:tracePt t="28408" x="4143375" y="2439988"/>
          <p14:tracePt t="28416" x="4181475" y="2439988"/>
          <p14:tracePt t="28424" x="4205288" y="2439988"/>
          <p14:tracePt t="28432" x="4230688" y="2439988"/>
          <p14:tracePt t="28448" x="4243388" y="2439988"/>
          <p14:tracePt t="28456" x="4268788" y="2427288"/>
          <p14:tracePt t="28496" x="4281488" y="2414588"/>
          <p14:tracePt t="28528" x="4305300" y="2414588"/>
          <p14:tracePt t="28536" x="4330700" y="2390775"/>
          <p14:tracePt t="28552" x="4368800" y="2390775"/>
          <p14:tracePt t="28560" x="4368800" y="2378075"/>
          <p14:tracePt t="28568" x="4381500" y="2365375"/>
          <p14:tracePt t="28584" x="4394200" y="2365375"/>
          <p14:tracePt t="28624" x="4406900" y="2365375"/>
          <p14:tracePt t="28696" x="4418013" y="2352675"/>
          <p14:tracePt t="28728" x="4430713" y="2352675"/>
          <p14:tracePt t="29448" x="4443413" y="2339975"/>
          <p14:tracePt t="29712" x="4456113" y="2339975"/>
          <p14:tracePt t="30712" x="4406900" y="2339975"/>
          <p14:tracePt t="30720" x="4056063" y="2339975"/>
          <p14:tracePt t="30729" x="3943350" y="2327275"/>
          <p14:tracePt t="30736" x="3767138" y="2303463"/>
          <p14:tracePt t="30744" x="3505200" y="2214563"/>
          <p14:tracePt t="30752" x="3192463" y="2139950"/>
          <p14:tracePt t="30760" x="2954338" y="2052638"/>
          <p14:tracePt t="30768" x="2741613" y="1989138"/>
          <p14:tracePt t="30776" x="2603500" y="1965325"/>
          <p14:tracePt t="30784" x="2490788" y="1914525"/>
          <p14:tracePt t="30792" x="2428875" y="1914525"/>
          <p14:tracePt t="30800" x="2428875" y="1901825"/>
          <p14:tracePt t="30808" x="2403475" y="1889125"/>
          <p14:tracePt t="31128" x="2390775" y="1889125"/>
          <p14:tracePt t="31136" x="2365375" y="1889125"/>
          <p14:tracePt t="31144" x="2352675" y="1889125"/>
          <p14:tracePt t="31152" x="2328863" y="1927225"/>
          <p14:tracePt t="31160" x="2316163" y="1927225"/>
          <p14:tracePt t="31504" x="2203450" y="1939925"/>
          <p14:tracePt t="31512" x="2165350" y="1939925"/>
          <p14:tracePt t="31520" x="2127250" y="1939925"/>
          <p14:tracePt t="31528" x="2116138" y="1939925"/>
          <p14:tracePt t="31544" x="2103438" y="1939925"/>
          <p14:tracePt t="31560" x="2090738" y="1939925"/>
          <p14:tracePt t="31568" x="2052638" y="1927225"/>
          <p14:tracePt t="31576" x="1965325" y="1927225"/>
          <p14:tracePt t="31584" x="1914525" y="1927225"/>
          <p14:tracePt t="31593" x="1878013" y="1927225"/>
          <p14:tracePt t="31600" x="1852613" y="1927225"/>
          <p14:tracePt t="31608" x="1827213" y="1927225"/>
          <p14:tracePt t="31624" x="1814513" y="1939925"/>
          <p14:tracePt t="31720" x="1814513" y="1952625"/>
          <p14:tracePt t="31792" x="1814513" y="1965325"/>
          <p14:tracePt t="31848" x="1801813" y="1965325"/>
          <p14:tracePt t="31856" x="1790700" y="1965325"/>
          <p14:tracePt t="31872" x="1765300" y="1965325"/>
          <p14:tracePt t="31880" x="1739900" y="1965325"/>
          <p14:tracePt t="31888" x="1727200" y="1927225"/>
          <p14:tracePt t="31896" x="1689100" y="1865313"/>
          <p14:tracePt t="31904" x="1665288" y="1789113"/>
          <p14:tracePt t="31912" x="1589088" y="1689100"/>
          <p14:tracePt t="31920" x="1539875" y="1589088"/>
          <p14:tracePt t="31928" x="1476375" y="1476375"/>
          <p14:tracePt t="31945" x="1339850" y="1238250"/>
          <p14:tracePt t="31952" x="1314450" y="1150938"/>
          <p14:tracePt t="31961" x="1276350" y="1076325"/>
          <p14:tracePt t="31968" x="1276350" y="1038225"/>
          <p14:tracePt t="31976" x="1263650" y="1014413"/>
          <p14:tracePt t="31984" x="1263650" y="989013"/>
          <p14:tracePt t="31992" x="1239838" y="950913"/>
          <p14:tracePt t="32000" x="1227138" y="925513"/>
          <p14:tracePt t="32049" x="1189038" y="925513"/>
          <p14:tracePt t="32064" x="1176338" y="925513"/>
          <p14:tracePt t="32072" x="1150938" y="925513"/>
          <p14:tracePt t="32080" x="1114425" y="938213"/>
          <p14:tracePt t="32088" x="1101725" y="938213"/>
          <p14:tracePt t="32096" x="1050925" y="950913"/>
          <p14:tracePt t="32104" x="1014413" y="976313"/>
          <p14:tracePt t="32112" x="950913" y="1001713"/>
          <p14:tracePt t="32120" x="901700" y="1014413"/>
          <p14:tracePt t="32128" x="838200" y="1038225"/>
          <p14:tracePt t="32136" x="801688" y="1050925"/>
          <p14:tracePt t="32145" x="788988" y="1050925"/>
          <p14:tracePt t="32160" x="776288" y="1063625"/>
          <p14:tracePt t="32768" x="801688" y="1114425"/>
          <p14:tracePt t="32776" x="938213" y="1189038"/>
          <p14:tracePt t="32784" x="1063625" y="1276350"/>
          <p14:tracePt t="32792" x="1227138" y="1363663"/>
          <p14:tracePt t="32800" x="1489075" y="1489075"/>
          <p14:tracePt t="32808" x="1714500" y="1639888"/>
          <p14:tracePt t="32816" x="1914525" y="1727200"/>
          <p14:tracePt t="32824" x="2078038" y="1827213"/>
          <p14:tracePt t="32832" x="2216150" y="1889125"/>
          <p14:tracePt t="32840" x="2303463" y="1927225"/>
          <p14:tracePt t="32848" x="2365375" y="1978025"/>
          <p14:tracePt t="32856" x="2378075" y="1989138"/>
          <p14:tracePt t="32864" x="2390775" y="1989138"/>
          <p14:tracePt t="32912" x="2390775" y="2014538"/>
          <p14:tracePt t="32920" x="2390775" y="2027238"/>
          <p14:tracePt t="32928" x="2378075" y="2039938"/>
          <p14:tracePt t="32936" x="2365375" y="2052638"/>
          <p14:tracePt t="32947" x="2365375" y="2065338"/>
          <p14:tracePt t="32952" x="2339975" y="2089150"/>
          <p14:tracePt t="32960" x="2339975" y="2101850"/>
          <p14:tracePt t="32969" x="2328863" y="2127250"/>
          <p14:tracePt t="32984" x="2316163" y="2139950"/>
          <p14:tracePt t="32992" x="2303463" y="2139950"/>
          <p14:tracePt t="33000" x="2303463" y="2152650"/>
          <p14:tracePt t="33008" x="2290763" y="2165350"/>
          <p14:tracePt t="33016" x="2252663" y="2178050"/>
          <p14:tracePt t="33032" x="2216150" y="2190750"/>
          <p14:tracePt t="33040" x="2203450" y="2190750"/>
          <p14:tracePt t="33048" x="2190750" y="2201863"/>
          <p14:tracePt t="33056" x="2178050" y="2201863"/>
          <p14:tracePt t="33168" x="2216150" y="2201863"/>
          <p14:tracePt t="33176" x="2278063" y="2201863"/>
          <p14:tracePt t="33184" x="2339975" y="2165350"/>
          <p14:tracePt t="33192" x="2403475" y="2139950"/>
          <p14:tracePt t="33200" x="2516188" y="2114550"/>
          <p14:tracePt t="33208" x="2578100" y="2078038"/>
          <p14:tracePt t="33216" x="2641600" y="2039938"/>
          <p14:tracePt t="33224" x="2654300" y="2039938"/>
          <p14:tracePt t="33272" x="2654300" y="2027238"/>
          <p14:tracePt t="33280" x="2628900" y="2027238"/>
          <p14:tracePt t="33296" x="2616200" y="2027238"/>
          <p14:tracePt t="33312" x="2603500" y="2027238"/>
          <p14:tracePt t="33472" x="2616200" y="2027238"/>
          <p14:tracePt t="33480" x="2628900" y="2027238"/>
          <p14:tracePt t="33488" x="2641600" y="2039938"/>
          <p14:tracePt t="33504" x="2654300" y="2052638"/>
          <p14:tracePt t="33512" x="2667000" y="2065338"/>
          <p14:tracePt t="33520" x="2678113" y="2065338"/>
          <p14:tracePt t="33536" x="2690813" y="2065338"/>
          <p14:tracePt t="33544" x="2703513" y="2089150"/>
          <p14:tracePt t="33552" x="2716213" y="2089150"/>
          <p14:tracePt t="33576" x="2728913" y="2089150"/>
          <p14:tracePt t="33584" x="2728913" y="2101850"/>
          <p14:tracePt t="33600" x="2741613" y="2101850"/>
          <p14:tracePt t="33608" x="2754313" y="2101850"/>
          <p14:tracePt t="33656" x="2767013" y="2101850"/>
          <p14:tracePt t="33664" x="2790825" y="2114550"/>
          <p14:tracePt t="33688" x="2803525" y="2127250"/>
          <p14:tracePt t="33696" x="2816225" y="2127250"/>
          <p14:tracePt t="33704" x="2828925" y="2127250"/>
          <p14:tracePt t="33712" x="2828925" y="2139950"/>
          <p14:tracePt t="33728" x="2841625" y="2139950"/>
          <p14:tracePt t="33736" x="2854325" y="2139950"/>
          <p14:tracePt t="33752" x="2867025" y="2139950"/>
          <p14:tracePt t="33768" x="2890838" y="2139950"/>
          <p14:tracePt t="33776" x="2916238" y="2139950"/>
          <p14:tracePt t="33784" x="2941638" y="2139950"/>
          <p14:tracePt t="33792" x="2979738" y="2165350"/>
          <p14:tracePt t="33800" x="3016250" y="2178050"/>
          <p14:tracePt t="33808" x="3041650" y="2178050"/>
          <p14:tracePt t="33816" x="3092450" y="2178050"/>
          <p14:tracePt t="33824" x="3116263" y="2178050"/>
          <p14:tracePt t="33832" x="3154363" y="2178050"/>
          <p14:tracePt t="33840" x="3167063" y="2178050"/>
          <p14:tracePt t="33848" x="3179763" y="2178050"/>
          <p14:tracePt t="33856" x="3216275" y="2178050"/>
          <p14:tracePt t="33864" x="3228975" y="2178050"/>
          <p14:tracePt t="33872" x="3267075" y="2178050"/>
          <p14:tracePt t="33880" x="3279775" y="2178050"/>
          <p14:tracePt t="33888" x="3305175" y="2178050"/>
          <p14:tracePt t="33896" x="3317875" y="2178050"/>
          <p14:tracePt t="33905" x="3354388" y="2178050"/>
          <p14:tracePt t="33912" x="3367088" y="2178050"/>
          <p14:tracePt t="33920" x="3392488" y="2178050"/>
          <p14:tracePt t="33952" x="3405188" y="2178050"/>
          <p14:tracePt t="33976" x="3429000" y="2178050"/>
          <p14:tracePt t="33992" x="3454400" y="2178050"/>
          <p14:tracePt t="34000" x="3467100" y="2178050"/>
          <p14:tracePt t="34008" x="3492500" y="2178050"/>
          <p14:tracePt t="34016" x="3517900" y="2178050"/>
          <p14:tracePt t="34033" x="3541713" y="2178050"/>
          <p14:tracePt t="34040" x="3554413" y="2178050"/>
          <p14:tracePt t="34064" x="3567113" y="2178050"/>
          <p14:tracePt t="34080" x="3579813" y="2178050"/>
          <p14:tracePt t="34088" x="3592513" y="2178050"/>
          <p14:tracePt t="34105" x="3605213" y="2178050"/>
          <p14:tracePt t="34112" x="3617913" y="2178050"/>
          <p14:tracePt t="34120" x="3630613" y="2178050"/>
          <p14:tracePt t="34128" x="3643313" y="2178050"/>
          <p14:tracePt t="34144" x="3654425" y="2178050"/>
          <p14:tracePt t="34152" x="3667125" y="2178050"/>
          <p14:tracePt t="34496" x="3679825" y="2165350"/>
          <p14:tracePt t="34504" x="3692525" y="2165350"/>
          <p14:tracePt t="34512" x="3705225" y="2165350"/>
          <p14:tracePt t="34528" x="3717925" y="2165350"/>
          <p14:tracePt t="34544" x="3743325" y="2165350"/>
          <p14:tracePt t="34552" x="3756025" y="2165350"/>
          <p14:tracePt t="34560" x="3792538" y="2165350"/>
          <p14:tracePt t="34568" x="3830638" y="2165350"/>
          <p14:tracePt t="34576" x="3905250" y="2178050"/>
          <p14:tracePt t="34585" x="3956050" y="2178050"/>
          <p14:tracePt t="34592" x="4056063" y="2178050"/>
          <p14:tracePt t="34600" x="4156075" y="2178050"/>
          <p14:tracePt t="34608" x="4268788" y="2178050"/>
          <p14:tracePt t="34616" x="4381500" y="2178050"/>
          <p14:tracePt t="34624" x="4518025" y="2178050"/>
          <p14:tracePt t="34632" x="4606925" y="2165350"/>
          <p14:tracePt t="34640" x="4719638" y="2165350"/>
          <p14:tracePt t="34648" x="4768850" y="2165350"/>
          <p14:tracePt t="34656" x="4832350" y="2165350"/>
          <p14:tracePt t="34672" x="4843463" y="2165350"/>
          <p14:tracePt t="35480" x="4945063" y="2152650"/>
          <p14:tracePt t="35488" x="5157788" y="2101850"/>
          <p14:tracePt t="35496" x="5270500" y="2089150"/>
          <p14:tracePt t="35504" x="5357813" y="2078038"/>
          <p14:tracePt t="35512" x="5407025" y="2078038"/>
          <p14:tracePt t="35520" x="5470525" y="2052638"/>
          <p14:tracePt t="35528" x="5495925" y="2052638"/>
          <p14:tracePt t="35536" x="5507038" y="2052638"/>
          <p14:tracePt t="35728" x="5507038" y="2065338"/>
          <p14:tracePt t="35744" x="5507038" y="2078038"/>
          <p14:tracePt t="35752" x="5495925" y="2078038"/>
          <p14:tracePt t="35760" x="5483225" y="2089150"/>
          <p14:tracePt t="35768" x="5457825" y="2114550"/>
          <p14:tracePt t="35776" x="5445125" y="2127250"/>
          <p14:tracePt t="35784" x="5432425" y="2152650"/>
          <p14:tracePt t="35792" x="5419725" y="2152650"/>
          <p14:tracePt t="35800" x="5394325" y="2152650"/>
          <p14:tracePt t="35808" x="5383213" y="2165350"/>
          <p14:tracePt t="35824" x="5370513" y="2178050"/>
          <p14:tracePt t="35840" x="5357813" y="2178050"/>
          <p14:tracePt t="35960" x="5370513" y="2178050"/>
          <p14:tracePt t="35968" x="5457825" y="2178050"/>
          <p14:tracePt t="35977" x="5545138" y="2165350"/>
          <p14:tracePt t="35984" x="5645150" y="2152650"/>
          <p14:tracePt t="35992" x="5757863" y="2139950"/>
          <p14:tracePt t="36000" x="5832475" y="2139950"/>
          <p14:tracePt t="36008" x="5908675" y="2114550"/>
          <p14:tracePt t="36016" x="5945188" y="2101850"/>
          <p14:tracePt t="36024" x="5983288" y="2101850"/>
          <p14:tracePt t="36032" x="5995988" y="2101850"/>
          <p14:tracePt t="36272" x="5983288" y="2101850"/>
          <p14:tracePt t="36280" x="5970588" y="2101850"/>
          <p14:tracePt t="36296" x="5957888" y="2101850"/>
          <p14:tracePt t="36304" x="5945188" y="2114550"/>
          <p14:tracePt t="36344" x="5921375" y="2114550"/>
          <p14:tracePt t="36352" x="5908675" y="2127250"/>
          <p14:tracePt t="36392" x="5895975" y="2127250"/>
          <p14:tracePt t="36528" x="5921375" y="2127250"/>
          <p14:tracePt t="36536" x="5995988" y="2127250"/>
          <p14:tracePt t="36544" x="6083300" y="2127250"/>
          <p14:tracePt t="36552" x="6183313" y="2127250"/>
          <p14:tracePt t="36560" x="6246813" y="2127250"/>
          <p14:tracePt t="36568" x="6334125" y="2127250"/>
          <p14:tracePt t="36576" x="6421438" y="2127250"/>
          <p14:tracePt t="36584" x="6483350" y="2127250"/>
          <p14:tracePt t="36592" x="6508750" y="2127250"/>
          <p14:tracePt t="36600" x="6521450" y="2127250"/>
          <p14:tracePt t="36776" x="6584950" y="2127250"/>
          <p14:tracePt t="36784" x="6634163" y="2127250"/>
          <p14:tracePt t="36792" x="6684963" y="2127250"/>
          <p14:tracePt t="36800" x="6734175" y="2127250"/>
          <p14:tracePt t="36808" x="6808788" y="2127250"/>
          <p14:tracePt t="36816" x="6859588" y="2127250"/>
          <p14:tracePt t="36824" x="6897688" y="2127250"/>
          <p14:tracePt t="36832" x="6934200" y="2127250"/>
          <p14:tracePt t="36841" x="6946900" y="2127250"/>
          <p14:tracePt t="36848" x="6972300" y="2127250"/>
          <p14:tracePt t="36856" x="6985000" y="2127250"/>
          <p14:tracePt t="36880" x="7010400" y="2127250"/>
          <p14:tracePt t="36904" x="7021513" y="2127250"/>
          <p14:tracePt t="36920" x="7034213" y="2127250"/>
          <p14:tracePt t="36928" x="7046913" y="2127250"/>
          <p14:tracePt t="36941" x="7059613" y="2127250"/>
          <p14:tracePt t="37424" x="7072313" y="2127250"/>
          <p14:tracePt t="37432" x="7085013" y="2127250"/>
          <p14:tracePt t="37488" x="7097713" y="2127250"/>
          <p14:tracePt t="37496" x="7172325" y="2127250"/>
          <p14:tracePt t="37504" x="7223125" y="2127250"/>
          <p14:tracePt t="37512" x="7310438" y="2127250"/>
          <p14:tracePt t="37520" x="7359650" y="2127250"/>
          <p14:tracePt t="37528" x="7435850" y="2127250"/>
          <p14:tracePt t="37536" x="7535863" y="2127250"/>
          <p14:tracePt t="37544" x="7597775" y="2127250"/>
          <p14:tracePt t="37552" x="7648575" y="2127250"/>
          <p14:tracePt t="37560" x="7685088" y="2127250"/>
          <p14:tracePt t="37568" x="7723188" y="2127250"/>
          <p14:tracePt t="37576" x="7735888" y="2127250"/>
          <p14:tracePt t="37832" x="7773988" y="2114550"/>
          <p14:tracePt t="37840" x="7785100" y="2114550"/>
          <p14:tracePt t="37848" x="7823200" y="2114550"/>
          <p14:tracePt t="37856" x="7835900" y="2114550"/>
          <p14:tracePt t="37864" x="7861300" y="2114550"/>
          <p14:tracePt t="37872" x="7874000" y="2114550"/>
          <p14:tracePt t="37880" x="7886700" y="2114550"/>
          <p14:tracePt t="37888" x="7910513" y="2114550"/>
          <p14:tracePt t="37896" x="7923213" y="2101850"/>
          <p14:tracePt t="37904" x="7935913" y="2101850"/>
          <p14:tracePt t="37920" x="7948613" y="2101850"/>
          <p14:tracePt t="39152" x="7986713" y="2101850"/>
          <p14:tracePt t="39160" x="8048625" y="2127250"/>
          <p14:tracePt t="39168" x="8186738" y="2178050"/>
          <p14:tracePt t="39176" x="8348663" y="2214563"/>
          <p14:tracePt t="39184" x="8561388" y="2252663"/>
          <p14:tracePt t="39192" x="8824913" y="2278063"/>
          <p14:tracePt t="39200" x="9199563" y="2278063"/>
          <p14:tracePt t="39208" x="9401175" y="2278063"/>
          <p14:tracePt t="39216" x="9563100" y="2278063"/>
          <p14:tracePt t="39224" x="9713913" y="2278063"/>
          <p14:tracePt t="39232" x="9813925" y="2278063"/>
          <p14:tracePt t="39240" x="9863138" y="2278063"/>
          <p14:tracePt t="39248" x="9888538" y="2278063"/>
          <p14:tracePt t="39256" x="9913938" y="2278063"/>
          <p14:tracePt t="39288" x="9913938" y="2265363"/>
          <p14:tracePt t="39304" x="9913938" y="2252663"/>
          <p14:tracePt t="39312" x="9901238" y="2252663"/>
          <p14:tracePt t="39320" x="9888538" y="2252663"/>
          <p14:tracePt t="39328" x="9875838" y="2252663"/>
          <p14:tracePt t="39336" x="9839325" y="2227263"/>
          <p14:tracePt t="39344" x="9813925" y="2214563"/>
          <p14:tracePt t="39352" x="9775825" y="2214563"/>
          <p14:tracePt t="39360" x="9739313" y="2201863"/>
          <p14:tracePt t="39368" x="9701213" y="2165350"/>
          <p14:tracePt t="39376" x="9663113" y="2165350"/>
          <p14:tracePt t="39384" x="9626600" y="2139950"/>
          <p14:tracePt t="39392" x="9601200" y="2114550"/>
          <p14:tracePt t="39400" x="9588500" y="2114550"/>
          <p14:tracePt t="39408" x="9575800" y="2114550"/>
          <p14:tracePt t="39416" x="9563100" y="2114550"/>
          <p14:tracePt t="39424" x="9550400" y="2114550"/>
          <p14:tracePt t="39432" x="9537700" y="2114550"/>
          <p14:tracePt t="39448" x="9513888" y="2114550"/>
          <p14:tracePt t="39456" x="9501188" y="2114550"/>
          <p14:tracePt t="39465" x="9488488" y="2114550"/>
          <p14:tracePt t="39472" x="9463088" y="2114550"/>
          <p14:tracePt t="39480" x="9424988" y="2114550"/>
          <p14:tracePt t="39488" x="9388475" y="2114550"/>
          <p14:tracePt t="39495" x="9363075" y="2114550"/>
          <p14:tracePt t="39504" x="9324975" y="2114550"/>
          <p14:tracePt t="39512" x="9288463" y="2114550"/>
          <p14:tracePt t="39520" x="9237663" y="2114550"/>
          <p14:tracePt t="39528" x="9199563" y="2114550"/>
          <p14:tracePt t="39536" x="9188450" y="2114550"/>
          <p14:tracePt t="39544" x="9150350" y="2114550"/>
          <p14:tracePt t="39552" x="9137650" y="2114550"/>
          <p14:tracePt t="39560" x="9112250" y="2114550"/>
          <p14:tracePt t="39576" x="9099550" y="2114550"/>
          <p14:tracePt t="39584" x="9063038" y="2127250"/>
          <p14:tracePt t="39600" x="9050338" y="2127250"/>
          <p14:tracePt t="39608" x="9024938" y="2139950"/>
          <p14:tracePt t="39624" x="8975725" y="2139950"/>
          <p14:tracePt t="39640" x="8950325" y="2165350"/>
          <p14:tracePt t="39680" x="8937625" y="2165350"/>
          <p14:tracePt t="39824" x="8975725" y="2165350"/>
          <p14:tracePt t="39832" x="9037638" y="2165350"/>
          <p14:tracePt t="39840" x="9137650" y="2165350"/>
          <p14:tracePt t="39848" x="9224963" y="2165350"/>
          <p14:tracePt t="39856" x="9337675" y="2165350"/>
          <p14:tracePt t="39864" x="9413875" y="2165350"/>
          <p14:tracePt t="39872" x="9488488" y="2165350"/>
          <p14:tracePt t="39880" x="9525000" y="2165350"/>
          <p14:tracePt t="39888" x="9550400" y="2165350"/>
          <p14:tracePt t="39896" x="9563100" y="2165350"/>
          <p14:tracePt t="40080" x="9588500" y="2165350"/>
          <p14:tracePt t="40088" x="9601200" y="2165350"/>
          <p14:tracePt t="40104" x="9613900" y="2165350"/>
          <p14:tracePt t="40112" x="9637713" y="2165350"/>
          <p14:tracePt t="40128" x="9650413" y="2165350"/>
          <p14:tracePt t="40136" x="9663113" y="2165350"/>
          <p14:tracePt t="40144" x="9675813" y="2165350"/>
          <p14:tracePt t="40320" x="9688513" y="2165350"/>
          <p14:tracePt t="40328" x="9701213" y="2165350"/>
          <p14:tracePt t="40336" x="9726613" y="2139950"/>
          <p14:tracePt t="40344" x="9750425" y="2139950"/>
          <p14:tracePt t="40352" x="9801225" y="2127250"/>
          <p14:tracePt t="40360" x="9863138" y="2127250"/>
          <p14:tracePt t="40368" x="9952038" y="2127250"/>
          <p14:tracePt t="40376" x="10052050" y="2127250"/>
          <p14:tracePt t="40384" x="10139363" y="2127250"/>
          <p14:tracePt t="40392" x="10226675" y="2114550"/>
          <p14:tracePt t="40401" x="10288588" y="2114550"/>
          <p14:tracePt t="40408" x="10326688" y="2114550"/>
          <p14:tracePt t="40416" x="10339388" y="2114550"/>
          <p14:tracePt t="40424" x="10352088" y="2101850"/>
          <p14:tracePt t="40664" x="10364788" y="2101850"/>
          <p14:tracePt t="40672" x="10377488" y="2101850"/>
          <p14:tracePt t="40688" x="10401300" y="2101850"/>
          <p14:tracePt t="40696" x="10414000" y="2101850"/>
          <p14:tracePt t="40832" x="10426700" y="2101850"/>
          <p14:tracePt t="40840" x="10452100" y="2101850"/>
          <p14:tracePt t="40857" x="10464800" y="2101850"/>
          <p14:tracePt t="40864" x="10490200" y="2101850"/>
          <p14:tracePt t="40872" x="10502900" y="2101850"/>
          <p14:tracePt t="40880" x="10526713" y="2101850"/>
          <p14:tracePt t="40888" x="10552113" y="2101850"/>
          <p14:tracePt t="40896" x="10614025" y="2101850"/>
          <p14:tracePt t="40904" x="10726738" y="2101850"/>
          <p14:tracePt t="40912" x="10915650" y="2127250"/>
          <p14:tracePt t="40920" x="11090275" y="2127250"/>
          <p14:tracePt t="40937" x="11503025" y="2139950"/>
          <p14:tracePt t="40944" x="11653838" y="2139950"/>
          <p14:tracePt t="40952" x="11766550" y="2139950"/>
          <p14:tracePt t="40960" x="11828463" y="2139950"/>
          <p14:tracePt t="40968" x="11866563" y="2139950"/>
          <p14:tracePt t="41168" x="11879263" y="2139950"/>
          <p14:tracePt t="41192" x="11904663" y="2139950"/>
          <p14:tracePt t="41200" x="11917363" y="2139950"/>
          <p14:tracePt t="41208" x="11917363" y="2127250"/>
          <p14:tracePt t="41224" x="11941175" y="2114550"/>
          <p14:tracePt t="41232" x="11953875" y="2114550"/>
          <p14:tracePt t="41240" x="11966575" y="2089150"/>
          <p14:tracePt t="41248" x="11979275" y="2089150"/>
          <p14:tracePt t="41256" x="11991975" y="2089150"/>
          <p14:tracePt t="41264" x="12004675" y="2078038"/>
          <p14:tracePt t="41272" x="12017375" y="2078038"/>
          <p14:tracePt t="41328" x="12028488" y="2078038"/>
          <p14:tracePt t="41336" x="12028488" y="2065338"/>
          <p14:tracePt t="41352" x="12028488" y="2052638"/>
          <p14:tracePt t="41448" x="12017375" y="2052638"/>
          <p14:tracePt t="41464" x="12004675" y="2052638"/>
          <p14:tracePt t="41472" x="12004675" y="2039938"/>
          <p14:tracePt t="41488" x="11991975" y="2039938"/>
          <p14:tracePt t="41496" x="11966575" y="2039938"/>
          <p14:tracePt t="41512" x="11953875" y="2039938"/>
          <p14:tracePt t="41520" x="11941175" y="2039938"/>
          <p14:tracePt t="41528" x="11928475" y="2039938"/>
          <p14:tracePt t="41535" x="11917363" y="2039938"/>
          <p14:tracePt t="41544" x="11879263" y="2039938"/>
          <p14:tracePt t="41552" x="11853863" y="2039938"/>
          <p14:tracePt t="41560" x="11815763" y="2039938"/>
          <p14:tracePt t="41568" x="11728450" y="2039938"/>
          <p14:tracePt t="41576" x="11641138" y="2039938"/>
          <p14:tracePt t="41584" x="11528425" y="2039938"/>
          <p14:tracePt t="41592" x="11377613" y="2039938"/>
          <p14:tracePt t="41600" x="11102975" y="2039938"/>
          <p14:tracePt t="41608" x="10790238" y="2039938"/>
          <p14:tracePt t="41616" x="10352088" y="2039938"/>
          <p14:tracePt t="41624" x="9839325" y="2039938"/>
          <p14:tracePt t="41632" x="9363075" y="2039938"/>
          <p14:tracePt t="41640" x="8863013" y="2039938"/>
          <p14:tracePt t="41648" x="8412163" y="2039938"/>
          <p14:tracePt t="41656" x="7974013" y="2039938"/>
          <p14:tracePt t="41664" x="7535863" y="2039938"/>
          <p14:tracePt t="41672" x="7159625" y="2039938"/>
          <p14:tracePt t="41680" x="6972300" y="2039938"/>
          <p14:tracePt t="41688" x="6846888" y="2039938"/>
          <p14:tracePt t="41696" x="6721475" y="2039938"/>
          <p14:tracePt t="41704" x="6621463" y="2039938"/>
          <p14:tracePt t="41712" x="6472238" y="2039938"/>
          <p14:tracePt t="41720" x="6308725" y="2039938"/>
          <p14:tracePt t="41728" x="6108700" y="2039938"/>
          <p14:tracePt t="41736" x="5921375" y="2039938"/>
          <p14:tracePt t="41744" x="5708650" y="2089150"/>
          <p14:tracePt t="41752" x="5495925" y="2101850"/>
          <p14:tracePt t="41760" x="5281613" y="2127250"/>
          <p14:tracePt t="41768" x="5106988" y="2127250"/>
          <p14:tracePt t="41776" x="4956175" y="2127250"/>
          <p14:tracePt t="41784" x="4832350" y="2127250"/>
          <p14:tracePt t="41792" x="4706938" y="2127250"/>
          <p14:tracePt t="41800" x="4594225" y="2127250"/>
          <p14:tracePt t="41808" x="4506913" y="2127250"/>
          <p14:tracePt t="41816" x="4430713" y="2127250"/>
          <p14:tracePt t="41824" x="4356100" y="2139950"/>
          <p14:tracePt t="41832" x="4305300" y="2152650"/>
          <p14:tracePt t="41840" x="4230688" y="2152650"/>
          <p14:tracePt t="41848" x="4168775" y="2165350"/>
          <p14:tracePt t="41856" x="4081463" y="2178050"/>
          <p14:tracePt t="41864" x="3992563" y="2178050"/>
          <p14:tracePt t="41872" x="3905250" y="2201863"/>
          <p14:tracePt t="41880" x="3805238" y="2214563"/>
          <p14:tracePt t="41888" x="3730625" y="2227263"/>
          <p14:tracePt t="41896" x="3643313" y="2239963"/>
          <p14:tracePt t="41905" x="3579813" y="2239963"/>
          <p14:tracePt t="41912" x="3505200" y="2265363"/>
          <p14:tracePt t="41920" x="3429000" y="2278063"/>
          <p14:tracePt t="41928" x="3354388" y="2290763"/>
          <p14:tracePt t="41939" x="3267075" y="2303463"/>
          <p14:tracePt t="41944" x="3154363" y="2339975"/>
          <p14:tracePt t="41952" x="3067050" y="2365375"/>
          <p14:tracePt t="41960" x="2928938" y="2403475"/>
          <p14:tracePt t="41968" x="2828925" y="2439988"/>
          <p14:tracePt t="41976" x="2728913" y="2439988"/>
          <p14:tracePt t="41984" x="2628900" y="2465388"/>
          <p14:tracePt t="41992" x="2554288" y="2478088"/>
          <p14:tracePt t="42000" x="2490788" y="2478088"/>
          <p14:tracePt t="42008" x="2428875" y="2478088"/>
          <p14:tracePt t="42016" x="2390775" y="2490788"/>
          <p14:tracePt t="42024" x="2339975" y="2490788"/>
          <p14:tracePt t="42032" x="2316163" y="2516188"/>
          <p14:tracePt t="42040" x="2290763" y="2516188"/>
          <p14:tracePt t="42048" x="2252663" y="2527300"/>
          <p14:tracePt t="42056" x="2228850" y="2527300"/>
          <p14:tracePt t="42064" x="2216150" y="2540000"/>
          <p14:tracePt t="42072" x="2203450" y="2552700"/>
          <p14:tracePt t="42089" x="2190750" y="2552700"/>
          <p14:tracePt t="42632" x="2203450" y="2552700"/>
          <p14:tracePt t="42664" x="2216150" y="2552700"/>
          <p14:tracePt t="42680" x="2228850" y="2552700"/>
          <p14:tracePt t="42696" x="2239963" y="2552700"/>
          <p14:tracePt t="42728" x="2252663" y="2552700"/>
          <p14:tracePt t="42736" x="2265363" y="2552700"/>
          <p14:tracePt t="42744" x="2278063" y="2552700"/>
          <p14:tracePt t="42752" x="2290763" y="2552700"/>
          <p14:tracePt t="42760" x="2316163" y="2552700"/>
          <p14:tracePt t="42768" x="2328863" y="2552700"/>
          <p14:tracePt t="42776" x="2339975" y="2552700"/>
          <p14:tracePt t="42784" x="2365375" y="2552700"/>
          <p14:tracePt t="42792" x="2365375" y="2565400"/>
          <p14:tracePt t="42800" x="2390775" y="2565400"/>
          <p14:tracePt t="42808" x="2403475" y="2565400"/>
          <p14:tracePt t="42824" x="2428875" y="2565400"/>
          <p14:tracePt t="42840" x="2441575" y="2565400"/>
          <p14:tracePt t="42848" x="2465388" y="2565400"/>
          <p14:tracePt t="42872" x="2478088" y="2565400"/>
          <p14:tracePt t="42888" x="2503488" y="2565400"/>
          <p14:tracePt t="42904" x="2516188" y="2565400"/>
          <p14:tracePt t="42912" x="2554288" y="2565400"/>
          <p14:tracePt t="42920" x="2590800" y="2565400"/>
          <p14:tracePt t="42928" x="2603500" y="2552700"/>
          <p14:tracePt t="42944" x="2628900" y="2552700"/>
          <p14:tracePt t="43008" x="2641600" y="2552700"/>
          <p14:tracePt t="43160" x="2667000" y="2552700"/>
          <p14:tracePt t="43168" x="2678113" y="2552700"/>
          <p14:tracePt t="43176" x="2716213" y="2552700"/>
          <p14:tracePt t="43184" x="2778125" y="2552700"/>
          <p14:tracePt t="43192" x="2828925" y="2552700"/>
          <p14:tracePt t="43200" x="2916238" y="2552700"/>
          <p14:tracePt t="43208" x="2967038" y="2552700"/>
          <p14:tracePt t="43216" x="3016250" y="2552700"/>
          <p14:tracePt t="43224" x="3054350" y="2552700"/>
          <p14:tracePt t="43232" x="3103563" y="2552700"/>
          <p14:tracePt t="43240" x="3128963" y="2552700"/>
          <p14:tracePt t="43248" x="3141663" y="2540000"/>
          <p14:tracePt t="43472" x="3154363" y="2540000"/>
          <p14:tracePt t="43504" x="3167063" y="2540000"/>
          <p14:tracePt t="43544" x="3179763" y="2540000"/>
          <p14:tracePt t="43560" x="3192463" y="2540000"/>
          <p14:tracePt t="43576" x="3216275" y="2540000"/>
          <p14:tracePt t="43592" x="3228975" y="2540000"/>
          <p14:tracePt t="43600" x="3241675" y="2540000"/>
          <p14:tracePt t="43608" x="3254375" y="2540000"/>
          <p14:tracePt t="43616" x="3279775" y="2540000"/>
          <p14:tracePt t="43624" x="3305175" y="2540000"/>
          <p14:tracePt t="43632" x="3317875" y="2540000"/>
          <p14:tracePt t="43640" x="3328988" y="2540000"/>
          <p14:tracePt t="43648" x="3341688" y="2540000"/>
          <p14:tracePt t="43656" x="3354388" y="2540000"/>
          <p14:tracePt t="43664" x="3367088" y="2540000"/>
          <p14:tracePt t="43680" x="3379788" y="2540000"/>
          <p14:tracePt t="43688" x="3405188" y="2540000"/>
          <p14:tracePt t="43704" x="3429000" y="2540000"/>
          <p14:tracePt t="43712" x="3441700" y="2540000"/>
          <p14:tracePt t="43720" x="3467100" y="2540000"/>
          <p14:tracePt t="43728" x="3479800" y="2540000"/>
          <p14:tracePt t="43744" x="3492500" y="2540000"/>
          <p14:tracePt t="44072" x="3517900" y="2540000"/>
          <p14:tracePt t="44080" x="3541713" y="2540000"/>
          <p14:tracePt t="44088" x="3579813" y="2540000"/>
          <p14:tracePt t="44096" x="3617913" y="2540000"/>
          <p14:tracePt t="44104" x="3667125" y="2540000"/>
          <p14:tracePt t="44112" x="3730625" y="2540000"/>
          <p14:tracePt t="44120" x="3817938" y="2540000"/>
          <p14:tracePt t="44128" x="3879850" y="2540000"/>
          <p14:tracePt t="44136" x="3956050" y="2540000"/>
          <p14:tracePt t="44145" x="4005263" y="2540000"/>
          <p14:tracePt t="44152" x="4043363" y="2540000"/>
          <p14:tracePt t="44168" x="4056063" y="2540000"/>
          <p14:tracePt t="44256" x="4092575" y="2527300"/>
          <p14:tracePt t="44296" x="4130675" y="2527300"/>
          <p14:tracePt t="44304" x="4156075" y="2516188"/>
          <p14:tracePt t="44312" x="4181475" y="2516188"/>
          <p14:tracePt t="44320" x="4217988" y="2516188"/>
          <p14:tracePt t="44336" x="4230688" y="2516188"/>
          <p14:tracePt t="44344" x="4256088" y="2516188"/>
          <p14:tracePt t="44352" x="4268788" y="2516188"/>
          <p14:tracePt t="44360" x="4294188" y="2516188"/>
          <p14:tracePt t="44368" x="4318000" y="2503488"/>
          <p14:tracePt t="44376" x="4356100" y="2503488"/>
          <p14:tracePt t="44384" x="4368800" y="2490788"/>
          <p14:tracePt t="44392" x="4381500" y="2490788"/>
          <p14:tracePt t="44400" x="4406900" y="2478088"/>
          <p14:tracePt t="44408" x="4443413" y="2478088"/>
          <p14:tracePt t="44424" x="4456113" y="2465388"/>
          <p14:tracePt t="44432" x="4468813" y="2465388"/>
          <p14:tracePt t="44448" x="4481513" y="2465388"/>
          <p14:tracePt t="44488" x="4494213" y="2465388"/>
          <p14:tracePt t="44528" x="4506913" y="2465388"/>
          <p14:tracePt t="44616" x="4518025" y="2465388"/>
          <p14:tracePt t="44664" x="4530725" y="2465388"/>
          <p14:tracePt t="47200" x="4518025" y="2465388"/>
          <p14:tracePt t="47280" x="4506913" y="2465388"/>
          <p14:tracePt t="47288" x="4494213" y="2465388"/>
          <p14:tracePt t="47336" x="4481513" y="2465388"/>
          <p14:tracePt t="47344" x="4468813" y="2465388"/>
          <p14:tracePt t="47376" x="4456113" y="2465388"/>
          <p14:tracePt t="47432" x="4443413" y="2465388"/>
          <p14:tracePt t="47448" x="4418013" y="2465388"/>
          <p14:tracePt t="47456" x="4406900" y="2478088"/>
          <p14:tracePt t="47472" x="4343400" y="2490788"/>
          <p14:tracePt t="47480" x="4230688" y="2516188"/>
          <p14:tracePt t="47488" x="4092575" y="2552700"/>
          <p14:tracePt t="47496" x="3943350" y="2590800"/>
          <p14:tracePt t="47504" x="3805238" y="2640013"/>
          <p14:tracePt t="47512" x="3692525" y="2678113"/>
          <p14:tracePt t="47520" x="3567113" y="2703513"/>
          <p14:tracePt t="47528" x="3479800" y="2740025"/>
          <p14:tracePt t="47536" x="3405188" y="2765425"/>
          <p14:tracePt t="47544" x="3305175" y="2816225"/>
          <p14:tracePt t="47552" x="3167063" y="2840038"/>
          <p14:tracePt t="47560" x="3028950" y="2903538"/>
          <p14:tracePt t="47568" x="2941638" y="2916238"/>
          <p14:tracePt t="47576" x="2816225" y="2952750"/>
          <p14:tracePt t="47584" x="2716213" y="2965450"/>
          <p14:tracePt t="47592" x="2578100" y="2978150"/>
          <p14:tracePt t="47600" x="2441575" y="3003550"/>
          <p14:tracePt t="47608" x="2290763" y="3003550"/>
          <p14:tracePt t="47616" x="2178050" y="3016250"/>
          <p14:tracePt t="47624" x="2078038" y="3028950"/>
          <p14:tracePt t="47632" x="1965325" y="3028950"/>
          <p14:tracePt t="47640" x="1903413" y="3028950"/>
          <p14:tracePt t="47648" x="1839913" y="3028950"/>
          <p14:tracePt t="47656" x="1752600" y="3028950"/>
          <p14:tracePt t="47664" x="1701800" y="3028950"/>
          <p14:tracePt t="47672" x="1639888" y="3028950"/>
          <p14:tracePt t="47680" x="1514475" y="3028950"/>
          <p14:tracePt t="47688" x="1414463" y="3028950"/>
          <p14:tracePt t="47696" x="1314450" y="3028950"/>
          <p14:tracePt t="47704" x="1239838" y="3028950"/>
          <p14:tracePt t="47712" x="1176338" y="3028950"/>
          <p14:tracePt t="47720" x="1101725" y="3028950"/>
          <p14:tracePt t="47728" x="1050925" y="3028950"/>
          <p14:tracePt t="47735" x="1001713" y="3028950"/>
          <p14:tracePt t="47744" x="938213" y="3028950"/>
          <p14:tracePt t="47752" x="914400" y="3028950"/>
          <p14:tracePt t="47760" x="863600" y="3028950"/>
          <p14:tracePt t="47767" x="814388" y="3028950"/>
          <p14:tracePt t="47776" x="776288" y="3028950"/>
          <p14:tracePt t="47783" x="712788" y="3028950"/>
          <p14:tracePt t="47792" x="663575" y="3028950"/>
          <p14:tracePt t="47800" x="612775" y="3028950"/>
          <p14:tracePt t="47808" x="563563" y="3028950"/>
          <p14:tracePt t="47816" x="512763" y="3028950"/>
          <p14:tracePt t="47824" x="476250" y="3028950"/>
          <p14:tracePt t="47832" x="438150" y="3028950"/>
          <p14:tracePt t="47840" x="412750" y="3028950"/>
          <p14:tracePt t="47848" x="400050" y="3028950"/>
          <p14:tracePt t="47856" x="387350" y="3028950"/>
          <p14:tracePt t="47864" x="376238" y="3028950"/>
          <p14:tracePt t="47872" x="363538" y="3028950"/>
          <p14:tracePt t="47880" x="350838" y="3028950"/>
          <p14:tracePt t="47904" x="325438" y="3028950"/>
          <p14:tracePt t="47912" x="312738" y="3028950"/>
          <p14:tracePt t="47928" x="287338" y="3041650"/>
          <p14:tracePt t="47939" x="274638" y="3041650"/>
          <p14:tracePt t="47944" x="250825" y="3054350"/>
          <p14:tracePt t="47952" x="238125" y="3065463"/>
          <p14:tracePt t="47960" x="225425" y="3078163"/>
          <p14:tracePt t="47976" x="212725" y="3090863"/>
          <p14:tracePt t="47992" x="212725" y="3116263"/>
          <p14:tracePt t="47999" x="212725" y="3128963"/>
          <p14:tracePt t="48016" x="212725" y="3154363"/>
          <p14:tracePt t="48024" x="212725" y="3165475"/>
          <p14:tracePt t="48032" x="212725" y="3178175"/>
          <p14:tracePt t="48040" x="238125" y="3203575"/>
          <p14:tracePt t="48048" x="250825" y="3228975"/>
          <p14:tracePt t="48056" x="287338" y="3241675"/>
          <p14:tracePt t="48072" x="325438" y="3267075"/>
          <p14:tracePt t="48080" x="363538" y="3278188"/>
          <p14:tracePt t="48089" x="387350" y="3278188"/>
          <p14:tracePt t="48096" x="425450" y="3290888"/>
          <p14:tracePt t="48103" x="463550" y="3290888"/>
          <p14:tracePt t="48112" x="500063" y="3316288"/>
          <p14:tracePt t="48120" x="538163" y="3316288"/>
          <p14:tracePt t="48128" x="576263" y="3316288"/>
          <p14:tracePt t="48136" x="600075" y="3316288"/>
          <p14:tracePt t="48144" x="612775" y="3316288"/>
          <p14:tracePt t="48152" x="638175" y="3328988"/>
          <p14:tracePt t="48160" x="663575" y="3328988"/>
          <p14:tracePt t="48168" x="676275" y="3328988"/>
          <p14:tracePt t="48176" x="676275" y="3341688"/>
          <p14:tracePt t="48184" x="688975" y="3341688"/>
          <p14:tracePt t="48336" x="712788" y="3341688"/>
          <p14:tracePt t="48400" x="725488" y="3354388"/>
          <p14:tracePt t="48456" x="750888" y="3354388"/>
          <p14:tracePt t="48472" x="763588" y="3367088"/>
          <p14:tracePt t="48488" x="776288" y="3378200"/>
          <p14:tracePt t="48496" x="788988" y="3378200"/>
          <p14:tracePt t="48552" x="801688" y="3378200"/>
          <p14:tracePt t="48568" x="814388" y="3378200"/>
          <p14:tracePt t="48592" x="838200" y="3367088"/>
          <p14:tracePt t="48632" x="850900" y="3367088"/>
          <p14:tracePt t="48640" x="863600" y="3367088"/>
          <p14:tracePt t="48656" x="876300" y="3367088"/>
          <p14:tracePt t="48704" x="889000" y="3354388"/>
          <p14:tracePt t="48728" x="901700" y="3354388"/>
          <p14:tracePt t="50416" x="938213" y="3354388"/>
          <p14:tracePt t="50424" x="1001713" y="3354388"/>
          <p14:tracePt t="50440" x="1014413" y="3354388"/>
          <p14:tracePt t="50456" x="1038225" y="3367088"/>
          <p14:tracePt t="50512" x="1063625" y="3367088"/>
          <p14:tracePt t="50520" x="1089025" y="3367088"/>
          <p14:tracePt t="50528" x="1127125" y="3367088"/>
          <p14:tracePt t="50536" x="1150938" y="3354388"/>
          <p14:tracePt t="50543" x="1189038" y="3290888"/>
          <p14:tracePt t="50552" x="1227138" y="3203575"/>
          <p14:tracePt t="50559" x="1239838" y="3165475"/>
          <p14:tracePt t="50568" x="1252538" y="3103563"/>
          <p14:tracePt t="50575" x="1263650" y="3054350"/>
          <p14:tracePt t="50584" x="1263650" y="3041650"/>
          <p14:tracePt t="50591" x="1263650" y="3016250"/>
          <p14:tracePt t="50608" x="1263650" y="3003550"/>
          <p14:tracePt t="50616" x="1263650" y="2990850"/>
          <p14:tracePt t="50632" x="1263650" y="2978150"/>
          <p14:tracePt t="50648" x="1252538" y="2978150"/>
          <p14:tracePt t="50655" x="1201738" y="2978150"/>
          <p14:tracePt t="50664" x="1127125" y="2978150"/>
          <p14:tracePt t="50672" x="1089025" y="3003550"/>
          <p14:tracePt t="50680" x="1014413" y="3065463"/>
          <p14:tracePt t="50688" x="950913" y="3103563"/>
          <p14:tracePt t="50696" x="876300" y="3141663"/>
          <p14:tracePt t="50704" x="801688" y="3190875"/>
          <p14:tracePt t="50713" x="763588" y="3216275"/>
          <p14:tracePt t="50720" x="712788" y="3254375"/>
          <p14:tracePt t="50727" x="688975" y="3278188"/>
          <p14:tracePt t="50736" x="676275" y="3290888"/>
          <p14:tracePt t="50744" x="676275" y="3303588"/>
          <p14:tracePt t="50768" x="676275" y="3316288"/>
          <p14:tracePt t="50784" x="676275" y="3328988"/>
          <p14:tracePt t="50792" x="676275" y="3341688"/>
          <p14:tracePt t="50800" x="676275" y="3354388"/>
          <p14:tracePt t="50808" x="701675" y="3367088"/>
          <p14:tracePt t="50816" x="750888" y="3378200"/>
          <p14:tracePt t="50824" x="801688" y="3403600"/>
          <p14:tracePt t="50832" x="838200" y="3416300"/>
          <p14:tracePt t="50840" x="901700" y="3429000"/>
          <p14:tracePt t="50848" x="1014413" y="3454400"/>
          <p14:tracePt t="50856" x="1150938" y="3454400"/>
          <p14:tracePt t="50864" x="1314450" y="3454400"/>
          <p14:tracePt t="50872" x="1539875" y="3454400"/>
          <p14:tracePt t="50880" x="1689100" y="3441700"/>
          <p14:tracePt t="50888" x="1890713" y="3403600"/>
          <p14:tracePt t="50897" x="2039938" y="3367088"/>
          <p14:tracePt t="50904" x="2165350" y="3328988"/>
          <p14:tracePt t="50911" x="2278063" y="3303588"/>
          <p14:tracePt t="50920" x="2352675" y="3290888"/>
          <p14:tracePt t="50927" x="2390775" y="3267075"/>
          <p14:tracePt t="50936" x="2403475" y="3267075"/>
          <p14:tracePt t="51047" x="2403475" y="3303588"/>
          <p14:tracePt t="51056" x="2403475" y="3341688"/>
          <p14:tracePt t="51063" x="2403475" y="3367088"/>
          <p14:tracePt t="51072" x="2416175" y="3403600"/>
          <p14:tracePt t="51081" x="2441575" y="3416300"/>
          <p14:tracePt t="51088" x="2441575" y="3441700"/>
          <p14:tracePt t="51095" x="2452688" y="3441700"/>
          <p14:tracePt t="51104" x="2452688" y="3454400"/>
          <p14:tracePt t="51112" x="2465388" y="3454400"/>
          <p14:tracePt t="51120" x="2478088" y="3454400"/>
          <p14:tracePt t="51128" x="2503488" y="3454400"/>
          <p14:tracePt t="51136" x="2528888" y="3454400"/>
          <p14:tracePt t="51143" x="2565400" y="3454400"/>
          <p14:tracePt t="51152" x="2616200" y="3429000"/>
          <p14:tracePt t="51159" x="2628900" y="3403600"/>
          <p14:tracePt t="51168" x="2667000" y="3341688"/>
          <p14:tracePt t="51176" x="2667000" y="3290888"/>
          <p14:tracePt t="51184" x="2667000" y="3228975"/>
          <p14:tracePt t="51192" x="2667000" y="3178175"/>
          <p14:tracePt t="51200" x="2667000" y="3165475"/>
          <p14:tracePt t="51208" x="2667000" y="3128963"/>
          <p14:tracePt t="51216" x="2628900" y="3078163"/>
          <p14:tracePt t="51224" x="2616200" y="3078163"/>
          <p14:tracePt t="51232" x="2578100" y="3054350"/>
          <p14:tracePt t="51239" x="2516188" y="3028950"/>
          <p14:tracePt t="51248" x="2465388" y="3016250"/>
          <p14:tracePt t="51256" x="2403475" y="3016250"/>
          <p14:tracePt t="51264" x="2339975" y="3016250"/>
          <p14:tracePt t="51272" x="2239963" y="3016250"/>
          <p14:tracePt t="51280" x="2139950" y="3016250"/>
          <p14:tracePt t="51288" x="2027238" y="3016250"/>
          <p14:tracePt t="51295" x="1878013" y="3041650"/>
          <p14:tracePt t="51304" x="1739900" y="3054350"/>
          <p14:tracePt t="51311" x="1601788" y="3090863"/>
          <p14:tracePt t="51320" x="1465263" y="3128963"/>
          <p14:tracePt t="51327" x="1414463" y="3165475"/>
          <p14:tracePt t="51336" x="1339850" y="3216275"/>
          <p14:tracePt t="51343" x="1301750" y="3241675"/>
          <p14:tracePt t="51352" x="1301750" y="3267075"/>
          <p14:tracePt t="51360" x="1301750" y="3316288"/>
          <p14:tracePt t="51368" x="1301750" y="3341688"/>
          <p14:tracePt t="51375" x="1301750" y="3378200"/>
          <p14:tracePt t="51384" x="1301750" y="3403600"/>
          <p14:tracePt t="51392" x="1301750" y="3429000"/>
          <p14:tracePt t="51400" x="1352550" y="3479800"/>
          <p14:tracePt t="51408" x="1414463" y="3503613"/>
          <p14:tracePt t="51416" x="1465263" y="3529013"/>
          <p14:tracePt t="51424" x="1539875" y="3567113"/>
          <p14:tracePt t="51432" x="1627188" y="3579813"/>
          <p14:tracePt t="51440" x="1752600" y="3590925"/>
          <p14:tracePt t="51448" x="1852613" y="3590925"/>
          <p14:tracePt t="51456" x="1978025" y="3590925"/>
          <p14:tracePt t="51464" x="2052638" y="3590925"/>
          <p14:tracePt t="51472" x="2178050" y="3590925"/>
          <p14:tracePt t="51480" x="2290763" y="3579813"/>
          <p14:tracePt t="51488" x="2365375" y="3567113"/>
          <p14:tracePt t="51495" x="2403475" y="3554413"/>
          <p14:tracePt t="51504" x="2428875" y="3516313"/>
          <p14:tracePt t="51512" x="2441575" y="3516313"/>
          <p14:tracePt t="51520" x="2452688" y="3503613"/>
          <p14:tracePt t="51527" x="2452688" y="3490913"/>
          <p14:tracePt t="51544" x="2452688" y="3479800"/>
          <p14:tracePt t="51872" x="2452688" y="3467100"/>
          <p14:tracePt t="52112" x="2465388" y="3467100"/>
          <p14:tracePt t="54271" x="2490788" y="3467100"/>
          <p14:tracePt t="54280" x="2516188" y="3467100"/>
          <p14:tracePt t="54287" x="2554288" y="3467100"/>
          <p14:tracePt t="54296" x="2590800" y="3467100"/>
          <p14:tracePt t="54303" x="2603500" y="3467100"/>
          <p14:tracePt t="54704" x="2590800" y="3467100"/>
          <p14:tracePt t="54712" x="2554288" y="3467100"/>
          <p14:tracePt t="54728" x="2541588" y="3467100"/>
          <p14:tracePt t="54744" x="2516188" y="3467100"/>
          <p14:tracePt t="54752" x="2516188" y="3454400"/>
          <p14:tracePt t="54808" x="2503488" y="3441700"/>
          <p14:tracePt t="54872" x="2490788" y="3441700"/>
          <p14:tracePt t="54928" x="2490788" y="3429000"/>
          <p14:tracePt t="54935" x="2478088" y="3429000"/>
          <p14:tracePt t="54944" x="2465388" y="3429000"/>
          <p14:tracePt t="55000" x="2452688" y="3429000"/>
          <p14:tracePt t="55080" x="2452688" y="3416300"/>
          <p14:tracePt t="55112" x="2452688" y="3403600"/>
          <p14:tracePt t="55120" x="2465388" y="3390900"/>
          <p14:tracePt t="55128" x="2478088" y="3390900"/>
          <p14:tracePt t="55144" x="2503488" y="3378200"/>
          <p14:tracePt t="55152" x="2528888" y="3367088"/>
          <p14:tracePt t="55160" x="2565400" y="3354388"/>
          <p14:tracePt t="55176" x="2603500" y="3354388"/>
          <p14:tracePt t="55184" x="2641600" y="3354388"/>
          <p14:tracePt t="55192" x="2690813" y="3316288"/>
          <p14:tracePt t="55200" x="2716213" y="3316288"/>
          <p14:tracePt t="55209" x="2754313" y="3303588"/>
          <p14:tracePt t="55215" x="2790825" y="3303588"/>
          <p14:tracePt t="55223" x="2816225" y="3290888"/>
          <p14:tracePt t="55232" x="2828925" y="3278188"/>
          <p14:tracePt t="55239" x="2841625" y="3278188"/>
          <p14:tracePt t="55272" x="2854325" y="3278188"/>
          <p14:tracePt t="55280" x="2867025" y="3278188"/>
          <p14:tracePt t="55288" x="2879725" y="3267075"/>
          <p14:tracePt t="55296" x="2903538" y="3267075"/>
          <p14:tracePt t="55304" x="2916238" y="3254375"/>
          <p14:tracePt t="55336" x="2941638" y="3254375"/>
          <p14:tracePt t="55424" x="2954338" y="3241675"/>
          <p14:tracePt t="55440" x="2979738" y="3241675"/>
          <p14:tracePt t="55455" x="2992438" y="3241675"/>
          <p14:tracePt t="55464" x="3016250" y="3241675"/>
          <p14:tracePt t="55472" x="3028950" y="3241675"/>
          <p14:tracePt t="55480" x="3054350" y="3241675"/>
          <p14:tracePt t="55487" x="3079750" y="3241675"/>
          <p14:tracePt t="55496" x="3116263" y="3241675"/>
          <p14:tracePt t="55504" x="3154363" y="3241675"/>
          <p14:tracePt t="55512" x="3205163" y="3241675"/>
          <p14:tracePt t="55520" x="3241675" y="3241675"/>
          <p14:tracePt t="55528" x="3292475" y="3241675"/>
          <p14:tracePt t="55535" x="3341688" y="3241675"/>
          <p14:tracePt t="55544" x="3405188" y="3241675"/>
          <p14:tracePt t="55551" x="3467100" y="3241675"/>
          <p14:tracePt t="55560" x="3505200" y="3241675"/>
          <p14:tracePt t="55568" x="3554413" y="3241675"/>
          <p14:tracePt t="55576" x="3579813" y="3241675"/>
          <p14:tracePt t="55584" x="3605213" y="3241675"/>
          <p14:tracePt t="55592" x="3643313" y="3241675"/>
          <p14:tracePt t="55600" x="3654425" y="3241675"/>
          <p14:tracePt t="55607" x="3667125" y="3241675"/>
          <p14:tracePt t="55648" x="3679825" y="3241675"/>
          <p14:tracePt t="55655" x="3705225" y="3241675"/>
          <p14:tracePt t="55672" x="3717925" y="3241675"/>
          <p14:tracePt t="55712" x="3730625" y="3241675"/>
          <p14:tracePt t="55744" x="3743325" y="3241675"/>
          <p14:tracePt t="55760" x="3767138" y="3241675"/>
          <p14:tracePt t="55768" x="3779838" y="3241675"/>
          <p14:tracePt t="55776" x="3817938" y="3241675"/>
          <p14:tracePt t="55784" x="3843338" y="3241675"/>
          <p14:tracePt t="55791" x="3867150" y="3241675"/>
          <p14:tracePt t="55800" x="3892550" y="3241675"/>
          <p14:tracePt t="55808" x="3905250" y="3241675"/>
          <p14:tracePt t="55816" x="3917950" y="3241675"/>
          <p14:tracePt t="55856" x="3930650" y="3241675"/>
          <p14:tracePt t="55872" x="3943350" y="3241675"/>
          <p14:tracePt t="55888" x="3956050" y="3241675"/>
          <p14:tracePt t="55896" x="3979863" y="3241675"/>
          <p14:tracePt t="55904" x="3992563" y="3241675"/>
          <p14:tracePt t="55920" x="4005263" y="3241675"/>
          <p14:tracePt t="55944" x="4017963" y="3241675"/>
          <p14:tracePt t="55999" x="4043363" y="3241675"/>
          <p14:tracePt t="56008" x="4068763" y="3241675"/>
          <p14:tracePt t="56016" x="4105275" y="3241675"/>
          <p14:tracePt t="56024" x="4143375" y="3241675"/>
          <p14:tracePt t="56032" x="4192588" y="3241675"/>
          <p14:tracePt t="56039" x="4217988" y="3241675"/>
          <p14:tracePt t="56048" x="4256088" y="3241675"/>
          <p14:tracePt t="56055" x="4294188" y="3241675"/>
          <p14:tracePt t="56064" x="4330700" y="3241675"/>
          <p14:tracePt t="56071" x="4356100" y="3241675"/>
          <p14:tracePt t="56080" x="4381500" y="3241675"/>
          <p14:tracePt t="56087" x="4394200" y="3241675"/>
          <p14:tracePt t="56096" x="4418013" y="3241675"/>
          <p14:tracePt t="56103" x="4430713" y="3241675"/>
          <p14:tracePt t="56168" x="4456113" y="3241675"/>
          <p14:tracePt t="56184" x="4468813" y="3241675"/>
          <p14:tracePt t="56200" x="4494213" y="3241675"/>
          <p14:tracePt t="56288" x="4506913" y="3241675"/>
          <p14:tracePt t="56328" x="4518025" y="3241675"/>
          <p14:tracePt t="56335" x="4530725" y="3241675"/>
          <p14:tracePt t="56344" x="4543425" y="3241675"/>
          <p14:tracePt t="56352" x="4568825" y="3241675"/>
          <p14:tracePt t="56368" x="4581525" y="3241675"/>
          <p14:tracePt t="56376" x="4594225" y="3254375"/>
          <p14:tracePt t="56384" x="4606925" y="3254375"/>
          <p14:tracePt t="56400" x="4619625" y="3254375"/>
          <p14:tracePt t="56440" x="4643438" y="3278188"/>
          <p14:tracePt t="57128" x="4656138" y="3278188"/>
          <p14:tracePt t="57144" x="4694238" y="3290888"/>
          <p14:tracePt t="57152" x="4706938" y="3290888"/>
          <p14:tracePt t="57160" x="4732338" y="3303588"/>
          <p14:tracePt t="57176" x="4756150" y="3316288"/>
          <p14:tracePt t="57184" x="4768850" y="3316288"/>
          <p14:tracePt t="57200" x="4781550" y="3316288"/>
          <p14:tracePt t="57215" x="4794250" y="3316288"/>
          <p14:tracePt t="57232" x="4806950" y="3316288"/>
          <p14:tracePt t="57248" x="4819650" y="3316288"/>
          <p14:tracePt t="57256" x="4832350" y="3316288"/>
          <p14:tracePt t="57264" x="4843463" y="3316288"/>
          <p14:tracePt t="57272" x="4856163" y="3316288"/>
          <p14:tracePt t="57280" x="4881563" y="3316288"/>
          <p14:tracePt t="57288" x="4906963" y="3316288"/>
          <p14:tracePt t="57295" x="4932363" y="3303588"/>
          <p14:tracePt t="57304" x="4945063" y="3278188"/>
          <p14:tracePt t="57311" x="4956175" y="3278188"/>
          <p14:tracePt t="57320" x="4968875" y="3254375"/>
          <p14:tracePt t="57336" x="4968875" y="3241675"/>
          <p14:tracePt t="57360" x="4968875" y="3228975"/>
          <p14:tracePt t="57552" x="4981575" y="3228975"/>
          <p14:tracePt t="57559" x="4994275" y="3241675"/>
          <p14:tracePt t="57887" x="5006975" y="3267075"/>
          <p14:tracePt t="58032" x="5006975" y="3278188"/>
          <p14:tracePt t="58047" x="5019675" y="3290888"/>
          <p14:tracePt t="58056" x="5032375" y="3303588"/>
          <p14:tracePt t="58072" x="5057775" y="3316288"/>
          <p14:tracePt t="58079" x="5068888" y="3316288"/>
          <p14:tracePt t="58088" x="5081588" y="3316288"/>
          <p14:tracePt t="58096" x="5094288" y="3316288"/>
          <p14:tracePt t="58104" x="5119688" y="3316288"/>
          <p14:tracePt t="58112" x="5157788" y="3316288"/>
          <p14:tracePt t="58120" x="5181600" y="3316288"/>
          <p14:tracePt t="58127" x="5270500" y="3316288"/>
          <p14:tracePt t="58136" x="5332413" y="3316288"/>
          <p14:tracePt t="58144" x="5370513" y="3316288"/>
          <p14:tracePt t="58152" x="5394325" y="3316288"/>
          <p14:tracePt t="58160" x="5419725" y="3316288"/>
          <p14:tracePt t="58168" x="5432425" y="3303588"/>
          <p14:tracePt t="58303" x="5457825" y="3303588"/>
          <p14:tracePt t="58312" x="5519738" y="3290888"/>
          <p14:tracePt t="58320" x="5595938" y="3267075"/>
          <p14:tracePt t="58328" x="5657850" y="3254375"/>
          <p14:tracePt t="58336" x="5719763" y="3241675"/>
          <p14:tracePt t="58344" x="5795963" y="3241675"/>
          <p14:tracePt t="58352" x="5870575" y="3228975"/>
          <p14:tracePt t="58360" x="5932488" y="3228975"/>
          <p14:tracePt t="58367" x="5995988" y="3203575"/>
          <p14:tracePt t="58375" x="6045200" y="3203575"/>
          <p14:tracePt t="58384" x="6096000" y="3203575"/>
          <p14:tracePt t="58392" x="6121400" y="3203575"/>
          <p14:tracePt t="58400" x="6134100" y="3203575"/>
          <p14:tracePt t="58488" x="6146800" y="3203575"/>
          <p14:tracePt t="58496" x="6157913" y="3203575"/>
          <p14:tracePt t="58504" x="6170613" y="3203575"/>
          <p14:tracePt t="59128" x="6183313" y="3203575"/>
          <p14:tracePt t="59136" x="6196013" y="3203575"/>
          <p14:tracePt t="59144" x="6221413" y="3203575"/>
          <p14:tracePt t="59152" x="6221413" y="3216275"/>
          <p14:tracePt t="59160" x="6259513" y="3216275"/>
          <p14:tracePt t="59167" x="6308725" y="3216275"/>
          <p14:tracePt t="59176" x="6334125" y="3216275"/>
          <p14:tracePt t="59183" x="6383338" y="3216275"/>
          <p14:tracePt t="59191" x="6434138" y="3216275"/>
          <p14:tracePt t="59199" x="6508750" y="3216275"/>
          <p14:tracePt t="59208" x="6559550" y="3216275"/>
          <p14:tracePt t="59215" x="6596063" y="3216275"/>
          <p14:tracePt t="59224" x="6621463" y="3216275"/>
          <p14:tracePt t="59231" x="6634163" y="3216275"/>
          <p14:tracePt t="59240" x="6646863" y="3216275"/>
          <p14:tracePt t="59288" x="6672263" y="3216275"/>
          <p14:tracePt t="59295" x="6684963" y="3203575"/>
          <p14:tracePt t="59303" x="6696075" y="3203575"/>
          <p14:tracePt t="59312" x="6721475" y="3190875"/>
          <p14:tracePt t="59320" x="6759575" y="3190875"/>
          <p14:tracePt t="59328" x="6784975" y="3178175"/>
          <p14:tracePt t="59343" x="6797675" y="3178175"/>
          <p14:tracePt t="59351" x="6821488" y="3165475"/>
          <p14:tracePt t="59392" x="6834188" y="3154363"/>
          <p14:tracePt t="59463" x="6846888" y="3154363"/>
          <p14:tracePt t="59479" x="6884988" y="3154363"/>
          <p14:tracePt t="59488" x="6910388" y="3154363"/>
          <p14:tracePt t="59495" x="6946900" y="3154363"/>
          <p14:tracePt t="59503" x="6997700" y="3154363"/>
          <p14:tracePt t="59512" x="7034213" y="3154363"/>
          <p14:tracePt t="59520" x="7046913" y="3154363"/>
          <p14:tracePt t="59527" x="7085013" y="3154363"/>
          <p14:tracePt t="59535" x="7134225" y="3154363"/>
          <p14:tracePt t="59544" x="7159625" y="3165475"/>
          <p14:tracePt t="59551" x="7172325" y="3165475"/>
          <p14:tracePt t="59560" x="7210425" y="3165475"/>
          <p14:tracePt t="59567" x="7235825" y="3178175"/>
          <p14:tracePt t="59576" x="7272338" y="3178175"/>
          <p14:tracePt t="59584" x="7297738" y="3178175"/>
          <p14:tracePt t="59592" x="7335838" y="3178175"/>
          <p14:tracePt t="59599" x="7372350" y="3178175"/>
          <p14:tracePt t="59608" x="7397750" y="3178175"/>
          <p14:tracePt t="59615" x="7423150" y="3203575"/>
          <p14:tracePt t="59624" x="7459663" y="3203575"/>
          <p14:tracePt t="59632" x="7472363" y="3203575"/>
          <p14:tracePt t="59640" x="7485063" y="3203575"/>
          <p14:tracePt t="60168" x="7497763" y="3203575"/>
          <p14:tracePt t="60176" x="7548563" y="3216275"/>
          <p14:tracePt t="60184" x="7572375" y="3228975"/>
          <p14:tracePt t="60192" x="7585075" y="3228975"/>
          <p14:tracePt t="60200" x="7610475" y="3228975"/>
          <p14:tracePt t="60208" x="7623175" y="3228975"/>
          <p14:tracePt t="60215" x="7635875" y="3228975"/>
          <p14:tracePt t="60224" x="7648575" y="3241675"/>
          <p14:tracePt t="60231" x="7661275" y="3241675"/>
          <p14:tracePt t="60272" x="7673975" y="3241675"/>
          <p14:tracePt t="60280" x="7710488" y="3241675"/>
          <p14:tracePt t="60287" x="7748588" y="3241675"/>
          <p14:tracePt t="60296" x="7761288" y="3241675"/>
          <p14:tracePt t="60303" x="7797800" y="3241675"/>
          <p14:tracePt t="60312" x="7835900" y="3241675"/>
          <p14:tracePt t="60319" x="7848600" y="3241675"/>
          <p14:tracePt t="60328" x="7874000" y="3241675"/>
          <p14:tracePt t="60335" x="7886700" y="3241675"/>
          <p14:tracePt t="60344" x="7897813" y="3241675"/>
          <p14:tracePt t="60352" x="7910513" y="3241675"/>
          <p14:tracePt t="60360" x="7923213" y="3241675"/>
          <p14:tracePt t="60367" x="7935913" y="3241675"/>
          <p14:tracePt t="60376" x="7948613" y="3241675"/>
          <p14:tracePt t="60383" x="7961313" y="3241675"/>
          <p14:tracePt t="60392" x="7974013" y="3241675"/>
          <p14:tracePt t="60400" x="7999413" y="3241675"/>
          <p14:tracePt t="60407" x="8010525" y="3241675"/>
          <p14:tracePt t="60415" x="8035925" y="3241675"/>
          <p14:tracePt t="60424" x="8048625" y="3241675"/>
          <p14:tracePt t="60432" x="8074025" y="3241675"/>
          <p14:tracePt t="60448" x="8099425" y="3241675"/>
          <p14:tracePt t="60457" x="8110538" y="3241675"/>
          <p14:tracePt t="60472" x="8123238" y="3241675"/>
          <p14:tracePt t="60488" x="8135938" y="3241675"/>
          <p14:tracePt t="60544" x="8148638" y="3241675"/>
          <p14:tracePt t="60552" x="8199438" y="3241675"/>
          <p14:tracePt t="60560" x="8223250" y="3241675"/>
          <p14:tracePt t="60568" x="8248650" y="3241675"/>
          <p14:tracePt t="60575" x="8274050" y="3241675"/>
          <p14:tracePt t="60584" x="8286750" y="3241675"/>
          <p14:tracePt t="60592" x="8299450" y="3241675"/>
          <p14:tracePt t="60680" x="8324850" y="3241675"/>
          <p14:tracePt t="60696" x="8335963" y="3241675"/>
          <p14:tracePt t="60704" x="8361363" y="3241675"/>
          <p14:tracePt t="60712" x="8374063" y="3241675"/>
          <p14:tracePt t="60719" x="8386763" y="3241675"/>
          <p14:tracePt t="60736" x="8399463" y="3241675"/>
          <p14:tracePt t="60752" x="8412163" y="3241675"/>
          <p14:tracePt t="60767" x="8435975" y="3241675"/>
          <p14:tracePt t="60776" x="8461375" y="3241675"/>
          <p14:tracePt t="60783" x="8499475" y="3241675"/>
          <p14:tracePt t="60792" x="8537575" y="3241675"/>
          <p14:tracePt t="60799" x="8586788" y="3241675"/>
          <p14:tracePt t="60807" x="8650288" y="3241675"/>
          <p14:tracePt t="60816" x="8686800" y="3241675"/>
          <p14:tracePt t="60825" x="8737600" y="3241675"/>
          <p14:tracePt t="60832" x="8750300" y="3241675"/>
          <p14:tracePt t="60840" x="8774113" y="3241675"/>
          <p14:tracePt t="60888" x="8786813" y="3241675"/>
          <p14:tracePt t="60896" x="8812213" y="3241675"/>
          <p14:tracePt t="60903" x="8837613" y="3241675"/>
          <p14:tracePt t="60912" x="8874125" y="3241675"/>
          <p14:tracePt t="60920" x="8912225" y="3241675"/>
          <p14:tracePt t="60928" x="8924925" y="3241675"/>
          <p14:tracePt t="60942" x="8937625" y="3241675"/>
          <p14:tracePt t="60943" x="8950325" y="3241675"/>
          <p14:tracePt t="61007" x="8986838" y="3228975"/>
          <p14:tracePt t="61015" x="8999538" y="3228975"/>
          <p14:tracePt t="61024" x="9050338" y="3228975"/>
          <p14:tracePt t="61031" x="9099550" y="3228975"/>
          <p14:tracePt t="61039" x="9137650" y="3228975"/>
          <p14:tracePt t="61048" x="9175750" y="3228975"/>
          <p14:tracePt t="61055" x="9212263" y="3228975"/>
          <p14:tracePt t="61104" x="9224963" y="3228975"/>
          <p14:tracePt t="61119" x="9263063" y="3228975"/>
          <p14:tracePt t="61128" x="9288463" y="3228975"/>
          <p14:tracePt t="61136" x="9324975" y="3228975"/>
          <p14:tracePt t="61144" x="9375775" y="3228975"/>
          <p14:tracePt t="61151" x="9413875" y="3228975"/>
          <p14:tracePt t="61159" x="9450388" y="3228975"/>
          <p14:tracePt t="61175" x="9463088" y="3228975"/>
          <p14:tracePt t="61192" x="9488488" y="3228975"/>
          <p14:tracePt t="61209" x="9501188" y="3228975"/>
          <p14:tracePt t="61223" x="9525000" y="3228975"/>
          <p14:tracePt t="61232" x="9537700" y="3228975"/>
          <p14:tracePt t="61239" x="9575800" y="3228975"/>
          <p14:tracePt t="61248" x="9601200" y="3228975"/>
          <p14:tracePt t="61255" x="9637713" y="3228975"/>
          <p14:tracePt t="61264" x="9713913" y="3165475"/>
          <p14:tracePt t="61271" x="9726613" y="3141663"/>
          <p14:tracePt t="61280" x="9739313" y="3116263"/>
          <p14:tracePt t="61287" x="9750425" y="3103563"/>
          <p14:tracePt t="61296" x="9750425" y="3054350"/>
          <p14:tracePt t="61304" x="9750425" y="3016250"/>
          <p14:tracePt t="61312" x="9750425" y="2990850"/>
          <p14:tracePt t="61319" x="9750425" y="2952750"/>
          <p14:tracePt t="61328" x="9750425" y="2928938"/>
          <p14:tracePt t="61335" x="9750425" y="2916238"/>
          <p14:tracePt t="61344" x="9750425" y="2878138"/>
          <p14:tracePt t="61352" x="9726613" y="2852738"/>
          <p14:tracePt t="61360" x="9688513" y="2816225"/>
          <p14:tracePt t="61368" x="9663113" y="2803525"/>
          <p14:tracePt t="61376" x="9626600" y="2790825"/>
          <p14:tracePt t="61384" x="9575800" y="2778125"/>
          <p14:tracePt t="61392" x="9525000" y="2778125"/>
          <p14:tracePt t="61400" x="9450388" y="2778125"/>
          <p14:tracePt t="61408" x="9350375" y="2778125"/>
          <p14:tracePt t="61416" x="9288463" y="2778125"/>
          <p14:tracePt t="61423" x="9188450" y="2778125"/>
          <p14:tracePt t="61432" x="9088438" y="2778125"/>
          <p14:tracePt t="61439" x="8999538" y="2778125"/>
          <p14:tracePt t="61448" x="8899525" y="2778125"/>
          <p14:tracePt t="61455" x="8799513" y="2778125"/>
          <p14:tracePt t="61464" x="8737600" y="2778125"/>
          <p14:tracePt t="61471" x="8674100" y="2778125"/>
          <p14:tracePt t="61480" x="8624888" y="2790825"/>
          <p14:tracePt t="61487" x="8586788" y="2816225"/>
          <p14:tracePt t="61496" x="8574088" y="2828925"/>
          <p14:tracePt t="61503" x="8561388" y="2852738"/>
          <p14:tracePt t="61511" x="8561388" y="2890838"/>
          <p14:tracePt t="61520" x="8561388" y="2928938"/>
          <p14:tracePt t="61527" x="8561388" y="2978150"/>
          <p14:tracePt t="61535" x="8586788" y="3016250"/>
          <p14:tracePt t="61544" x="8637588" y="3090863"/>
          <p14:tracePt t="61551" x="8661400" y="3116263"/>
          <p14:tracePt t="61560" x="8712200" y="3165475"/>
          <p14:tracePt t="61568" x="8724900" y="3190875"/>
          <p14:tracePt t="61576" x="8737600" y="3216275"/>
          <p14:tracePt t="61584" x="8763000" y="3241675"/>
          <p14:tracePt t="61592" x="8812213" y="3267075"/>
          <p14:tracePt t="61600" x="8837613" y="3290888"/>
          <p14:tracePt t="61607" x="8899525" y="3328988"/>
          <p14:tracePt t="61615" x="8975725" y="3341688"/>
          <p14:tracePt t="61623" x="9112250" y="3367088"/>
          <p14:tracePt t="61631" x="9250363" y="3390900"/>
          <p14:tracePt t="61640" x="9375775" y="3390900"/>
          <p14:tracePt t="61648" x="9488488" y="3390900"/>
          <p14:tracePt t="61655" x="9588500" y="3390900"/>
          <p14:tracePt t="61664" x="9650413" y="3390900"/>
          <p14:tracePt t="61671" x="9688513" y="3390900"/>
          <p14:tracePt t="61680" x="9701213" y="3378200"/>
          <p14:tracePt t="61688" x="9713913" y="3367088"/>
          <p14:tracePt t="61696" x="9713913" y="3354388"/>
          <p14:tracePt t="61703" x="9726613" y="3341688"/>
          <p14:tracePt t="61712" x="9750425" y="3328988"/>
          <p14:tracePt t="61720" x="9750425" y="3303588"/>
          <p14:tracePt t="61728" x="9763125" y="3290888"/>
          <p14:tracePt t="61743" x="9775825" y="3278188"/>
          <p14:tracePt t="62095" x="9763125" y="3278188"/>
          <p14:tracePt t="62103" x="9750425" y="3278188"/>
          <p14:tracePt t="62120" x="9726613" y="3278188"/>
          <p14:tracePt t="62127" x="9726613" y="3290888"/>
          <p14:tracePt t="62144" x="9713913" y="3290888"/>
          <p14:tracePt t="62200" x="9701213" y="3290888"/>
          <p14:tracePt t="62239" x="9688513" y="3303588"/>
          <p14:tracePt t="62327" x="9675813" y="3303588"/>
          <p14:tracePt t="62343" x="9650413" y="3303588"/>
          <p14:tracePt t="62351" x="9637713" y="3290888"/>
          <p14:tracePt t="62359" x="9626600" y="3290888"/>
          <p14:tracePt t="62375" x="9613900" y="3290888"/>
          <p14:tracePt t="62383" x="9601200" y="3278188"/>
          <p14:tracePt t="62440" x="9575800" y="3278188"/>
          <p14:tracePt t="63168" x="9575800" y="3267075"/>
          <p14:tracePt t="63175" x="9588500" y="3267075"/>
          <p14:tracePt t="63184" x="9601200" y="3267075"/>
          <p14:tracePt t="63192" x="9637713" y="3267075"/>
          <p14:tracePt t="63200" x="9663113" y="3267075"/>
          <p14:tracePt t="63207" x="9701213" y="3267075"/>
          <p14:tracePt t="63216" x="9750425" y="3267075"/>
          <p14:tracePt t="63223" x="9852025" y="3267075"/>
          <p14:tracePt t="63231" x="9952038" y="3278188"/>
          <p14:tracePt t="63239" x="10039350" y="3278188"/>
          <p14:tracePt t="63248" x="10101263" y="3278188"/>
          <p14:tracePt t="63255" x="10152063" y="3278188"/>
          <p14:tracePt t="63265" x="10188575" y="3278188"/>
          <p14:tracePt t="63271" x="10213975" y="3278188"/>
          <p14:tracePt t="63279" x="10239375" y="3278188"/>
          <p14:tracePt t="63511" x="10264775" y="3278188"/>
          <p14:tracePt t="63520" x="10339388" y="3278188"/>
          <p14:tracePt t="63527" x="10364788" y="3278188"/>
          <p14:tracePt t="63536" x="10414000" y="3278188"/>
          <p14:tracePt t="63543" x="10452100" y="3278188"/>
          <p14:tracePt t="63552" x="10490200" y="3278188"/>
          <p14:tracePt t="63559" x="10526713" y="3278188"/>
          <p14:tracePt t="63567" x="10539413" y="3278188"/>
          <p14:tracePt t="63575" x="10552113" y="3278188"/>
          <p14:tracePt t="63583" x="10564813" y="3278188"/>
          <p14:tracePt t="63591" x="10577513" y="3278188"/>
          <p14:tracePt t="63775" x="10602913" y="3278188"/>
          <p14:tracePt t="63784" x="10614025" y="3278188"/>
          <p14:tracePt t="63800" x="10639425" y="3278188"/>
          <p14:tracePt t="63895" x="10652125" y="3278188"/>
          <p14:tracePt t="63911" x="10677525" y="3278188"/>
          <p14:tracePt t="63920" x="10702925" y="3278188"/>
          <p14:tracePt t="63928" x="10726738" y="3278188"/>
          <p14:tracePt t="63936" x="10764838" y="3278188"/>
          <p14:tracePt t="63943" x="10802938" y="3278188"/>
          <p14:tracePt t="63952" x="10852150" y="3278188"/>
          <p14:tracePt t="63959" x="10902950" y="3278188"/>
          <p14:tracePt t="63968" x="10952163" y="3278188"/>
          <p14:tracePt t="63975" x="11002963" y="3278188"/>
          <p14:tracePt t="63984" x="11052175" y="3278188"/>
          <p14:tracePt t="63991" x="11090275" y="3278188"/>
          <p14:tracePt t="64000" x="11128375" y="3278188"/>
          <p14:tracePt t="64007" x="11141075" y="3278188"/>
          <p14:tracePt t="64016" x="11164888" y="3278188"/>
          <p14:tracePt t="64023" x="11190288" y="3278188"/>
          <p14:tracePt t="64031" x="11215688" y="3278188"/>
          <p14:tracePt t="64047" x="11228388" y="3278188"/>
          <p14:tracePt t="64055" x="11241088" y="3278188"/>
          <p14:tracePt t="64063" x="11253788" y="3278188"/>
          <p14:tracePt t="64079" x="11266488" y="3278188"/>
          <p14:tracePt t="64088" x="11277600" y="3278188"/>
          <p14:tracePt t="64104" x="11290300" y="3278188"/>
          <p14:tracePt t="64151" x="11303000" y="3278188"/>
          <p14:tracePt t="64159" x="11328400" y="3278188"/>
          <p14:tracePt t="64168" x="11341100" y="3278188"/>
          <p14:tracePt t="64175" x="11353800" y="3278188"/>
          <p14:tracePt t="64183" x="11366500" y="3278188"/>
          <p14:tracePt t="64191" x="11377613" y="3278188"/>
          <p14:tracePt t="64200" x="11390313" y="3278188"/>
          <p14:tracePt t="64207" x="11403013" y="3278188"/>
          <p14:tracePt t="64216" x="11415713" y="3278188"/>
          <p14:tracePt t="64264" x="11428413" y="3278188"/>
          <p14:tracePt t="64272" x="11453813" y="3278188"/>
          <p14:tracePt t="64288" x="11466513" y="3278188"/>
          <p14:tracePt t="64295" x="11490325" y="3278188"/>
          <p14:tracePt t="64336" x="11503025" y="3278188"/>
          <p14:tracePt t="64383" x="11515725" y="3267075"/>
          <p14:tracePt t="64391" x="11528425" y="3267075"/>
          <p14:tracePt t="64431" x="11541125" y="3241675"/>
          <p14:tracePt t="64464" x="11553825" y="3241675"/>
          <p14:tracePt t="64479" x="11566525" y="3241675"/>
          <p14:tracePt t="65296" x="11528425" y="3241675"/>
          <p14:tracePt t="65303" x="11377613" y="3241675"/>
          <p14:tracePt t="65312" x="11241088" y="3254375"/>
          <p14:tracePt t="65319" x="11077575" y="3267075"/>
          <p14:tracePt t="65328" x="10890250" y="3316288"/>
          <p14:tracePt t="65335" x="10639425" y="3328988"/>
          <p14:tracePt t="65343" x="10026650" y="3354388"/>
          <p14:tracePt t="65351" x="9375775" y="3354388"/>
          <p14:tracePt t="65359" x="8661400" y="3354388"/>
          <p14:tracePt t="65367" x="7961313" y="3354388"/>
          <p14:tracePt t="65375" x="7348538" y="3354388"/>
          <p14:tracePt t="65383" x="6772275" y="3354388"/>
          <p14:tracePt t="65392" x="6196013" y="3354388"/>
          <p14:tracePt t="65399" x="5583238" y="3354388"/>
          <p14:tracePt t="65408" x="5106988" y="3354388"/>
          <p14:tracePt t="65415" x="4594225" y="3354388"/>
          <p14:tracePt t="65423" x="4256088" y="3354388"/>
          <p14:tracePt t="65431" x="4043363" y="3367088"/>
          <p14:tracePt t="65440" x="3867150" y="3390900"/>
          <p14:tracePt t="65447" x="3743325" y="3403600"/>
          <p14:tracePt t="65455" x="3654425" y="3416300"/>
          <p14:tracePt t="65463" x="3592513" y="3429000"/>
          <p14:tracePt t="65471" x="3541713" y="3429000"/>
          <p14:tracePt t="65479" x="3517900" y="3454400"/>
          <p14:tracePt t="65488" x="3467100" y="3454400"/>
          <p14:tracePt t="65495" x="3417888" y="3454400"/>
          <p14:tracePt t="65504" x="3367088" y="3454400"/>
          <p14:tracePt t="65512" x="3279775" y="3454400"/>
          <p14:tracePt t="65520" x="3179763" y="3454400"/>
          <p14:tracePt t="65527" x="3067050" y="3454400"/>
          <p14:tracePt t="65535" x="2928938" y="3454400"/>
          <p14:tracePt t="65544" x="2816225" y="3454400"/>
          <p14:tracePt t="65551" x="2728913" y="3454400"/>
          <p14:tracePt t="65560" x="2678113" y="3454400"/>
          <p14:tracePt t="65567" x="2628900" y="3454400"/>
          <p14:tracePt t="65576" x="2578100" y="3454400"/>
          <p14:tracePt t="65583" x="2554288" y="3454400"/>
          <p14:tracePt t="65592" x="2528888" y="3467100"/>
          <p14:tracePt t="65599" x="2503488" y="3467100"/>
          <p14:tracePt t="65608" x="2490788" y="3467100"/>
          <p14:tracePt t="65615" x="2478088" y="3467100"/>
          <p14:tracePt t="65623" x="2465388" y="3467100"/>
          <p14:tracePt t="65631" x="2452688" y="3467100"/>
          <p14:tracePt t="65639" x="2428875" y="3479800"/>
          <p14:tracePt t="65775" x="2441575" y="3479800"/>
          <p14:tracePt t="65783" x="2452688" y="3479800"/>
          <p14:tracePt t="65792" x="2465388" y="3479800"/>
          <p14:tracePt t="65799" x="2478088" y="3479800"/>
          <p14:tracePt t="65807" x="2490788" y="3479800"/>
          <p14:tracePt t="65815" x="2503488" y="3503613"/>
          <p14:tracePt t="65823" x="2528888" y="3503613"/>
          <p14:tracePt t="65831" x="2554288" y="3516313"/>
          <p14:tracePt t="65839" x="2578100" y="3541713"/>
          <p14:tracePt t="65847" x="2616200" y="3541713"/>
          <p14:tracePt t="65855" x="2641600" y="3541713"/>
          <p14:tracePt t="65863" x="2690813" y="3554413"/>
          <p14:tracePt t="65872" x="2754313" y="3567113"/>
          <p14:tracePt t="65879" x="2841625" y="3603625"/>
          <p14:tracePt t="65888" x="2903538" y="3603625"/>
          <p14:tracePt t="65895" x="2979738" y="3616325"/>
          <p14:tracePt t="65903" x="3054350" y="3629025"/>
          <p14:tracePt t="65911" x="3128963" y="3629025"/>
          <p14:tracePt t="65919" x="3216275" y="3629025"/>
          <p14:tracePt t="65927" x="3317875" y="3629025"/>
          <p14:tracePt t="65939" x="3417888" y="3629025"/>
          <p14:tracePt t="65943" x="3554413" y="3629025"/>
          <p14:tracePt t="65951" x="3654425" y="3629025"/>
          <p14:tracePt t="65960" x="3767138" y="3629025"/>
          <p14:tracePt t="65967" x="3856038" y="3629025"/>
          <p14:tracePt t="65976" x="3917950" y="3629025"/>
          <p14:tracePt t="65983" x="4005263" y="3629025"/>
          <p14:tracePt t="65991" x="4043363" y="3616325"/>
          <p14:tracePt t="65999" x="4068763" y="3603625"/>
          <p14:tracePt t="66007" x="4081463" y="3579813"/>
          <p14:tracePt t="66015" x="4092575" y="3579813"/>
          <p14:tracePt t="66023" x="4105275" y="3554413"/>
          <p14:tracePt t="66127" x="4081463" y="3567113"/>
          <p14:tracePt t="66135" x="4068763" y="3616325"/>
          <p14:tracePt t="66144" x="4068763" y="3654425"/>
          <p14:tracePt t="66151" x="4068763" y="3692525"/>
          <p14:tracePt t="66160" x="4068763" y="3703638"/>
          <p14:tracePt t="66167" x="4092575" y="3767138"/>
          <p14:tracePt t="66176" x="4143375" y="3779838"/>
          <p14:tracePt t="66183" x="4281488" y="3803650"/>
          <p14:tracePt t="66191" x="4343400" y="3816350"/>
          <p14:tracePt t="66199" x="4494213" y="3816350"/>
          <p14:tracePt t="66207" x="4643438" y="3816350"/>
          <p14:tracePt t="66215" x="4794250" y="3816350"/>
          <p14:tracePt t="66223" x="4932363" y="3803650"/>
          <p14:tracePt t="66231" x="5068888" y="3729038"/>
          <p14:tracePt t="66239" x="5145088" y="3679825"/>
          <p14:tracePt t="66247" x="5207000" y="3616325"/>
          <p14:tracePt t="66256" x="5207000" y="3567113"/>
          <p14:tracePt t="66264" x="5207000" y="3529013"/>
          <p14:tracePt t="66272" x="5207000" y="3516313"/>
          <p14:tracePt t="66280" x="5181600" y="3467100"/>
          <p14:tracePt t="66287" x="5119688" y="3429000"/>
          <p14:tracePt t="66295" x="5019675" y="3403600"/>
          <p14:tracePt t="66303" x="4956175" y="3378200"/>
          <p14:tracePt t="66311" x="4881563" y="3354388"/>
          <p14:tracePt t="66319" x="4806950" y="3341688"/>
          <p14:tracePt t="66328" x="4743450" y="3328988"/>
          <p14:tracePt t="66335" x="4681538" y="3316288"/>
          <p14:tracePt t="66344" x="4643438" y="3316288"/>
          <p14:tracePt t="66351" x="4568825" y="3316288"/>
          <p14:tracePt t="66360" x="4518025" y="3290888"/>
          <p14:tracePt t="66368" x="4418013" y="3290888"/>
          <p14:tracePt t="66376" x="4294188" y="3290888"/>
          <p14:tracePt t="66383" x="4168775" y="3290888"/>
          <p14:tracePt t="66392" x="4017963" y="3290888"/>
          <p14:tracePt t="66399" x="3856038" y="3290888"/>
          <p14:tracePt t="66408" x="3705225" y="3290888"/>
          <p14:tracePt t="66415" x="3567113" y="3278188"/>
          <p14:tracePt t="66423" x="3429000" y="3278188"/>
          <p14:tracePt t="66431" x="3328988" y="3278188"/>
          <p14:tracePt t="66440" x="3228975" y="3278188"/>
          <p14:tracePt t="66447" x="3128963" y="3278188"/>
          <p14:tracePt t="66457" x="3067050" y="3278188"/>
          <p14:tracePt t="66464" x="3016250" y="3278188"/>
          <p14:tracePt t="66471" x="2979738" y="3278188"/>
          <p14:tracePt t="66480" x="2954338" y="3278188"/>
          <p14:tracePt t="66487" x="2916238" y="3278188"/>
          <p14:tracePt t="66495" x="2879725" y="3278188"/>
          <p14:tracePt t="66503" x="2841625" y="3278188"/>
          <p14:tracePt t="66512" x="2816225" y="3290888"/>
          <p14:tracePt t="66519" x="2767013" y="3303588"/>
          <p14:tracePt t="66528" x="2728913" y="3303588"/>
          <p14:tracePt t="66535" x="2690813" y="3341688"/>
          <p14:tracePt t="66544" x="2667000" y="3354388"/>
          <p14:tracePt t="66551" x="2628900" y="3367088"/>
          <p14:tracePt t="66559" x="2616200" y="3390900"/>
          <p14:tracePt t="66567" x="2603500" y="3390900"/>
          <p14:tracePt t="66575" x="2590800" y="3403600"/>
          <p14:tracePt t="66583" x="2578100" y="3416300"/>
          <p14:tracePt t="66599" x="2578100" y="3429000"/>
          <p14:tracePt t="66608" x="2578100" y="3454400"/>
          <p14:tracePt t="66615" x="2565400" y="3467100"/>
          <p14:tracePt t="66624" x="2565400" y="3479800"/>
          <p14:tracePt t="66631" x="2565400" y="3503613"/>
          <p14:tracePt t="66640" x="2565400" y="3516313"/>
          <p14:tracePt t="66647" x="2565400" y="3529013"/>
          <p14:tracePt t="66655" x="2578100" y="3554413"/>
          <p14:tracePt t="66663" x="2590800" y="3554413"/>
          <p14:tracePt t="66671" x="2641600" y="3590925"/>
          <p14:tracePt t="66679" x="2667000" y="3590925"/>
          <p14:tracePt t="66687" x="2690813" y="3603625"/>
          <p14:tracePt t="66696" x="2741613" y="3616325"/>
          <p14:tracePt t="66703" x="2828925" y="3616325"/>
          <p14:tracePt t="66712" x="2928938" y="3641725"/>
          <p14:tracePt t="66719" x="3067050" y="3654425"/>
          <p14:tracePt t="66728" x="3192463" y="3654425"/>
          <p14:tracePt t="66735" x="3379788" y="3667125"/>
          <p14:tracePt t="66744" x="3579813" y="3667125"/>
          <p14:tracePt t="66751" x="3792538" y="3667125"/>
          <p14:tracePt t="66760" x="3992563" y="3667125"/>
          <p14:tracePt t="66767" x="4156075" y="3667125"/>
          <p14:tracePt t="66775" x="4305300" y="3667125"/>
          <p14:tracePt t="66783" x="4443413" y="3667125"/>
          <p14:tracePt t="66792" x="4530725" y="3667125"/>
          <p14:tracePt t="66799" x="4630738" y="3667125"/>
          <p14:tracePt t="66808" x="4706938" y="3641725"/>
          <p14:tracePt t="66815" x="4756150" y="3629025"/>
          <p14:tracePt t="66824" x="4819650" y="3603625"/>
          <p14:tracePt t="66832" x="4843463" y="3579813"/>
          <p14:tracePt t="66840" x="4868863" y="3554413"/>
          <p14:tracePt t="66847" x="4894263" y="3541713"/>
          <p14:tracePt t="66855" x="4906963" y="3529013"/>
          <p14:tracePt t="66863" x="4919663" y="3503613"/>
          <p14:tracePt t="66951" x="4894263" y="3503613"/>
          <p14:tracePt t="66968" x="4894263" y="3516313"/>
          <p14:tracePt t="66975" x="4894263" y="3529013"/>
          <p14:tracePt t="67000" x="4894263" y="3541713"/>
          <p14:tracePt t="67599" x="4894263" y="3567113"/>
          <p14:tracePt t="67607" x="4906963" y="3603625"/>
          <p14:tracePt t="67623" x="4906963" y="3616325"/>
          <p14:tracePt t="67631" x="4932363" y="3629025"/>
          <p14:tracePt t="67639" x="4945063" y="3641725"/>
          <p14:tracePt t="67648" x="4956175" y="3641725"/>
          <p14:tracePt t="67655" x="4956175" y="3654425"/>
          <p14:tracePt t="67664" x="4968875" y="3654425"/>
          <p14:tracePt t="67671" x="4994275" y="3667125"/>
          <p14:tracePt t="67687" x="5019675" y="3667125"/>
          <p14:tracePt t="67695" x="5032375" y="3667125"/>
          <p14:tracePt t="67703" x="5057775" y="3667125"/>
          <p14:tracePt t="67711" x="5068888" y="3667125"/>
          <p14:tracePt t="67719" x="5094288" y="3667125"/>
          <p14:tracePt t="67727" x="5106988" y="3667125"/>
          <p14:tracePt t="67735" x="5145088" y="3667125"/>
          <p14:tracePt t="67743" x="5207000" y="3654425"/>
          <p14:tracePt t="67751" x="5219700" y="3629025"/>
          <p14:tracePt t="67760" x="5257800" y="3616325"/>
          <p14:tracePt t="67768" x="5281613" y="3590925"/>
          <p14:tracePt t="67775" x="5294313" y="3579813"/>
          <p14:tracePt t="67783" x="5307013" y="3567113"/>
          <p14:tracePt t="67799" x="5307013" y="3554413"/>
          <p14:tracePt t="67911" x="5332413" y="3541713"/>
          <p14:tracePt t="67919" x="5383213" y="3541713"/>
          <p14:tracePt t="67927" x="5407025" y="3541713"/>
          <p14:tracePt t="67944" x="5495925" y="3541713"/>
          <p14:tracePt t="67951" x="5519738" y="3541713"/>
          <p14:tracePt t="67960" x="5532438" y="3541713"/>
          <p14:tracePt t="67967" x="5557838" y="3541713"/>
          <p14:tracePt t="67975" x="5570538" y="3541713"/>
          <p14:tracePt t="68024" x="5595938" y="3541713"/>
          <p14:tracePt t="68256" x="5607050" y="3529013"/>
          <p14:tracePt t="68264" x="5619750" y="3529013"/>
          <p14:tracePt t="68271" x="5645150" y="3529013"/>
          <p14:tracePt t="68279" x="5683250" y="3529013"/>
          <p14:tracePt t="68287" x="5719763" y="3529013"/>
          <p14:tracePt t="68296" x="5745163" y="3529013"/>
          <p14:tracePt t="68303" x="5783263" y="3529013"/>
          <p14:tracePt t="68319" x="5795963" y="3529013"/>
          <p14:tracePt t="68391" x="5821363" y="3529013"/>
          <p14:tracePt t="68512" x="5832475" y="3529013"/>
          <p14:tracePt t="68527" x="5857875" y="3529013"/>
          <p14:tracePt t="68535" x="5870575" y="3529013"/>
          <p14:tracePt t="68543" x="5908675" y="3529013"/>
          <p14:tracePt t="68551" x="5921375" y="3529013"/>
          <p14:tracePt t="68559" x="5945188" y="3529013"/>
          <p14:tracePt t="68567" x="5983288" y="3529013"/>
          <p14:tracePt t="68575" x="5995988" y="3529013"/>
          <p14:tracePt t="68584" x="6021388" y="3529013"/>
          <p14:tracePt t="68591" x="6057900" y="3529013"/>
          <p14:tracePt t="68600" x="6096000" y="3529013"/>
          <p14:tracePt t="68607" x="6146800" y="3529013"/>
          <p14:tracePt t="68615" x="6196013" y="3529013"/>
          <p14:tracePt t="68623" x="6259513" y="3529013"/>
          <p14:tracePt t="68631" x="6359525" y="3516313"/>
          <p14:tracePt t="68639" x="6421438" y="3503613"/>
          <p14:tracePt t="68647" x="6472238" y="3503613"/>
          <p14:tracePt t="68655" x="6521450" y="3503613"/>
          <p14:tracePt t="68664" x="6572250" y="3503613"/>
          <p14:tracePt t="68671" x="6608763" y="3503613"/>
          <p14:tracePt t="68679" x="6646863" y="3503613"/>
          <p14:tracePt t="68687" x="6672263" y="3503613"/>
          <p14:tracePt t="68696" x="6708775" y="3503613"/>
          <p14:tracePt t="68703" x="6734175" y="3490913"/>
          <p14:tracePt t="68711" x="6746875" y="3490913"/>
          <p14:tracePt t="68768" x="6759575" y="3490913"/>
          <p14:tracePt t="68775" x="6772275" y="3479800"/>
          <p14:tracePt t="68784" x="6784975" y="3479800"/>
          <p14:tracePt t="68791" x="6797675" y="3479800"/>
          <p14:tracePt t="68800" x="6821488" y="3479800"/>
          <p14:tracePt t="68807" x="6846888" y="3479800"/>
          <p14:tracePt t="68815" x="6884988" y="3479800"/>
          <p14:tracePt t="68823" x="6921500" y="3479800"/>
          <p14:tracePt t="68831" x="6959600" y="3479800"/>
          <p14:tracePt t="68839" x="7021513" y="3479800"/>
          <p14:tracePt t="68847" x="7059613" y="3479800"/>
          <p14:tracePt t="68855" x="7110413" y="3479800"/>
          <p14:tracePt t="68863" x="7185025" y="3479800"/>
          <p14:tracePt t="68871" x="7235825" y="3479800"/>
          <p14:tracePt t="68880" x="7297738" y="3479800"/>
          <p14:tracePt t="68887" x="7372350" y="3479800"/>
          <p14:tracePt t="68897" x="7435850" y="3479800"/>
          <p14:tracePt t="68903" x="7523163" y="3479800"/>
          <p14:tracePt t="68911" x="7572375" y="3479800"/>
          <p14:tracePt t="68919" x="7610475" y="3479800"/>
          <p14:tracePt t="68927" x="7623175" y="3479800"/>
          <p14:tracePt t="68935" x="7648575" y="3479800"/>
          <p14:tracePt t="68948" x="7661275" y="3479800"/>
          <p14:tracePt t="69079" x="7673975" y="3479800"/>
          <p14:tracePt t="69087" x="7697788" y="3479800"/>
          <p14:tracePt t="69095" x="7723188" y="3479800"/>
          <p14:tracePt t="69103" x="7735888" y="3479800"/>
          <p14:tracePt t="69111" x="7748588" y="3479800"/>
          <p14:tracePt t="69192" x="7761288" y="3479800"/>
          <p14:tracePt t="69199" x="7773988" y="3479800"/>
          <p14:tracePt t="69511" x="7797800" y="3479800"/>
          <p14:tracePt t="69703" x="7823200" y="3479800"/>
          <p14:tracePt t="69743" x="7848600" y="3479800"/>
          <p14:tracePt t="69751" x="7861300" y="3479800"/>
          <p14:tracePt t="69760" x="7874000" y="3479800"/>
          <p14:tracePt t="69767" x="7886700" y="3479800"/>
          <p14:tracePt t="69775" x="7910513" y="3479800"/>
          <p14:tracePt t="69791" x="7923213" y="3479800"/>
          <p14:tracePt t="69800" x="7935913" y="3479800"/>
          <p14:tracePt t="69807" x="7948613" y="3479800"/>
          <p14:tracePt t="69935" x="7974013" y="3479800"/>
          <p14:tracePt t="69943" x="7986713" y="3479800"/>
          <p14:tracePt t="70151" x="8010525" y="3490913"/>
          <p14:tracePt t="70159" x="8023225" y="3490913"/>
          <p14:tracePt t="70176" x="8048625" y="3503613"/>
          <p14:tracePt t="70191" x="8061325" y="3516313"/>
          <p14:tracePt t="70200" x="8099425" y="3529013"/>
          <p14:tracePt t="70207" x="8110538" y="3529013"/>
          <p14:tracePt t="70215" x="8148638" y="3529013"/>
          <p14:tracePt t="70223" x="8186738" y="3529013"/>
          <p14:tracePt t="70231" x="8248650" y="3529013"/>
          <p14:tracePt t="70239" x="8324850" y="3554413"/>
          <p14:tracePt t="70247" x="8435975" y="3554413"/>
          <p14:tracePt t="70256" x="8524875" y="3554413"/>
          <p14:tracePt t="70263" x="8612188" y="3554413"/>
          <p14:tracePt t="70272" x="8686800" y="3554413"/>
          <p14:tracePt t="70279" x="8737600" y="3554413"/>
          <p14:tracePt t="70288" x="8774113" y="3554413"/>
          <p14:tracePt t="70295" x="8812213" y="3554413"/>
          <p14:tracePt t="70303" x="8837613" y="3554413"/>
          <p14:tracePt t="70311" x="8850313" y="3554413"/>
          <p14:tracePt t="70335" x="8863013" y="3554413"/>
          <p14:tracePt t="70391" x="8874125" y="3554413"/>
          <p14:tracePt t="70440" x="8886825" y="3554413"/>
          <p14:tracePt t="70447" x="8899525" y="3554413"/>
          <p14:tracePt t="70456" x="8924925" y="3554413"/>
          <p14:tracePt t="70463" x="8937625" y="3554413"/>
          <p14:tracePt t="70479" x="8950325" y="3554413"/>
          <p14:tracePt t="70487" x="8963025" y="3554413"/>
          <p14:tracePt t="70495" x="8986838" y="3554413"/>
          <p14:tracePt t="70503" x="9012238" y="3554413"/>
          <p14:tracePt t="70511" x="9037638" y="3554413"/>
          <p14:tracePt t="70519" x="9075738" y="3554413"/>
          <p14:tracePt t="70535" x="9099550" y="3554413"/>
          <p14:tracePt t="70543" x="9112250" y="3554413"/>
          <p14:tracePt t="70551" x="9137650" y="3554413"/>
          <p14:tracePt t="70559" x="9150350" y="3554413"/>
          <p14:tracePt t="70599" x="9163050" y="3541713"/>
          <p14:tracePt t="70623" x="9163050" y="3529013"/>
          <p14:tracePt t="71511" x="9150350" y="3541713"/>
          <p14:tracePt t="71575" x="9137650" y="3554413"/>
          <p14:tracePt t="71912" x="9137650" y="3567113"/>
          <p14:tracePt t="71927" x="9124950" y="3590925"/>
          <p14:tracePt t="71939" x="9112250" y="3603625"/>
          <p14:tracePt t="71943" x="9112250" y="3616325"/>
          <p14:tracePt t="71951" x="9099550" y="3641725"/>
          <p14:tracePt t="71960" x="9088438" y="3654425"/>
          <p14:tracePt t="71967" x="9063038" y="3679825"/>
          <p14:tracePt t="71976" x="9024938" y="3703638"/>
          <p14:tracePt t="71983" x="8986838" y="3729038"/>
          <p14:tracePt t="71991" x="8937625" y="3779838"/>
          <p14:tracePt t="71999" x="8863013" y="3816350"/>
          <p14:tracePt t="72007" x="8812213" y="3854450"/>
          <p14:tracePt t="72015" x="8737600" y="3879850"/>
          <p14:tracePt t="72024" x="8661400" y="3905250"/>
          <p14:tracePt t="72032" x="8612188" y="3916363"/>
          <p14:tracePt t="72039" x="8574088" y="3929063"/>
          <p14:tracePt t="72047" x="8486775" y="3941763"/>
          <p14:tracePt t="72056" x="8361363" y="3941763"/>
          <p14:tracePt t="72063" x="8212138" y="3979863"/>
          <p14:tracePt t="72072" x="8048625" y="3979863"/>
          <p14:tracePt t="72079" x="7935913" y="3979863"/>
          <p14:tracePt t="72087" x="7810500" y="3979863"/>
          <p14:tracePt t="72095" x="7685088" y="3992563"/>
          <p14:tracePt t="72103" x="7535863" y="4029075"/>
          <p14:tracePt t="72111" x="7359650" y="4054475"/>
          <p14:tracePt t="72119" x="7235825" y="4054475"/>
          <p14:tracePt t="72127" x="7072313" y="4067175"/>
          <p14:tracePt t="72135" x="6934200" y="4067175"/>
          <p14:tracePt t="72144" x="6746875" y="4067175"/>
          <p14:tracePt t="72151" x="6646863" y="4067175"/>
          <p14:tracePt t="72160" x="6584950" y="4067175"/>
          <p14:tracePt t="72167" x="6546850" y="4067175"/>
          <p14:tracePt t="72175" x="6508750" y="4067175"/>
          <p14:tracePt t="72183" x="6459538" y="4067175"/>
          <p14:tracePt t="72191" x="6396038" y="4067175"/>
          <p14:tracePt t="72199" x="6370638" y="4067175"/>
          <p14:tracePt t="72207" x="6359525" y="4067175"/>
          <p14:tracePt t="72215" x="6346825" y="4067175"/>
          <p14:tracePt t="72223" x="6334125" y="4067175"/>
          <p14:tracePt t="72231" x="6321425" y="4067175"/>
          <p14:tracePt t="72239" x="6308725" y="4067175"/>
          <p14:tracePt t="72273" x="6296025" y="4067175"/>
          <p14:tracePt t="72279" x="6283325" y="4067175"/>
          <p14:tracePt t="72295" x="6270625" y="4067175"/>
          <p14:tracePt t="72303" x="6259513" y="4067175"/>
          <p14:tracePt t="72344" x="6234113" y="4067175"/>
          <p14:tracePt t="72351" x="6221413" y="4092575"/>
          <p14:tracePt t="72359" x="6221413" y="4117975"/>
          <p14:tracePt t="72367" x="6221413" y="4154488"/>
          <p14:tracePt t="72375" x="6221413" y="4205288"/>
          <p14:tracePt t="72383" x="6234113" y="4230688"/>
          <p14:tracePt t="72391" x="6246813" y="4267200"/>
          <p14:tracePt t="72399" x="6270625" y="4292600"/>
          <p14:tracePt t="72408" x="6270625" y="4341813"/>
          <p14:tracePt t="72415" x="6283325" y="4379913"/>
          <p14:tracePt t="72423" x="6308725" y="4392613"/>
          <p14:tracePt t="72431" x="6308725" y="4405313"/>
          <p14:tracePt t="72440" x="6308725" y="4418013"/>
          <p14:tracePt t="72447" x="6321425" y="4418013"/>
          <p14:tracePt t="72695" x="6308725" y="4405313"/>
          <p14:tracePt t="72703" x="6308725" y="4379913"/>
          <p14:tracePt t="72712" x="6283325" y="4367213"/>
          <p14:tracePt t="72719" x="6283325" y="4354513"/>
          <p14:tracePt t="72728" x="6259513" y="4330700"/>
          <p14:tracePt t="72751" x="6246813" y="4318000"/>
          <p14:tracePt t="72831" x="6246813" y="4305300"/>
          <p14:tracePt t="72863" x="6246813" y="4292600"/>
          <p14:tracePt t="72927" x="6259513" y="4292600"/>
          <p14:tracePt t="72951" x="6270625" y="4292600"/>
          <p14:tracePt t="72967" x="6283325" y="4292600"/>
          <p14:tracePt t="72999" x="6296025" y="4292600"/>
          <p14:tracePt t="73047" x="6308725" y="4279900"/>
          <p14:tracePt t="73055" x="6321425" y="4279900"/>
          <p14:tracePt t="73063" x="6334125" y="4279900"/>
          <p14:tracePt t="73071" x="6359525" y="4279900"/>
          <p14:tracePt t="73080" x="6383338" y="4279900"/>
          <p14:tracePt t="73087" x="6421438" y="4267200"/>
          <p14:tracePt t="73096" x="6434138" y="4267200"/>
          <p14:tracePt t="73103" x="6472238" y="4254500"/>
          <p14:tracePt t="73111" x="6496050" y="4254500"/>
          <p14:tracePt t="73119" x="6521450" y="4241800"/>
          <p14:tracePt t="73135" x="6559550" y="4230688"/>
          <p14:tracePt t="73143" x="6559550" y="4217988"/>
          <p14:tracePt t="73159" x="6572250" y="4217988"/>
          <p14:tracePt t="73175" x="6584950" y="4217988"/>
          <p14:tracePt t="73192" x="6584950" y="4205288"/>
          <p14:tracePt t="73223" x="6596063" y="4205288"/>
          <p14:tracePt t="73311" x="6608763" y="4192588"/>
          <p14:tracePt t="73383" x="6621463" y="4192588"/>
          <p14:tracePt t="73392" x="6634163" y="4192588"/>
          <p14:tracePt t="73415" x="6646863" y="4192588"/>
          <p14:tracePt t="73503" x="6659563" y="4192588"/>
          <p14:tracePt t="73519" x="6672263" y="4179888"/>
          <p14:tracePt t="74087" x="6684963" y="4167188"/>
          <p14:tracePt t="74119" x="6696075" y="4167188"/>
          <p14:tracePt t="74127" x="6734175" y="4154488"/>
          <p14:tracePt t="74143" x="6759575" y="4141788"/>
          <p14:tracePt t="74151" x="6797675" y="4141788"/>
          <p14:tracePt t="74159" x="6797675" y="4129088"/>
          <p14:tracePt t="74167" x="6834188" y="4117975"/>
          <p14:tracePt t="74175" x="6846888" y="4105275"/>
          <p14:tracePt t="74183" x="6872288" y="4079875"/>
          <p14:tracePt t="74191" x="6897688" y="4067175"/>
          <p14:tracePt t="74200" x="6921500" y="4054475"/>
          <p14:tracePt t="74207" x="6934200" y="4041775"/>
          <p14:tracePt t="74216" x="6934200" y="4029075"/>
          <p14:tracePt t="74223" x="6959600" y="4017963"/>
          <p14:tracePt t="74239" x="6972300" y="4005263"/>
          <p14:tracePt t="74247" x="6972300" y="3992563"/>
          <p14:tracePt t="74255" x="6997700" y="3979863"/>
          <p14:tracePt t="74279" x="7010400" y="3954463"/>
          <p14:tracePt t="74287" x="7010400" y="3941763"/>
          <p14:tracePt t="74296" x="7010400" y="3929063"/>
          <p14:tracePt t="74303" x="7010400" y="3916363"/>
          <p14:tracePt t="74335" x="7010400" y="3905250"/>
          <p14:tracePt t="74351" x="7010400" y="3879850"/>
          <p14:tracePt t="74367" x="7010400" y="3867150"/>
          <p14:tracePt t="74375" x="7010400" y="3854450"/>
          <p14:tracePt t="74384" x="7010400" y="3841750"/>
          <p14:tracePt t="74391" x="6997700" y="3803650"/>
          <p14:tracePt t="74400" x="6997700" y="3792538"/>
          <p14:tracePt t="74407" x="6997700" y="3779838"/>
          <p14:tracePt t="74423" x="6985000" y="3754438"/>
          <p14:tracePt t="74431" x="6972300" y="3741738"/>
          <p14:tracePt t="74447" x="6972300" y="3729038"/>
          <p14:tracePt t="74455" x="6959600" y="3716338"/>
          <p14:tracePt t="74471" x="6946900" y="3703638"/>
          <p14:tracePt t="74487" x="6934200" y="3703638"/>
          <p14:tracePt t="74503" x="6921500" y="3703638"/>
          <p14:tracePt t="74543" x="6910388" y="3703638"/>
          <p14:tracePt t="74551" x="6897688" y="3692525"/>
          <p14:tracePt t="74559" x="6884988" y="3692525"/>
          <p14:tracePt t="74584" x="6872288" y="3692525"/>
          <p14:tracePt t="74591" x="6859588" y="3692525"/>
          <p14:tracePt t="74607" x="6846888" y="3692525"/>
          <p14:tracePt t="74631" x="6834188" y="3692525"/>
          <p14:tracePt t="74639" x="6821488" y="3692525"/>
          <p14:tracePt t="74663" x="6797675" y="3692525"/>
          <p14:tracePt t="74671" x="6784975" y="3692525"/>
          <p14:tracePt t="74679" x="6772275" y="3703638"/>
          <p14:tracePt t="74687" x="6772275" y="3729038"/>
          <p14:tracePt t="74696" x="6772275" y="3754438"/>
          <p14:tracePt t="74703" x="6772275" y="3767138"/>
          <p14:tracePt t="74711" x="6772275" y="3803650"/>
          <p14:tracePt t="74719" x="6772275" y="3816350"/>
          <p14:tracePt t="74727" x="6784975" y="3841750"/>
          <p14:tracePt t="74735" x="6784975" y="3854450"/>
          <p14:tracePt t="74743" x="6808788" y="3867150"/>
          <p14:tracePt t="74751" x="6808788" y="3879850"/>
          <p14:tracePt t="74759" x="6821488" y="3892550"/>
          <p14:tracePt t="74775" x="6834188" y="3892550"/>
          <p14:tracePt t="74784" x="6846888" y="3892550"/>
          <p14:tracePt t="74791" x="6859588" y="3892550"/>
          <p14:tracePt t="74799" x="6884988" y="3892550"/>
          <p14:tracePt t="74807" x="6897688" y="3892550"/>
          <p14:tracePt t="74816" x="6959600" y="3879850"/>
          <p14:tracePt t="74823" x="6959600" y="3867150"/>
          <p14:tracePt t="74831" x="6972300" y="3841750"/>
          <p14:tracePt t="74839" x="6972300" y="3829050"/>
          <p14:tracePt t="74847" x="6972300" y="3816350"/>
          <p14:tracePt t="74855" x="6972300" y="3803650"/>
          <p14:tracePt t="74871" x="6972300" y="3792538"/>
          <p14:tracePt t="74943" x="6972300" y="3803650"/>
          <p14:tracePt t="74951" x="6934200" y="3941763"/>
          <p14:tracePt t="74959" x="6921500" y="3992563"/>
          <p14:tracePt t="74968" x="6921500" y="4079875"/>
          <p14:tracePt t="74975" x="6921500" y="4129088"/>
          <p14:tracePt t="74983" x="6910388" y="4167188"/>
          <p14:tracePt t="74991" x="6910388" y="4205288"/>
          <p14:tracePt t="74999" x="6910388" y="4241800"/>
          <p14:tracePt t="75007" x="6910388" y="4254500"/>
          <p14:tracePt t="75015" x="6910388" y="4279900"/>
          <p14:tracePt t="75023" x="6910388" y="4292600"/>
          <p14:tracePt t="75031" x="6921500" y="4305300"/>
          <p14:tracePt t="75047" x="6921500" y="4318000"/>
          <p14:tracePt t="75055" x="6921500" y="4330700"/>
          <p14:tracePt t="76271" x="6934200" y="4318000"/>
          <p14:tracePt t="76279" x="6934200" y="4267200"/>
          <p14:tracePt t="76288" x="6934200" y="4241800"/>
          <p14:tracePt t="76295" x="6934200" y="4205288"/>
          <p14:tracePt t="76303" x="6934200" y="4179888"/>
          <p14:tracePt t="76311" x="6934200" y="4154488"/>
          <p14:tracePt t="76319" x="6934200" y="4117975"/>
          <p14:tracePt t="76327" x="6934200" y="4105275"/>
          <p14:tracePt t="76335" x="6934200" y="4067175"/>
          <p14:tracePt t="76343" x="6934200" y="4054475"/>
          <p14:tracePt t="76351" x="6934200" y="4029075"/>
          <p14:tracePt t="76359" x="6934200" y="4017963"/>
          <p14:tracePt t="76367" x="6934200" y="4005263"/>
          <p14:tracePt t="76375" x="6934200" y="3979863"/>
          <p14:tracePt t="76384" x="6934200" y="3967163"/>
          <p14:tracePt t="76391" x="6921500" y="3954463"/>
          <p14:tracePt t="76400" x="6921500" y="3929063"/>
          <p14:tracePt t="76415" x="6910388" y="3892550"/>
          <p14:tracePt t="76431" x="6897688" y="3867150"/>
          <p14:tracePt t="76439" x="6897688" y="3854450"/>
          <p14:tracePt t="76447" x="6884988" y="3841750"/>
          <p14:tracePt t="76488" x="6884988" y="3829050"/>
          <p14:tracePt t="76535" x="6872288" y="3829050"/>
          <p14:tracePt t="76543" x="6859588" y="3816350"/>
          <p14:tracePt t="76559" x="6859588" y="3803650"/>
          <p14:tracePt t="76567" x="6859588" y="3792538"/>
          <p14:tracePt t="76583" x="6846888" y="3779838"/>
          <p14:tracePt t="76671" x="6872288" y="3779838"/>
          <p14:tracePt t="76687" x="6884988" y="3779838"/>
          <p14:tracePt t="76719" x="6897688" y="3779838"/>
          <p14:tracePt t="76799" x="6897688" y="3792538"/>
          <p14:tracePt t="76919" x="6897688" y="3803650"/>
          <p14:tracePt t="76935" x="6897688" y="3816350"/>
          <p14:tracePt t="77095" x="6897688" y="3829050"/>
          <p14:tracePt t="77103" x="6921500" y="3829050"/>
          <p14:tracePt t="77119" x="6934200" y="3829050"/>
          <p14:tracePt t="77159" x="6946900" y="3829050"/>
          <p14:tracePt t="77911" x="6959600" y="3829050"/>
          <p14:tracePt t="77919" x="6972300" y="3829050"/>
          <p14:tracePt t="77927" x="6985000" y="3829050"/>
          <p14:tracePt t="77935" x="7021513" y="3803650"/>
          <p14:tracePt t="77955" x="7185025" y="3729038"/>
          <p14:tracePt t="77960" x="7323138" y="3667125"/>
          <p14:tracePt t="77967" x="7497763" y="3616325"/>
          <p14:tracePt t="77976" x="7648575" y="3579813"/>
          <p14:tracePt t="77983" x="7810500" y="3529013"/>
          <p14:tracePt t="77991" x="7948613" y="3454400"/>
          <p14:tracePt t="77999" x="8023225" y="3429000"/>
          <p14:tracePt t="78007" x="8123238" y="3367088"/>
          <p14:tracePt t="78015" x="8186738" y="3316288"/>
          <p14:tracePt t="78024" x="8248650" y="3267075"/>
          <p14:tracePt t="78031" x="8261350" y="3254375"/>
          <p14:tracePt t="78039" x="8299450" y="3216275"/>
          <p14:tracePt t="78047" x="8299450" y="3190875"/>
          <p14:tracePt t="78056" x="8312150" y="3178175"/>
          <p14:tracePt t="78063" x="8324850" y="3165475"/>
          <p14:tracePt t="78072" x="8335963" y="3128963"/>
          <p14:tracePt t="78079" x="8348663" y="3128963"/>
          <p14:tracePt t="78087" x="8348663" y="3116263"/>
          <p14:tracePt t="78095" x="8374063" y="3103563"/>
          <p14:tracePt t="78103" x="8374063" y="3090863"/>
          <p14:tracePt t="78111" x="8399463" y="3090863"/>
          <p14:tracePt t="78119" x="8412163" y="3090863"/>
          <p14:tracePt t="78127" x="8424863" y="3078163"/>
          <p14:tracePt t="78207" x="8435975" y="3078163"/>
          <p14:tracePt t="78223" x="8448675" y="3078163"/>
          <p14:tracePt t="78239" x="8461375" y="3078163"/>
          <p14:tracePt t="78247" x="8474075" y="3078163"/>
          <p14:tracePt t="78255" x="8499475" y="3090863"/>
          <p14:tracePt t="78263" x="8512175" y="3103563"/>
          <p14:tracePt t="78271" x="8524875" y="3103563"/>
          <p14:tracePt t="78287" x="8537575" y="3116263"/>
          <p14:tracePt t="78295" x="8548688" y="3128963"/>
          <p14:tracePt t="78303" x="8574088" y="3154363"/>
          <p14:tracePt t="78311" x="8586788" y="3154363"/>
          <p14:tracePt t="78319" x="8599488" y="3178175"/>
          <p14:tracePt t="78328" x="8624888" y="3190875"/>
          <p14:tracePt t="78335" x="8624888" y="3203575"/>
          <p14:tracePt t="78344" x="8650288" y="3228975"/>
          <p14:tracePt t="78351" x="8661400" y="3228975"/>
          <p14:tracePt t="78367" x="8674100" y="3241675"/>
          <p14:tracePt t="78471" x="8674100" y="3254375"/>
          <p14:tracePt t="78479" x="8674100" y="3267075"/>
          <p14:tracePt t="78575" x="8661400" y="3278188"/>
          <p14:tracePt t="78615" x="8661400" y="3290888"/>
          <p14:tracePt t="78647" x="8624888" y="3316288"/>
          <p14:tracePt t="78663" x="8561388" y="3328988"/>
          <p14:tracePt t="78671" x="8524875" y="3341688"/>
          <p14:tracePt t="78679" x="8461375" y="3367088"/>
          <p14:tracePt t="78687" x="8435975" y="3390900"/>
          <p14:tracePt t="79015" x="8424863" y="3390900"/>
          <p14:tracePt t="79023" x="8424863" y="3378200"/>
          <p14:tracePt t="79039" x="8399463" y="3367088"/>
          <p14:tracePt t="79055" x="8386763" y="3354388"/>
          <p14:tracePt t="79071" x="8386763" y="3341688"/>
          <p14:tracePt t="79080" x="8374063" y="3316288"/>
          <p14:tracePt t="79096" x="8361363" y="3303588"/>
          <p14:tracePt t="79112" x="8335963" y="3278188"/>
          <p14:tracePt t="79127" x="8335963" y="3267075"/>
          <p14:tracePt t="79159" x="8335963" y="3254375"/>
          <p14:tracePt t="79167" x="8312150" y="3228975"/>
          <p14:tracePt t="79199" x="8299450" y="3216275"/>
          <p14:tracePt t="79215" x="8286750" y="3203575"/>
          <p14:tracePt t="79223" x="8274050" y="3190875"/>
          <p14:tracePt t="79343" x="8335963" y="3203575"/>
          <p14:tracePt t="79351" x="8399463" y="3216275"/>
          <p14:tracePt t="79359" x="8474075" y="3216275"/>
          <p14:tracePt t="79367" x="8537575" y="3228975"/>
          <p14:tracePt t="79376" x="8624888" y="3254375"/>
          <p14:tracePt t="79383" x="8750300" y="3254375"/>
          <p14:tracePt t="79392" x="8874125" y="3254375"/>
          <p14:tracePt t="79399" x="9024938" y="3254375"/>
          <p14:tracePt t="79407" x="9212263" y="3254375"/>
          <p14:tracePt t="79415" x="9375775" y="3254375"/>
          <p14:tracePt t="79423" x="9513888" y="3254375"/>
          <p14:tracePt t="79431" x="9626600" y="3254375"/>
          <p14:tracePt t="79439" x="9688513" y="3254375"/>
          <p14:tracePt t="79448" x="9713913" y="3254375"/>
          <p14:tracePt t="79455" x="9750425" y="3254375"/>
          <p14:tracePt t="79471" x="9750425" y="3241675"/>
          <p14:tracePt t="79751" x="9726613" y="3216275"/>
          <p14:tracePt t="79759" x="9713913" y="3216275"/>
          <p14:tracePt t="79767" x="9701213" y="3203575"/>
          <p14:tracePt t="79775" x="9688513" y="3190875"/>
          <p14:tracePt t="79783" x="9675813" y="3178175"/>
          <p14:tracePt t="79791" x="9663113" y="3165475"/>
          <p14:tracePt t="79799" x="9637713" y="3165475"/>
          <p14:tracePt t="79815" x="9613900" y="3154363"/>
          <p14:tracePt t="79823" x="9588500" y="3141663"/>
          <p14:tracePt t="79839" x="9563100" y="3128963"/>
          <p14:tracePt t="79855" x="9550400" y="3116263"/>
          <p14:tracePt t="79863" x="9525000" y="3116263"/>
          <p14:tracePt t="79879" x="9525000" y="3103563"/>
          <p14:tracePt t="79887" x="9513888" y="3103563"/>
          <p14:tracePt t="79895" x="9501188" y="3090863"/>
          <p14:tracePt t="79912" x="9501188" y="3078163"/>
          <p14:tracePt t="80023" x="9488488" y="3078163"/>
          <p14:tracePt t="80463" x="9437688" y="3128963"/>
          <p14:tracePt t="80471" x="9063038" y="3290888"/>
          <p14:tracePt t="80479" x="8774113" y="3403600"/>
          <p14:tracePt t="80487" x="8424863" y="3579813"/>
          <p14:tracePt t="80496" x="8074025" y="3716338"/>
          <p14:tracePt t="80503" x="7773988" y="3854450"/>
          <p14:tracePt t="80512" x="7561263" y="3954463"/>
          <p14:tracePt t="80519" x="7410450" y="4029075"/>
          <p14:tracePt t="80527" x="7297738" y="4117975"/>
          <p14:tracePt t="80535" x="7210425" y="4179888"/>
          <p14:tracePt t="80543" x="7123113" y="4254500"/>
          <p14:tracePt t="80551" x="7072313" y="4305300"/>
          <p14:tracePt t="80559" x="7046913" y="4354513"/>
          <p14:tracePt t="80567" x="7010400" y="4418013"/>
          <p14:tracePt t="80575" x="6985000" y="4454525"/>
          <p14:tracePt t="80584" x="6934200" y="4530725"/>
          <p14:tracePt t="80591" x="6921500" y="4567238"/>
          <p14:tracePt t="80599" x="6921500" y="4579938"/>
          <p14:tracePt t="80607" x="6872288" y="4630738"/>
          <p14:tracePt t="80615" x="6872288" y="4643438"/>
          <p14:tracePt t="80623" x="6846888" y="4667250"/>
          <p14:tracePt t="80631" x="6834188" y="4667250"/>
          <p14:tracePt t="80639" x="6808788" y="4679950"/>
          <p14:tracePt t="80703" x="6772275" y="4679950"/>
          <p14:tracePt t="80711" x="6746875" y="4679950"/>
          <p14:tracePt t="80719" x="6708775" y="4679950"/>
          <p14:tracePt t="80727" x="6672263" y="4667250"/>
          <p14:tracePt t="80735" x="6646863" y="4643438"/>
          <p14:tracePt t="80751" x="6621463" y="4630738"/>
          <p14:tracePt t="80759" x="6621463" y="4605338"/>
          <p14:tracePt t="80768" x="6621463" y="4567238"/>
          <p14:tracePt t="80775" x="6621463" y="4530725"/>
          <p14:tracePt t="80784" x="6621463" y="4492625"/>
          <p14:tracePt t="80791" x="6646863" y="4467225"/>
          <p14:tracePt t="80799" x="6672263" y="4405313"/>
          <p14:tracePt t="80807" x="6696075" y="4379913"/>
          <p14:tracePt t="80815" x="6708775" y="4354513"/>
          <p14:tracePt t="80823" x="6746875" y="4330700"/>
          <p14:tracePt t="80831" x="6784975" y="4279900"/>
          <p14:tracePt t="80839" x="6834188" y="4217988"/>
          <p14:tracePt t="80847" x="6846888" y="4217988"/>
          <p14:tracePt t="80855" x="6859588" y="4192588"/>
          <p14:tracePt t="80863" x="6872288" y="4192588"/>
          <p14:tracePt t="80895" x="6872288" y="4179888"/>
          <p14:tracePt t="81895" x="6884988" y="4179888"/>
          <p14:tracePt t="81904" x="6910388" y="4179888"/>
          <p14:tracePt t="81911" x="6946900" y="4179888"/>
          <p14:tracePt t="81919" x="6972300" y="4167188"/>
          <p14:tracePt t="81927" x="7010400" y="4141788"/>
          <p14:tracePt t="81935" x="7059613" y="4105275"/>
          <p14:tracePt t="81950" x="7072313" y="4067175"/>
          <p14:tracePt t="81951" x="7110413" y="4017963"/>
          <p14:tracePt t="81959" x="7123113" y="3967163"/>
          <p14:tracePt t="81967" x="7123113" y="3929063"/>
          <p14:tracePt t="81975" x="7123113" y="3892550"/>
          <p14:tracePt t="81983" x="7123113" y="3854450"/>
          <p14:tracePt t="81991" x="7123113" y="3816350"/>
          <p14:tracePt t="82000" x="7123113" y="3729038"/>
          <p14:tracePt t="82007" x="7110413" y="3679825"/>
          <p14:tracePt t="82016" x="7097713" y="3629025"/>
          <p14:tracePt t="82023" x="7085013" y="3579813"/>
          <p14:tracePt t="82031" x="7085013" y="3541713"/>
          <p14:tracePt t="82039" x="7085013" y="3516313"/>
          <p14:tracePt t="82055" x="7085013" y="3503613"/>
          <p14:tracePt t="82079" x="7059613" y="3479800"/>
          <p14:tracePt t="82088" x="7021513" y="3479800"/>
          <p14:tracePt t="82095" x="6972300" y="3479800"/>
          <p14:tracePt t="82103" x="6897688" y="3467100"/>
          <p14:tracePt t="82111" x="6834188" y="3454400"/>
          <p14:tracePt t="82119" x="6721475" y="3454400"/>
          <p14:tracePt t="82127" x="6608763" y="3416300"/>
          <p14:tracePt t="82135" x="6508750" y="3416300"/>
          <p14:tracePt t="82143" x="6408738" y="3416300"/>
          <p14:tracePt t="82151" x="6321425" y="3403600"/>
          <p14:tracePt t="82159" x="6221413" y="3390900"/>
          <p14:tracePt t="82167" x="6183313" y="3390900"/>
          <p14:tracePt t="82175" x="6157913" y="3390900"/>
          <p14:tracePt t="82183" x="6134100" y="3367088"/>
          <p14:tracePt t="82191" x="6121400" y="3367088"/>
          <p14:tracePt t="82207" x="6096000" y="3367088"/>
          <p14:tracePt t="82247" x="6083300" y="3367088"/>
          <p14:tracePt t="82303" x="6057900" y="3367088"/>
          <p14:tracePt t="82375" x="6045200" y="3367088"/>
          <p14:tracePt t="82535" x="6057900" y="3367088"/>
          <p14:tracePt t="82543" x="6070600" y="3367088"/>
          <p14:tracePt t="82551" x="6083300" y="3367088"/>
          <p14:tracePt t="82559" x="6121400" y="3378200"/>
          <p14:tracePt t="82568" x="6146800" y="3390900"/>
          <p14:tracePt t="82575" x="6183313" y="3390900"/>
          <p14:tracePt t="82583" x="6234113" y="3403600"/>
          <p14:tracePt t="82591" x="6283325" y="3403600"/>
          <p14:tracePt t="82599" x="6334125" y="3416300"/>
          <p14:tracePt t="82607" x="6396038" y="3416300"/>
          <p14:tracePt t="82615" x="6459538" y="3416300"/>
          <p14:tracePt t="82623" x="6508750" y="3416300"/>
          <p14:tracePt t="82631" x="6608763" y="3416300"/>
          <p14:tracePt t="82640" x="6708775" y="3416300"/>
          <p14:tracePt t="82647" x="6808788" y="3416300"/>
          <p14:tracePt t="82656" x="6910388" y="3416300"/>
          <p14:tracePt t="82663" x="7010400" y="3416300"/>
          <p14:tracePt t="82671" x="7110413" y="3416300"/>
          <p14:tracePt t="82679" x="7197725" y="3416300"/>
          <p14:tracePt t="82687" x="7246938" y="3416300"/>
          <p14:tracePt t="82695" x="7335838" y="3416300"/>
          <p14:tracePt t="82703" x="7359650" y="3416300"/>
          <p14:tracePt t="82711" x="7397750" y="3416300"/>
          <p14:tracePt t="82727" x="7423150" y="3416300"/>
          <p14:tracePt t="82751" x="7435850" y="3416300"/>
          <p14:tracePt t="82759" x="7459663" y="3416300"/>
          <p14:tracePt t="82775" x="7485063" y="3416300"/>
          <p14:tracePt t="82783" x="7497763" y="3416300"/>
          <p14:tracePt t="82799" x="7510463" y="3416300"/>
          <p14:tracePt t="82815" x="7523163" y="3416300"/>
          <p14:tracePt t="82824" x="7548563" y="3429000"/>
          <p14:tracePt t="82847" x="7561263" y="3429000"/>
          <p14:tracePt t="82863" x="7572375" y="3429000"/>
          <p14:tracePt t="82911" x="7585075" y="3429000"/>
          <p14:tracePt t="82927" x="7597775" y="3429000"/>
          <p14:tracePt t="82959" x="7610475" y="3429000"/>
          <p14:tracePt t="82975" x="7623175" y="3429000"/>
          <p14:tracePt t="83015" x="7635875" y="3429000"/>
          <p14:tracePt t="83047" x="7648575" y="3429000"/>
          <p14:tracePt t="83311" x="7661275" y="3429000"/>
          <p14:tracePt t="83327" x="7673975" y="3429000"/>
          <p14:tracePt t="83359" x="7685088" y="3429000"/>
          <p14:tracePt t="83767" x="7697788" y="3429000"/>
          <p14:tracePt t="83823" x="7710488" y="3429000"/>
          <p14:tracePt t="85768" x="7697788" y="3429000"/>
          <p14:tracePt t="85775" x="7661275" y="3429000"/>
          <p14:tracePt t="85783" x="7535863" y="3429000"/>
          <p14:tracePt t="85791" x="7372350" y="3429000"/>
          <p14:tracePt t="85799" x="7159625" y="3390900"/>
          <p14:tracePt t="85807" x="6572250" y="3203575"/>
          <p14:tracePt t="85816" x="5921375" y="2890838"/>
          <p14:tracePt t="85823" x="5132388" y="2578100"/>
          <p14:tracePt t="85832" x="4506913" y="2303463"/>
          <p14:tracePt t="85839" x="3879850" y="2052638"/>
          <p14:tracePt t="85848" x="3417888" y="1827213"/>
          <p14:tracePt t="85855" x="3128963" y="1663700"/>
          <p14:tracePt t="85863" x="2992438" y="1589088"/>
          <p14:tracePt t="85871" x="2841625" y="1501775"/>
          <p14:tracePt t="85879" x="2741613" y="1450975"/>
          <p14:tracePt t="85887" x="2678113" y="1414463"/>
          <p14:tracePt t="85895" x="2641600" y="1389063"/>
          <p14:tracePt t="85903" x="2590800" y="1376363"/>
          <p14:tracePt t="85911" x="2503488" y="1376363"/>
          <p14:tracePt t="85919" x="2378075" y="1350963"/>
          <p14:tracePt t="85927" x="2252663" y="1350963"/>
          <p14:tracePt t="85935" x="2103438" y="1350963"/>
          <p14:tracePt t="85945" x="1952625" y="1350963"/>
          <p14:tracePt t="85951" x="1801813" y="1350963"/>
          <p14:tracePt t="85959" x="1639888" y="1339850"/>
          <p14:tracePt t="85967" x="1489075" y="1339850"/>
          <p14:tracePt t="85975" x="1363663" y="1327150"/>
          <p14:tracePt t="85983" x="1263650" y="1327150"/>
          <p14:tracePt t="85991" x="1176338" y="1327150"/>
          <p14:tracePt t="85999" x="1127125" y="1327150"/>
          <p14:tracePt t="86007" x="1101725" y="1327150"/>
          <p14:tracePt t="86016" x="1076325" y="1327150"/>
          <p14:tracePt t="86023" x="1063625" y="1327150"/>
          <p14:tracePt t="86032" x="1050925" y="1327150"/>
          <p14:tracePt t="86039" x="1027113" y="1327150"/>
          <p14:tracePt t="86055" x="989013" y="1327150"/>
          <p14:tracePt t="86071" x="963613" y="1327150"/>
          <p14:tracePt t="86079" x="938213" y="1327150"/>
          <p14:tracePt t="86087" x="901700" y="1327150"/>
          <p14:tracePt t="86095" x="889000" y="1327150"/>
          <p14:tracePt t="86103" x="850900" y="1327150"/>
          <p14:tracePt t="86111" x="814388" y="1327150"/>
          <p14:tracePt t="86119" x="750888" y="1263650"/>
          <p14:tracePt t="86128" x="688975" y="1214438"/>
          <p14:tracePt t="86135" x="663575" y="1176338"/>
          <p14:tracePt t="86143" x="625475" y="1125538"/>
          <p14:tracePt t="86151" x="600075" y="1101725"/>
          <p14:tracePt t="86159" x="588963" y="1063625"/>
          <p14:tracePt t="86167" x="563563" y="1038225"/>
          <p14:tracePt t="86175" x="563563" y="1025525"/>
          <p14:tracePt t="86183" x="563563" y="1014413"/>
          <p14:tracePt t="86263" x="538163" y="1050925"/>
          <p14:tracePt t="86271" x="538163" y="1101725"/>
          <p14:tracePt t="86279" x="538163" y="1150938"/>
          <p14:tracePt t="86287" x="538163" y="1214438"/>
          <p14:tracePt t="86295" x="538163" y="1238250"/>
          <p14:tracePt t="86303" x="538163" y="1250950"/>
          <p14:tracePt t="86311" x="550863" y="1263650"/>
          <p14:tracePt t="86455" x="550863" y="1227138"/>
          <p14:tracePt t="86519" x="538163" y="1263650"/>
          <p14:tracePt t="86527" x="538163" y="1363663"/>
          <p14:tracePt t="86535" x="550863" y="1489075"/>
          <p14:tracePt t="86543" x="563563" y="1589088"/>
          <p14:tracePt t="86551" x="638175" y="1701800"/>
          <p14:tracePt t="86559" x="701675" y="1789113"/>
          <p14:tracePt t="86567" x="776288" y="1865313"/>
          <p14:tracePt t="86575" x="889000" y="1939925"/>
          <p14:tracePt t="86584" x="1001713" y="1965325"/>
          <p14:tracePt t="86591" x="1127125" y="2001838"/>
          <p14:tracePt t="86600" x="1289050" y="2001838"/>
          <p14:tracePt t="86607" x="1427163" y="2001838"/>
          <p14:tracePt t="86615" x="1589088" y="2001838"/>
          <p14:tracePt t="86623" x="1727200" y="2001838"/>
          <p14:tracePt t="86631" x="1827213" y="1952625"/>
          <p14:tracePt t="86639" x="1878013" y="1889125"/>
          <p14:tracePt t="86647" x="1903413" y="1814513"/>
          <p14:tracePt t="86655" x="1903413" y="1727200"/>
          <p14:tracePt t="86663" x="1903413" y="1614488"/>
          <p14:tracePt t="86671" x="1903413" y="1514475"/>
          <p14:tracePt t="86679" x="1827213" y="1401763"/>
          <p14:tracePt t="86687" x="1727200" y="1314450"/>
          <p14:tracePt t="86696" x="1601788" y="1227138"/>
          <p14:tracePt t="86703" x="1414463" y="1138238"/>
          <p14:tracePt t="86711" x="1276350" y="1076325"/>
          <p14:tracePt t="86719" x="1114425" y="1038225"/>
          <p14:tracePt t="86727" x="938213" y="1001713"/>
          <p14:tracePt t="86735" x="801688" y="976313"/>
          <p14:tracePt t="86743" x="688975" y="976313"/>
          <p14:tracePt t="86751" x="576263" y="938213"/>
          <p14:tracePt t="86759" x="488950" y="925513"/>
          <p14:tracePt t="86768" x="412750" y="925513"/>
          <p14:tracePt t="86775" x="363538" y="925513"/>
          <p14:tracePt t="86784" x="325438" y="925513"/>
          <p14:tracePt t="86791" x="287338" y="925513"/>
          <p14:tracePt t="86799" x="238125" y="925513"/>
          <p14:tracePt t="86807" x="225425" y="950913"/>
          <p14:tracePt t="86815" x="187325" y="989013"/>
          <p14:tracePt t="86823" x="163513" y="1050925"/>
          <p14:tracePt t="86832" x="125413" y="1138238"/>
          <p14:tracePt t="86839" x="112713" y="1201738"/>
          <p14:tracePt t="86847" x="100013" y="1276350"/>
          <p14:tracePt t="86855" x="100013" y="1339850"/>
          <p14:tracePt t="86863" x="100013" y="1376363"/>
          <p14:tracePt t="86871" x="100013" y="1414463"/>
          <p14:tracePt t="86880" x="100013" y="1439863"/>
          <p14:tracePt t="86887" x="112713" y="1463675"/>
          <p14:tracePt t="86895" x="125413" y="1476375"/>
          <p14:tracePt t="86903" x="125413" y="1489075"/>
          <p14:tracePt t="86911" x="150813" y="1514475"/>
          <p14:tracePt t="86919" x="163513" y="1514475"/>
          <p14:tracePt t="86927" x="174625" y="1539875"/>
          <p14:tracePt t="86936" x="200025" y="1552575"/>
          <p14:tracePt t="86943" x="250825" y="1589088"/>
          <p14:tracePt t="86952" x="287338" y="1627188"/>
          <p14:tracePt t="86959" x="350838" y="1663700"/>
          <p14:tracePt t="86968" x="400050" y="1701800"/>
          <p14:tracePt t="86975" x="500063" y="1739900"/>
          <p14:tracePt t="86983" x="588963" y="1765300"/>
          <p14:tracePt t="86991" x="701675" y="1776413"/>
          <p14:tracePt t="86999" x="788988" y="1789113"/>
          <p14:tracePt t="87007" x="876300" y="1789113"/>
          <p14:tracePt t="87015" x="914400" y="1789113"/>
          <p14:tracePt t="87023" x="950913" y="1776413"/>
          <p14:tracePt t="87031" x="976313" y="1765300"/>
          <p14:tracePt t="87039" x="1001713" y="1701800"/>
          <p14:tracePt t="87047" x="1038225" y="1627188"/>
          <p14:tracePt t="87055" x="1050925" y="1552575"/>
          <p14:tracePt t="87064" x="1089025" y="1427163"/>
          <p14:tracePt t="87071" x="1089025" y="1314450"/>
          <p14:tracePt t="87079" x="1089025" y="1227138"/>
          <p14:tracePt t="87087" x="1089025" y="1150938"/>
          <p14:tracePt t="87095" x="1089025" y="1076325"/>
          <p14:tracePt t="87103" x="1076325" y="1025525"/>
          <p14:tracePt t="87111" x="1063625" y="976313"/>
          <p14:tracePt t="87119" x="1027113" y="963613"/>
          <p14:tracePt t="87127" x="989013" y="938213"/>
          <p14:tracePt t="87136" x="938213" y="912813"/>
          <p14:tracePt t="87143" x="876300" y="912813"/>
          <p14:tracePt t="87152" x="838200" y="912813"/>
          <p14:tracePt t="87159" x="801688" y="912813"/>
          <p14:tracePt t="87167" x="788988" y="912813"/>
          <p14:tracePt t="87175" x="776288" y="912813"/>
          <p14:tracePt t="87183" x="738188" y="912813"/>
          <p14:tracePt t="87191" x="701675" y="938213"/>
          <p14:tracePt t="87199" x="676275" y="963613"/>
          <p14:tracePt t="87207" x="650875" y="989013"/>
          <p14:tracePt t="87215" x="625475" y="1025525"/>
          <p14:tracePt t="87223" x="612775" y="1076325"/>
          <p14:tracePt t="87231" x="600075" y="1114425"/>
          <p14:tracePt t="87239" x="588963" y="1150938"/>
          <p14:tracePt t="87248" x="588963" y="1163638"/>
          <p14:tracePt t="87255" x="588963" y="1189038"/>
          <p14:tracePt t="87264" x="588963" y="1214438"/>
          <p14:tracePt t="87271" x="588963" y="1238250"/>
          <p14:tracePt t="87279" x="588963" y="1250950"/>
          <p14:tracePt t="87287" x="588963" y="1276350"/>
          <p14:tracePt t="87295" x="612775" y="1301750"/>
          <p14:tracePt t="87303" x="638175" y="1339850"/>
          <p14:tracePt t="87311" x="650875" y="1363663"/>
          <p14:tracePt t="87319" x="688975" y="1414463"/>
          <p14:tracePt t="87327" x="712788" y="1427163"/>
          <p14:tracePt t="87336" x="763588" y="1489075"/>
          <p14:tracePt t="87343" x="788988" y="1501775"/>
          <p14:tracePt t="87351" x="850900" y="1552575"/>
          <p14:tracePt t="87359" x="889000" y="1563688"/>
          <p14:tracePt t="87367" x="963613" y="1589088"/>
          <p14:tracePt t="87375" x="1014413" y="1614488"/>
          <p14:tracePt t="87383" x="1089025" y="1627188"/>
          <p14:tracePt t="87391" x="1176338" y="1627188"/>
          <p14:tracePt t="87399" x="1263650" y="1639888"/>
          <p14:tracePt t="87407" x="1327150" y="1652588"/>
          <p14:tracePt t="87415" x="1427163" y="1652588"/>
          <p14:tracePt t="87423" x="1501775" y="1652588"/>
          <p14:tracePt t="87431" x="1589088" y="1639888"/>
          <p14:tracePt t="87439" x="1677988" y="1589088"/>
          <p14:tracePt t="87448" x="1714500" y="1539875"/>
          <p14:tracePt t="87455" x="1765300" y="1463675"/>
          <p14:tracePt t="87463" x="1765300" y="1414463"/>
          <p14:tracePt t="87471" x="1765300" y="1339850"/>
          <p14:tracePt t="87479" x="1765300" y="1238250"/>
          <p14:tracePt t="87487" x="1765300" y="1176338"/>
          <p14:tracePt t="87495" x="1739900" y="1125538"/>
          <p14:tracePt t="87503" x="1714500" y="1089025"/>
          <p14:tracePt t="87511" x="1677988" y="1050925"/>
          <p14:tracePt t="87520" x="1639888" y="1050925"/>
          <p14:tracePt t="87527" x="1601788" y="1050925"/>
          <p14:tracePt t="87535" x="1577975" y="1025525"/>
          <p14:tracePt t="87543" x="1552575" y="1025525"/>
          <p14:tracePt t="87551" x="1539875" y="1025525"/>
          <p14:tracePt t="87559" x="1514475" y="1025525"/>
          <p14:tracePt t="87567" x="1489075" y="1025525"/>
          <p14:tracePt t="87575" x="1414463" y="1089025"/>
          <p14:tracePt t="87583" x="1339850" y="1138238"/>
          <p14:tracePt t="87591" x="1252538" y="1214438"/>
          <p14:tracePt t="87599" x="1163638" y="1289050"/>
          <p14:tracePt t="87607" x="1101725" y="1376363"/>
          <p14:tracePt t="87615" x="1038225" y="1476375"/>
          <p14:tracePt t="87623" x="989013" y="1576388"/>
          <p14:tracePt t="87632" x="938213" y="1676400"/>
          <p14:tracePt t="87639" x="938213" y="1739900"/>
          <p14:tracePt t="87647" x="925513" y="1827213"/>
          <p14:tracePt t="87655" x="925513" y="1876425"/>
          <p14:tracePt t="87663" x="925513" y="1901825"/>
          <p14:tracePt t="87671" x="938213" y="1952625"/>
          <p14:tracePt t="87679" x="950913" y="1965325"/>
          <p14:tracePt t="87687" x="989013" y="1989138"/>
          <p14:tracePt t="87695" x="1014413" y="1989138"/>
          <p14:tracePt t="87711" x="1027113" y="1989138"/>
          <p14:tracePt t="88080" x="1050925" y="1989138"/>
          <p14:tracePt t="88088" x="1127125" y="2039938"/>
          <p14:tracePt t="88095" x="1201738" y="2078038"/>
          <p14:tracePt t="88103" x="1239838" y="2101850"/>
          <p14:tracePt t="88111" x="1427163" y="2201863"/>
          <p14:tracePt t="88119" x="1665288" y="2352675"/>
          <p14:tracePt t="88127" x="1965325" y="2503488"/>
          <p14:tracePt t="88135" x="2290763" y="2690813"/>
          <p14:tracePt t="88143" x="2590800" y="2878138"/>
          <p14:tracePt t="88151" x="2879725" y="3016250"/>
          <p14:tracePt t="88159" x="3092450" y="3154363"/>
          <p14:tracePt t="88167" x="3305175" y="3254375"/>
          <p14:tracePt t="88175" x="3530600" y="3354388"/>
          <p14:tracePt t="88183" x="3730625" y="3467100"/>
          <p14:tracePt t="88191" x="3867150" y="3554413"/>
          <p14:tracePt t="88200" x="3992563" y="3603625"/>
          <p14:tracePt t="88207" x="4092575" y="3641725"/>
          <p14:tracePt t="88215" x="4192588" y="3667125"/>
          <p14:tracePt t="88223" x="4281488" y="3692525"/>
          <p14:tracePt t="88231" x="4356100" y="3703638"/>
          <p14:tracePt t="88239" x="4418013" y="3741738"/>
          <p14:tracePt t="88247" x="4468813" y="3754438"/>
          <p14:tracePt t="88255" x="4530725" y="3767138"/>
          <p14:tracePt t="92343" x="4543425" y="3767138"/>
          <p14:tracePt t="92351" x="4556125" y="3767138"/>
          <p14:tracePt t="92983" x="4568825" y="3767138"/>
          <p14:tracePt t="93951" x="4581525" y="3779838"/>
          <p14:tracePt t="93959" x="4581525" y="3792538"/>
          <p14:tracePt t="93991" x="4581525" y="3816350"/>
          <p14:tracePt t="94015" x="4581525" y="3829050"/>
          <p14:tracePt t="94023" x="4581525" y="3841750"/>
          <p14:tracePt t="94031" x="4581525" y="3854450"/>
          <p14:tracePt t="94039" x="4581525" y="3879850"/>
          <p14:tracePt t="94047" x="4581525" y="3916363"/>
          <p14:tracePt t="94055" x="4581525" y="3941763"/>
          <p14:tracePt t="94063" x="4581525" y="3967163"/>
          <p14:tracePt t="94071" x="4581525" y="4005263"/>
          <p14:tracePt t="94079" x="4581525" y="4054475"/>
          <p14:tracePt t="94088" x="4581525" y="4105275"/>
          <p14:tracePt t="94095" x="4581525" y="4205288"/>
          <p14:tracePt t="94103" x="4581525" y="4292600"/>
          <p14:tracePt t="94111" x="4581525" y="4392613"/>
          <p14:tracePt t="94119" x="4581525" y="4467225"/>
          <p14:tracePt t="94127" x="4568825" y="4543425"/>
          <p14:tracePt t="94135" x="4568825" y="4592638"/>
          <p14:tracePt t="94143" x="4556125" y="4656138"/>
          <p14:tracePt t="94151" x="4556125" y="4692650"/>
          <p14:tracePt t="94159" x="4543425" y="4718050"/>
          <p14:tracePt t="94167" x="4543425" y="4730750"/>
          <p14:tracePt t="94175" x="4543425" y="4743450"/>
          <p14:tracePt t="94183" x="4543425" y="4756150"/>
          <p14:tracePt t="94191" x="4543425" y="4768850"/>
          <p14:tracePt t="94207" x="4543425" y="4779963"/>
          <p14:tracePt t="94215" x="4543425" y="4792663"/>
          <p14:tracePt t="94231" x="4543425" y="4805363"/>
          <p14:tracePt t="94239" x="4543425" y="4830763"/>
          <p14:tracePt t="94247" x="4543425" y="4843463"/>
          <p14:tracePt t="94255" x="4543425" y="4856163"/>
          <p14:tracePt t="94263" x="4543425" y="4868863"/>
          <p14:tracePt t="94272" x="4543425" y="4879975"/>
          <p14:tracePt t="94287" x="4530725" y="4892675"/>
          <p14:tracePt t="94295" x="4481513" y="4892675"/>
          <p14:tracePt t="94303" x="4406900" y="4892675"/>
          <p14:tracePt t="94311" x="4294188" y="4892675"/>
          <p14:tracePt t="94319" x="4143375" y="4892675"/>
          <p14:tracePt t="94327" x="3968750" y="4892675"/>
          <p14:tracePt t="94335" x="3792538" y="4892675"/>
          <p14:tracePt t="94343" x="3579813" y="4843463"/>
          <p14:tracePt t="94351" x="3328988" y="4756150"/>
          <p14:tracePt t="94359" x="3128963" y="4718050"/>
          <p14:tracePt t="94367" x="2992438" y="4667250"/>
          <p14:tracePt t="94375" x="2867025" y="4630738"/>
          <p14:tracePt t="94384" x="2767013" y="4605338"/>
          <p14:tracePt t="94391" x="2678113" y="4579938"/>
          <p14:tracePt t="94399" x="2603500" y="4554538"/>
          <p14:tracePt t="94407" x="2578100" y="4554538"/>
          <p14:tracePt t="94415" x="2528888" y="4543425"/>
          <p14:tracePt t="94423" x="2490788" y="4543425"/>
          <p14:tracePt t="94431" x="2465388" y="4543425"/>
          <p14:tracePt t="94439" x="2428875" y="4518025"/>
          <p14:tracePt t="94447" x="2390775" y="4505325"/>
          <p14:tracePt t="94456" x="2339975" y="4492625"/>
          <p14:tracePt t="94463" x="2290763" y="4492625"/>
          <p14:tracePt t="94472" x="2228850" y="4492625"/>
          <p14:tracePt t="94479" x="2165350" y="4467225"/>
          <p14:tracePt t="94487" x="2103438" y="4467225"/>
          <p14:tracePt t="94495" x="2052638" y="4467225"/>
          <p14:tracePt t="94503" x="1990725" y="4467225"/>
          <p14:tracePt t="94511" x="1952625" y="4467225"/>
          <p14:tracePt t="94519" x="1927225" y="4467225"/>
          <p14:tracePt t="94527" x="1890713" y="4467225"/>
          <p14:tracePt t="94535" x="1852613" y="4467225"/>
          <p14:tracePt t="94543" x="1814513" y="4467225"/>
          <p14:tracePt t="94551" x="1765300" y="4467225"/>
          <p14:tracePt t="94559" x="1727200" y="4467225"/>
          <p14:tracePt t="94568" x="1677988" y="4467225"/>
          <p14:tracePt t="94575" x="1627188" y="4467225"/>
          <p14:tracePt t="94583" x="1577975" y="4467225"/>
          <p14:tracePt t="94591" x="1527175" y="4479925"/>
          <p14:tracePt t="94599" x="1489075" y="4479925"/>
          <p14:tracePt t="94607" x="1439863" y="4518025"/>
          <p14:tracePt t="94615" x="1414463" y="4530725"/>
          <p14:tracePt t="94623" x="1376363" y="4579938"/>
          <p14:tracePt t="94631" x="1352550" y="4592638"/>
          <p14:tracePt t="94640" x="1339850" y="4618038"/>
          <p14:tracePt t="94647" x="1339850" y="4656138"/>
          <p14:tracePt t="94656" x="1339850" y="4692650"/>
          <p14:tracePt t="94663" x="1314450" y="4730750"/>
          <p14:tracePt t="94671" x="1301750" y="4768850"/>
          <p14:tracePt t="94679" x="1301750" y="4805363"/>
          <p14:tracePt t="94687" x="1301750" y="4843463"/>
          <p14:tracePt t="94695" x="1301750" y="4879975"/>
          <p14:tracePt t="94703" x="1301750" y="4905375"/>
          <p14:tracePt t="94711" x="1301750" y="4930775"/>
          <p14:tracePt t="94719" x="1301750" y="4943475"/>
          <p14:tracePt t="94727" x="1301750" y="4981575"/>
          <p14:tracePt t="94743" x="1301750" y="4992688"/>
          <p14:tracePt t="94759" x="1301750" y="5005388"/>
          <p14:tracePt t="94783" x="1301750" y="5030788"/>
          <p14:tracePt t="94791" x="1301750" y="5043488"/>
          <p14:tracePt t="94807" x="1301750" y="5056188"/>
          <p14:tracePt t="94919" x="1301750" y="5081588"/>
          <p14:tracePt t="94927" x="1301750" y="5092700"/>
          <p14:tracePt t="94935" x="1314450" y="5105400"/>
          <p14:tracePt t="94952" x="1327150" y="5130800"/>
          <p14:tracePt t="94959" x="1339850" y="5130800"/>
          <p14:tracePt t="94967" x="1352550" y="5143500"/>
          <p14:tracePt t="94983" x="1363663" y="5156200"/>
          <p14:tracePt t="94991" x="1363663" y="5168900"/>
          <p14:tracePt t="94999" x="1376363" y="5168900"/>
          <p14:tracePt t="95024" x="1389063" y="5194300"/>
          <p14:tracePt t="95031" x="1414463" y="5205413"/>
          <p14:tracePt t="95039" x="1427163" y="5218113"/>
          <p14:tracePt t="95047" x="1439863" y="5243513"/>
          <p14:tracePt t="95055" x="1476375" y="5268913"/>
          <p14:tracePt t="95063" x="1501775" y="5318125"/>
          <p14:tracePt t="95071" x="1539875" y="5356225"/>
          <p14:tracePt t="95079" x="1577975" y="5394325"/>
          <p14:tracePt t="95087" x="1627188" y="5418138"/>
          <p14:tracePt t="95095" x="1652588" y="5430838"/>
          <p14:tracePt t="95103" x="1689100" y="5443538"/>
          <p14:tracePt t="95111" x="1727200" y="5443538"/>
          <p14:tracePt t="95119" x="1752600" y="5468938"/>
          <p14:tracePt t="95127" x="1765300" y="5468938"/>
          <p14:tracePt t="95136" x="1778000" y="5468938"/>
          <p14:tracePt t="95151" x="1790700" y="5468938"/>
          <p14:tracePt t="95423" x="1801813" y="5468938"/>
          <p14:tracePt t="95495" x="1814513" y="5468938"/>
          <p14:tracePt t="95551" x="1827213" y="5468938"/>
          <p14:tracePt t="95567" x="1839913" y="5468938"/>
          <p14:tracePt t="95583" x="1852613" y="5468938"/>
          <p14:tracePt t="95615" x="1865313" y="5468938"/>
          <p14:tracePt t="95807" x="1878013" y="5468938"/>
          <p14:tracePt t="96159" x="1878013" y="5443538"/>
          <p14:tracePt t="96168" x="1878013" y="5394325"/>
          <p14:tracePt t="96175" x="1890713" y="5343525"/>
          <p14:tracePt t="96183" x="1939925" y="5268913"/>
          <p14:tracePt t="96191" x="1965325" y="5205413"/>
          <p14:tracePt t="96199" x="2003425" y="5156200"/>
          <p14:tracePt t="96207" x="2014538" y="5092700"/>
          <p14:tracePt t="96215" x="2027238" y="5043488"/>
          <p14:tracePt t="96223" x="2027238" y="5005388"/>
          <p14:tracePt t="96231" x="2027238" y="4981575"/>
          <p14:tracePt t="96239" x="2027238" y="4956175"/>
          <p14:tracePt t="96247" x="2014538" y="4930775"/>
          <p14:tracePt t="96263" x="2003425" y="4905375"/>
          <p14:tracePt t="96271" x="2003425" y="4879975"/>
          <p14:tracePt t="96279" x="1990725" y="4856163"/>
          <p14:tracePt t="96287" x="1978025" y="4830763"/>
          <p14:tracePt t="96295" x="1978025" y="4818063"/>
          <p14:tracePt t="96303" x="1965325" y="4792663"/>
          <p14:tracePt t="96311" x="1965325" y="4779963"/>
          <p14:tracePt t="96319" x="1965325" y="4768850"/>
          <p14:tracePt t="96328" x="1965325" y="4743450"/>
          <p14:tracePt t="96344" x="1965325" y="4730750"/>
          <p14:tracePt t="96351" x="1965325" y="4718050"/>
          <p14:tracePt t="96359" x="1965325" y="4705350"/>
          <p14:tracePt t="96367" x="1965325" y="4692650"/>
          <p14:tracePt t="96383" x="1965325" y="4667250"/>
          <p14:tracePt t="96399" x="1952625" y="4667250"/>
          <p14:tracePt t="96415" x="1952625" y="4656138"/>
          <p14:tracePt t="96423" x="1939925" y="4656138"/>
          <p14:tracePt t="96431" x="1927225" y="4656138"/>
          <p14:tracePt t="96447" x="1914525" y="4656138"/>
          <p14:tracePt t="96455" x="1903413" y="4656138"/>
          <p14:tracePt t="96471" x="1890713" y="4656138"/>
          <p14:tracePt t="96479" x="1878013" y="4656138"/>
          <p14:tracePt t="96487" x="1865313" y="4656138"/>
          <p14:tracePt t="96503" x="1852613" y="4656138"/>
          <p14:tracePt t="96512" x="1827213" y="4656138"/>
          <p14:tracePt t="96528" x="1814513" y="4656138"/>
          <p14:tracePt t="96535" x="1801813" y="4656138"/>
          <p14:tracePt t="96543" x="1790700" y="4656138"/>
          <p14:tracePt t="96559" x="1778000" y="4656138"/>
          <p14:tracePt t="96759" x="1765300" y="4656138"/>
          <p14:tracePt t="96775" x="1752600" y="4656138"/>
          <p14:tracePt t="96799" x="1739900" y="4656138"/>
          <p14:tracePt t="96815" x="1714500" y="4656138"/>
          <p14:tracePt t="96823" x="1701800" y="4667250"/>
          <p14:tracePt t="96831" x="1665288" y="4667250"/>
          <p14:tracePt t="96839" x="1614488" y="4679950"/>
          <p14:tracePt t="96847" x="1577975" y="4679950"/>
          <p14:tracePt t="96855" x="1527175" y="4679950"/>
          <p14:tracePt t="96863" x="1476375" y="4705350"/>
          <p14:tracePt t="96871" x="1452563" y="4705350"/>
          <p14:tracePt t="96879" x="1414463" y="4705350"/>
          <p14:tracePt t="96887" x="1389063" y="4705350"/>
          <p14:tracePt t="96903" x="1376363" y="4705350"/>
          <p14:tracePt t="96919" x="1363663" y="4705350"/>
          <p14:tracePt t="96935" x="1352550" y="4705350"/>
          <p14:tracePt t="96943" x="1339850" y="4705350"/>
          <p14:tracePt t="96959" x="1289050" y="4705350"/>
          <p14:tracePt t="96967" x="1263650" y="4705350"/>
          <p14:tracePt t="96975" x="1252538" y="4705350"/>
          <p14:tracePt t="96983" x="1227138" y="4705350"/>
          <p14:tracePt t="96991" x="1214438" y="4705350"/>
          <p14:tracePt t="96999" x="1189038" y="4705350"/>
          <p14:tracePt t="97008" x="1176338" y="4705350"/>
          <p14:tracePt t="97015" x="1163638" y="4705350"/>
          <p14:tracePt t="97023" x="1150938" y="4705350"/>
          <p14:tracePt t="97031" x="1139825" y="4705350"/>
          <p14:tracePt t="97055" x="1127125" y="4705350"/>
          <p14:tracePt t="97063" x="1101725" y="4705350"/>
          <p14:tracePt t="97071" x="1089025" y="4705350"/>
          <p14:tracePt t="97080" x="1076325" y="4705350"/>
          <p14:tracePt t="97087" x="1050925" y="4705350"/>
          <p14:tracePt t="97096" x="1027113" y="4705350"/>
          <p14:tracePt t="97111" x="1014413" y="4705350"/>
          <p14:tracePt t="97119" x="976313" y="4692650"/>
          <p14:tracePt t="97127" x="963613" y="4692650"/>
          <p14:tracePt t="97135" x="950913" y="4692650"/>
          <p14:tracePt t="97143" x="938213" y="4692650"/>
          <p14:tracePt t="97151" x="925513" y="4679950"/>
          <p14:tracePt t="97167" x="914400" y="4679950"/>
          <p14:tracePt t="97175" x="901700" y="4679950"/>
          <p14:tracePt t="97183" x="889000" y="4679950"/>
          <p14:tracePt t="97192" x="876300" y="4679950"/>
          <p14:tracePt t="97199" x="863600" y="4679950"/>
          <p14:tracePt t="97207" x="850900" y="4679950"/>
          <p14:tracePt t="97215" x="838200" y="4679950"/>
          <p14:tracePt t="97223" x="825500" y="4679950"/>
          <p14:tracePt t="97231" x="814388" y="4679950"/>
          <p14:tracePt t="97247" x="801688" y="4679950"/>
          <p14:tracePt t="97255" x="788988" y="4679950"/>
          <p14:tracePt t="97264" x="776288" y="4667250"/>
          <p14:tracePt t="97271" x="750888" y="4667250"/>
          <p14:tracePt t="97287" x="738188" y="4667250"/>
          <p14:tracePt t="97295" x="712788" y="4667250"/>
          <p14:tracePt t="97311" x="701675" y="4667250"/>
          <p14:tracePt t="97319" x="676275" y="4667250"/>
          <p14:tracePt t="97335" x="663575" y="4656138"/>
          <p14:tracePt t="97351" x="638175" y="4656138"/>
          <p14:tracePt t="97407" x="625475" y="4656138"/>
          <p14:tracePt t="97455" x="612775" y="4656138"/>
          <p14:tracePt t="97567" x="600075" y="4656138"/>
          <p14:tracePt t="98839" x="600075" y="4667250"/>
          <p14:tracePt t="98847" x="600075" y="4705350"/>
          <p14:tracePt t="98855" x="600075" y="4718050"/>
          <p14:tracePt t="98863" x="600075" y="4730750"/>
          <p14:tracePt t="98871" x="600075" y="4743450"/>
          <p14:tracePt t="98880" x="612775" y="4743450"/>
          <p14:tracePt t="98887" x="625475" y="4768850"/>
          <p14:tracePt t="98895" x="638175" y="4768850"/>
          <p14:tracePt t="98903" x="663575" y="4768850"/>
          <p14:tracePt t="98919" x="676275" y="4768850"/>
          <p14:tracePt t="98947" x="712788" y="4768850"/>
          <p14:tracePt t="98951" x="763588" y="4768850"/>
          <p14:tracePt t="98959" x="801688" y="4768850"/>
          <p14:tracePt t="98968" x="850900" y="4768850"/>
          <p14:tracePt t="98975" x="901700" y="4768850"/>
          <p14:tracePt t="98983" x="950913" y="4768850"/>
          <p14:tracePt t="98991" x="976313" y="4743450"/>
          <p14:tracePt t="98999" x="1001713" y="4730750"/>
          <p14:tracePt t="99007" x="1001713" y="4718050"/>
          <p14:tracePt t="99015" x="1001713" y="4692650"/>
          <p14:tracePt t="99023" x="1001713" y="4679950"/>
          <p14:tracePt t="99031" x="1001713" y="4667250"/>
          <p14:tracePt t="99039" x="989013" y="4643438"/>
          <p14:tracePt t="99047" x="976313" y="4618038"/>
          <p14:tracePt t="99055" x="938213" y="4605338"/>
          <p14:tracePt t="99064" x="901700" y="4605338"/>
          <p14:tracePt t="99071" x="838200" y="4579938"/>
          <p14:tracePt t="99079" x="801688" y="4567238"/>
          <p14:tracePt t="99087" x="750888" y="4567238"/>
          <p14:tracePt t="99095" x="701675" y="4567238"/>
          <p14:tracePt t="99103" x="650875" y="4567238"/>
          <p14:tracePt t="99111" x="600075" y="4567238"/>
          <p14:tracePt t="99119" x="588963" y="4567238"/>
          <p14:tracePt t="99127" x="538163" y="4567238"/>
          <p14:tracePt t="99136" x="538163" y="4618038"/>
          <p14:tracePt t="99143" x="538163" y="4667250"/>
          <p14:tracePt t="99152" x="512763" y="4718050"/>
          <p14:tracePt t="99159" x="512763" y="4768850"/>
          <p14:tracePt t="99167" x="512763" y="4818063"/>
          <p14:tracePt t="99175" x="512763" y="4856163"/>
          <p14:tracePt t="99183" x="512763" y="4892675"/>
          <p14:tracePt t="99191" x="512763" y="4930775"/>
          <p14:tracePt t="99199" x="563563" y="4956175"/>
          <p14:tracePt t="99207" x="588963" y="4981575"/>
          <p14:tracePt t="99215" x="638175" y="5005388"/>
          <p14:tracePt t="99223" x="712788" y="5018088"/>
          <p14:tracePt t="99231" x="763588" y="5030788"/>
          <p14:tracePt t="99239" x="838200" y="5043488"/>
          <p14:tracePt t="99248" x="876300" y="5043488"/>
          <p14:tracePt t="99255" x="889000" y="5043488"/>
          <p14:tracePt t="99271" x="901700" y="5043488"/>
          <p14:tracePt t="99279" x="901700" y="5030788"/>
          <p14:tracePt t="99287" x="901700" y="5005388"/>
          <p14:tracePt t="99295" x="901700" y="4968875"/>
          <p14:tracePt t="99303" x="901700" y="4930775"/>
          <p14:tracePt t="99311" x="901700" y="4879975"/>
          <p14:tracePt t="99319" x="876300" y="4830763"/>
          <p14:tracePt t="99327" x="876300" y="4805363"/>
          <p14:tracePt t="99336" x="876300" y="4792663"/>
          <p14:tracePt t="99343" x="850900" y="4779963"/>
          <p14:tracePt t="99351" x="850900" y="4768850"/>
          <p14:tracePt t="99591" x="850900" y="4756150"/>
          <p14:tracePt t="99639" x="863600" y="4756150"/>
          <p14:tracePt t="100167" x="889000" y="4756150"/>
          <p14:tracePt t="100175" x="914400" y="4756150"/>
          <p14:tracePt t="100183" x="950913" y="4756150"/>
          <p14:tracePt t="100191" x="989013" y="4756150"/>
          <p14:tracePt t="100200" x="1050925" y="4756150"/>
          <p14:tracePt t="100207" x="1127125" y="4756150"/>
          <p14:tracePt t="100215" x="1252538" y="4756150"/>
          <p14:tracePt t="100223" x="1376363" y="4756150"/>
          <p14:tracePt t="100231" x="1527175" y="4756150"/>
          <p14:tracePt t="100239" x="1627188" y="4756150"/>
          <p14:tracePt t="100247" x="1677988" y="4756150"/>
          <p14:tracePt t="100255" x="1701800" y="4743450"/>
          <p14:tracePt t="100272" x="1714500" y="4743450"/>
          <p14:tracePt t="100391" x="1701800" y="4743450"/>
          <p14:tracePt t="100399" x="1677988" y="4743450"/>
          <p14:tracePt t="100407" x="1652588" y="4743450"/>
          <p14:tracePt t="100415" x="1639888" y="4730750"/>
          <p14:tracePt t="100423" x="1627188" y="4718050"/>
          <p14:tracePt t="100431" x="1601788" y="4705350"/>
          <p14:tracePt t="100447" x="1589088" y="4692650"/>
          <p14:tracePt t="100456" x="1565275" y="4656138"/>
          <p14:tracePt t="100463" x="1565275" y="4618038"/>
          <p14:tracePt t="100471" x="1565275" y="4579938"/>
          <p14:tracePt t="100479" x="1552575" y="4530725"/>
          <p14:tracePt t="100487" x="1539875" y="4492625"/>
          <p14:tracePt t="100495" x="1539875" y="4467225"/>
          <p14:tracePt t="100503" x="1539875" y="4430713"/>
          <p14:tracePt t="100511" x="1539875" y="4392613"/>
          <p14:tracePt t="100519" x="1539875" y="4341813"/>
          <p14:tracePt t="100527" x="1539875" y="4305300"/>
          <p14:tracePt t="100535" x="1514475" y="4254500"/>
          <p14:tracePt t="100543" x="1514475" y="4205288"/>
          <p14:tracePt t="100551" x="1514475" y="4141788"/>
          <p14:tracePt t="100559" x="1514475" y="4092575"/>
          <p14:tracePt t="100568" x="1514475" y="4079875"/>
          <p14:tracePt t="100575" x="1514475" y="4041775"/>
          <p14:tracePt t="100583" x="1514475" y="4029075"/>
          <p14:tracePt t="100607" x="1501775" y="4017963"/>
          <p14:tracePt t="101007" x="1501775" y="4079875"/>
          <p14:tracePt t="101015" x="1552575" y="4330700"/>
          <p14:tracePt t="101024" x="1701800" y="4567238"/>
          <p14:tracePt t="101031" x="1814513" y="4692650"/>
          <p14:tracePt t="101039" x="1990725" y="4843463"/>
          <p14:tracePt t="101047" x="2127250" y="4968875"/>
          <p14:tracePt t="101055" x="2252663" y="5030788"/>
          <p14:tracePt t="101063" x="2339975" y="5068888"/>
          <p14:tracePt t="101071" x="2390775" y="5105400"/>
          <p14:tracePt t="101127" x="2403475" y="5118100"/>
          <p14:tracePt t="101135" x="2403475" y="5143500"/>
          <p14:tracePt t="101151" x="2378075" y="5143500"/>
          <p14:tracePt t="101159" x="2352675" y="5143500"/>
          <p14:tracePt t="101167" x="2328863" y="5143500"/>
          <p14:tracePt t="101175" x="2303463" y="5143500"/>
          <p14:tracePt t="101183" x="2278063" y="5118100"/>
          <p14:tracePt t="101191" x="2265363" y="5105400"/>
          <p14:tracePt t="101199" x="2252663" y="5068888"/>
          <p14:tracePt t="101208" x="2216150" y="5030788"/>
          <p14:tracePt t="101215" x="2190750" y="4981575"/>
          <p14:tracePt t="101223" x="2152650" y="4943475"/>
          <p14:tracePt t="101231" x="2127250" y="4918075"/>
          <p14:tracePt t="101239" x="2090738" y="4868863"/>
          <p14:tracePt t="101247" x="2065338" y="4843463"/>
          <p14:tracePt t="101255" x="2052638" y="4830763"/>
          <p14:tracePt t="101263" x="2014538" y="4792663"/>
          <p14:tracePt t="101271" x="1990725" y="4768850"/>
          <p14:tracePt t="101279" x="1978025" y="4756150"/>
          <p14:tracePt t="101287" x="1939925" y="4730750"/>
          <p14:tracePt t="101303" x="1914525" y="4705350"/>
          <p14:tracePt t="101311" x="1890713" y="4705350"/>
          <p14:tracePt t="101320" x="1878013" y="4692650"/>
          <p14:tracePt t="101327" x="1865313" y="4692650"/>
          <p14:tracePt t="101335" x="1852613" y="4679950"/>
          <p14:tracePt t="101383" x="1839913" y="4679950"/>
          <p14:tracePt t="101463" x="1827213" y="4679950"/>
          <p14:tracePt t="101479" x="1814513" y="4679950"/>
          <p14:tracePt t="101519" x="1801813" y="4679950"/>
          <p14:tracePt t="101551" x="1790700" y="4679950"/>
          <p14:tracePt t="101791" x="1801813" y="4679950"/>
          <p14:tracePt t="101807" x="1814513" y="4679950"/>
          <p14:tracePt t="101815" x="1852613" y="4679950"/>
          <p14:tracePt t="101831" x="1878013" y="4679950"/>
          <p14:tracePt t="101839" x="1890713" y="4679950"/>
          <p14:tracePt t="101847" x="1903413" y="4679950"/>
          <p14:tracePt t="101855" x="1927225" y="4679950"/>
          <p14:tracePt t="101863" x="1939925" y="4679950"/>
          <p14:tracePt t="101879" x="1952625" y="4679950"/>
          <p14:tracePt t="101888" x="1965325" y="4679950"/>
          <p14:tracePt t="101903" x="1978025" y="4679950"/>
          <p14:tracePt t="101911" x="1990725" y="4679950"/>
          <p14:tracePt t="101919" x="2014538" y="4679950"/>
          <p14:tracePt t="101927" x="2039938" y="4679950"/>
          <p14:tracePt t="101943" x="2052638" y="4679950"/>
          <p14:tracePt t="101956" x="2078038" y="4705350"/>
          <p14:tracePt t="101967" x="2090738" y="4705350"/>
          <p14:tracePt t="101983" x="2103438" y="4705350"/>
          <p14:tracePt t="101991" x="2116138" y="4705350"/>
          <p14:tracePt t="101999" x="2127250" y="4705350"/>
          <p14:tracePt t="102015" x="2152650" y="4705350"/>
          <p14:tracePt t="102023" x="2165350" y="4705350"/>
          <p14:tracePt t="102031" x="2178050" y="4705350"/>
          <p14:tracePt t="102039" x="2190750" y="4705350"/>
          <p14:tracePt t="102047" x="2203450" y="4705350"/>
          <p14:tracePt t="102055" x="2216150" y="4705350"/>
          <p14:tracePt t="102135" x="2228850" y="4705350"/>
          <p14:tracePt t="102151" x="2239963" y="4705350"/>
          <p14:tracePt t="102167" x="2252663" y="4705350"/>
          <p14:tracePt t="102183" x="2265363" y="4705350"/>
          <p14:tracePt t="102199" x="2278063" y="4705350"/>
          <p14:tracePt t="102215" x="2328863" y="4705350"/>
          <p14:tracePt t="102223" x="2365375" y="4705350"/>
          <p14:tracePt t="102231" x="2428875" y="4718050"/>
          <p14:tracePt t="102239" x="2503488" y="4730750"/>
          <p14:tracePt t="102247" x="2578100" y="4730750"/>
          <p14:tracePt t="102256" x="2667000" y="4730750"/>
          <p14:tracePt t="102263" x="2728913" y="4730750"/>
          <p14:tracePt t="102271" x="2790825" y="4730750"/>
          <p14:tracePt t="102279" x="2841625" y="4730750"/>
          <p14:tracePt t="102287" x="2879725" y="4730750"/>
          <p14:tracePt t="102639" x="2890838" y="4730750"/>
          <p14:tracePt t="102647" x="2916238" y="4730750"/>
          <p14:tracePt t="102655" x="2941638" y="4730750"/>
          <p14:tracePt t="102663" x="2979738" y="4730750"/>
          <p14:tracePt t="102671" x="3054350" y="4730750"/>
          <p14:tracePt t="102679" x="3205163" y="4730750"/>
          <p14:tracePt t="102687" x="3367088" y="4730750"/>
          <p14:tracePt t="102695" x="3517900" y="4730750"/>
          <p14:tracePt t="102703" x="3654425" y="4730750"/>
          <p14:tracePt t="102712" x="3756025" y="4730750"/>
          <p14:tracePt t="102719" x="3830638" y="4730750"/>
          <p14:tracePt t="102727" x="3905250" y="4730750"/>
          <p14:tracePt t="102735" x="3956050" y="4730750"/>
          <p14:tracePt t="102743" x="3968750" y="4730750"/>
          <p14:tracePt t="102991" x="3930650" y="4730750"/>
          <p14:tracePt t="102999" x="3917950" y="4730750"/>
          <p14:tracePt t="103007" x="3867150" y="4756150"/>
          <p14:tracePt t="103015" x="3843338" y="4756150"/>
          <p14:tracePt t="103023" x="3817938" y="4756150"/>
          <p14:tracePt t="103031" x="3767138" y="4756150"/>
          <p14:tracePt t="103039" x="3730625" y="4756150"/>
          <p14:tracePt t="103047" x="3679825" y="4756150"/>
          <p14:tracePt t="103063" x="3667125" y="4756150"/>
          <p14:tracePt t="103647" x="3679825" y="4756150"/>
          <p14:tracePt t="103655" x="3717925" y="4756150"/>
          <p14:tracePt t="103663" x="3767138" y="4756150"/>
          <p14:tracePt t="103671" x="3805238" y="4756150"/>
          <p14:tracePt t="103679" x="3867150" y="4756150"/>
          <p14:tracePt t="103687" x="3917950" y="4756150"/>
          <p14:tracePt t="103695" x="3968750" y="4756150"/>
          <p14:tracePt t="103703" x="3979863" y="4756150"/>
          <p14:tracePt t="103711" x="4005263" y="4756150"/>
          <p14:tracePt t="103719" x="4017963" y="4756150"/>
          <p14:tracePt t="103759" x="4030663" y="4756150"/>
          <p14:tracePt t="103775" x="4043363" y="4756150"/>
          <p14:tracePt t="103847" x="4056063" y="4743450"/>
          <p14:tracePt t="103863" x="4068763" y="4730750"/>
          <p14:tracePt t="103895" x="4068763" y="4718050"/>
          <p14:tracePt t="103903" x="4081463" y="4718050"/>
          <p14:tracePt t="103919" x="4081463" y="4705350"/>
          <p14:tracePt t="104615" x="4092575" y="4705350"/>
          <p14:tracePt t="104623" x="4117975" y="4705350"/>
          <p14:tracePt t="104631" x="4130675" y="4705350"/>
          <p14:tracePt t="104639" x="4168775" y="4705350"/>
          <p14:tracePt t="104647" x="4181475" y="4705350"/>
          <p14:tracePt t="104655" x="4217988" y="4705350"/>
          <p14:tracePt t="104783" x="4230688" y="4705350"/>
          <p14:tracePt t="104799" x="4243388" y="4705350"/>
          <p14:tracePt t="104823" x="4256088" y="4705350"/>
          <p14:tracePt t="104831" x="4281488" y="4705350"/>
          <p14:tracePt t="104839" x="4305300" y="4705350"/>
          <p14:tracePt t="104847" x="4356100" y="4679950"/>
          <p14:tracePt t="104855" x="4418013" y="4679950"/>
          <p14:tracePt t="104863" x="4468813" y="4667250"/>
          <p14:tracePt t="104871" x="4506913" y="4656138"/>
          <p14:tracePt t="104880" x="4556125" y="4656138"/>
          <p14:tracePt t="104887" x="4581525" y="4630738"/>
          <p14:tracePt t="104895" x="4606925" y="4630738"/>
          <p14:tracePt t="104911" x="4630738" y="4630738"/>
          <p14:tracePt t="105159" x="4643438" y="4630738"/>
          <p14:tracePt t="105167" x="4681538" y="4630738"/>
          <p14:tracePt t="105175" x="4706938" y="4630738"/>
          <p14:tracePt t="105183" x="4743450" y="4630738"/>
          <p14:tracePt t="105191" x="4768850" y="4630738"/>
          <p14:tracePt t="105199" x="4781550" y="4630738"/>
          <p14:tracePt t="105207" x="4806950" y="4630738"/>
          <p14:tracePt t="105215" x="4819650" y="4630738"/>
          <p14:tracePt t="105223" x="4856163" y="4630738"/>
          <p14:tracePt t="105231" x="4856163" y="4618038"/>
          <p14:tracePt t="105239" x="4868863" y="4618038"/>
          <p14:tracePt t="105248" x="4881563" y="4618038"/>
          <p14:tracePt t="105343" x="4894263" y="4618038"/>
          <p14:tracePt t="105351" x="4906963" y="4605338"/>
          <p14:tracePt t="105455" x="4919663" y="4605338"/>
          <p14:tracePt t="105503" x="4932363" y="4605338"/>
          <p14:tracePt t="105511" x="4945063" y="4605338"/>
          <p14:tracePt t="105799" x="4906963" y="4592638"/>
          <p14:tracePt t="105807" x="4768850" y="4592638"/>
          <p14:tracePt t="105815" x="4568825" y="4592638"/>
          <p14:tracePt t="105823" x="4205288" y="4643438"/>
          <p14:tracePt t="105831" x="3943350" y="4718050"/>
          <p14:tracePt t="105839" x="3567113" y="4792663"/>
          <p14:tracePt t="105847" x="3179763" y="4843463"/>
          <p14:tracePt t="105855" x="2928938" y="4868863"/>
          <p14:tracePt t="105863" x="2716213" y="4868863"/>
          <p14:tracePt t="105871" x="2590800" y="4868863"/>
          <p14:tracePt t="105879" x="2490788" y="4868863"/>
          <p14:tracePt t="105887" x="2416175" y="4868863"/>
          <p14:tracePt t="105895" x="2365375" y="4879975"/>
          <p14:tracePt t="105903" x="2352675" y="4879975"/>
          <p14:tracePt t="105911" x="2339975" y="4892675"/>
          <p14:tracePt t="105919" x="2328863" y="4892675"/>
          <p14:tracePt t="105935" x="2303463" y="4892675"/>
          <p14:tracePt t="105967" x="2265363" y="4905375"/>
          <p14:tracePt t="105975" x="2265363" y="4918075"/>
          <p14:tracePt t="105983" x="2239963" y="4918075"/>
          <p14:tracePt t="105991" x="2228850" y="4918075"/>
          <p14:tracePt t="105999" x="2203450" y="4918075"/>
          <p14:tracePt t="106015" x="2190750" y="4930775"/>
          <p14:tracePt t="106031" x="2165350" y="4943475"/>
          <p14:tracePt t="106047" x="2127250" y="4956175"/>
          <p14:tracePt t="106055" x="2116138" y="4968875"/>
          <p14:tracePt t="106063" x="2065338" y="4968875"/>
          <p14:tracePt t="106071" x="2014538" y="4981575"/>
          <p14:tracePt t="106079" x="1939925" y="5005388"/>
          <p14:tracePt t="106087" x="1914525" y="5005388"/>
          <p14:tracePt t="106103" x="1903413" y="5018088"/>
          <p14:tracePt t="106431" x="1914525" y="5018088"/>
          <p14:tracePt t="106439" x="1927225" y="5018088"/>
          <p14:tracePt t="106447" x="1939925" y="5018088"/>
          <p14:tracePt t="106455" x="1952625" y="5018088"/>
          <p14:tracePt t="106463" x="1965325" y="5018088"/>
          <p14:tracePt t="106471" x="1990725" y="5018088"/>
          <p14:tracePt t="106479" x="2027238" y="5018088"/>
          <p14:tracePt t="106487" x="2078038" y="5018088"/>
          <p14:tracePt t="106495" x="2152650" y="5018088"/>
          <p14:tracePt t="106503" x="2239963" y="5005388"/>
          <p14:tracePt t="106511" x="2316163" y="5005388"/>
          <p14:tracePt t="106519" x="2390775" y="4992688"/>
          <p14:tracePt t="106527" x="2478088" y="4992688"/>
          <p14:tracePt t="106535" x="2541588" y="4992688"/>
          <p14:tracePt t="106543" x="2616200" y="4992688"/>
          <p14:tracePt t="106551" x="2667000" y="4992688"/>
          <p14:tracePt t="106559" x="2716213" y="4992688"/>
          <p14:tracePt t="106568" x="2767013" y="4992688"/>
          <p14:tracePt t="106575" x="2803525" y="4992688"/>
          <p14:tracePt t="106583" x="2816225" y="4992688"/>
          <p14:tracePt t="106759" x="2828925" y="4992688"/>
          <p14:tracePt t="106767" x="2816225" y="4968875"/>
          <p14:tracePt t="106775" x="2816225" y="4956175"/>
          <p14:tracePt t="106783" x="2803525" y="4943475"/>
          <p14:tracePt t="106791" x="2803525" y="4930775"/>
          <p14:tracePt t="106799" x="2790825" y="4918075"/>
          <p14:tracePt t="106807" x="2778125" y="4905375"/>
          <p14:tracePt t="106815" x="2767013" y="4879975"/>
          <p14:tracePt t="106824" x="2754313" y="4879975"/>
          <p14:tracePt t="106831" x="2754313" y="4843463"/>
          <p14:tracePt t="106840" x="2728913" y="4830763"/>
          <p14:tracePt t="106847" x="2728913" y="4818063"/>
          <p14:tracePt t="106855" x="2728913" y="4805363"/>
          <p14:tracePt t="106991" x="2767013" y="4830763"/>
          <p14:tracePt t="106999" x="2767013" y="4843463"/>
          <p14:tracePt t="107007" x="2790825" y="4868863"/>
          <p14:tracePt t="107015" x="2816225" y="4879975"/>
          <p14:tracePt t="107023" x="2828925" y="4905375"/>
          <p14:tracePt t="107031" x="2841625" y="4905375"/>
          <p14:tracePt t="107039" x="2867025" y="4930775"/>
          <p14:tracePt t="107055" x="2879725" y="4930775"/>
          <p14:tracePt t="107063" x="2890838" y="4943475"/>
          <p14:tracePt t="107087" x="2903538" y="4943475"/>
          <p14:tracePt t="107095" x="2928938" y="4943475"/>
          <p14:tracePt t="107103" x="2941638" y="4968875"/>
          <p14:tracePt t="107111" x="2967038" y="4968875"/>
          <p14:tracePt t="107119" x="3003550" y="4981575"/>
          <p14:tracePt t="107127" x="3028950" y="4981575"/>
          <p14:tracePt t="107247" x="3054350" y="4981575"/>
          <p14:tracePt t="107439" x="3067050" y="4981575"/>
          <p14:tracePt t="107463" x="3092450" y="4981575"/>
          <p14:tracePt t="107471" x="3103563" y="4981575"/>
          <p14:tracePt t="107479" x="3141663" y="4981575"/>
          <p14:tracePt t="107487" x="3179763" y="4981575"/>
          <p14:tracePt t="107495" x="3254375" y="4981575"/>
          <p14:tracePt t="107504" x="3328988" y="4992688"/>
          <p14:tracePt t="107511" x="3417888" y="4992688"/>
          <p14:tracePt t="107519" x="3505200" y="4992688"/>
          <p14:tracePt t="107527" x="3605213" y="4992688"/>
          <p14:tracePt t="107535" x="3667125" y="4992688"/>
          <p14:tracePt t="107543" x="3717925" y="4992688"/>
          <p14:tracePt t="107551" x="3779838" y="4992688"/>
          <p14:tracePt t="107559" x="3817938" y="4992688"/>
          <p14:tracePt t="107567" x="3830638" y="4992688"/>
          <p14:tracePt t="107575" x="3843338" y="4992688"/>
          <p14:tracePt t="107583" x="3856038" y="4992688"/>
          <p14:tracePt t="107759" x="3867150" y="4992688"/>
          <p14:tracePt t="107767" x="3943350" y="4992688"/>
          <p14:tracePt t="107776" x="3968750" y="4992688"/>
          <p14:tracePt t="107783" x="4005263" y="4992688"/>
          <p14:tracePt t="107791" x="4017963" y="4992688"/>
          <p14:tracePt t="107799" x="4043363" y="4992688"/>
          <p14:tracePt t="107807" x="4056063" y="4992688"/>
          <p14:tracePt t="107815" x="4081463" y="4992688"/>
          <p14:tracePt t="107823" x="4092575" y="4992688"/>
          <p14:tracePt t="107831" x="4130675" y="4992688"/>
          <p14:tracePt t="107839" x="4168775" y="4992688"/>
          <p14:tracePt t="107847" x="4192588" y="4992688"/>
          <p14:tracePt t="107855" x="4205288" y="4992688"/>
          <p14:tracePt t="107863" x="4217988" y="4992688"/>
          <p14:tracePt t="108335" x="4243388" y="4992688"/>
          <p14:tracePt t="108343" x="4330700" y="5018088"/>
          <p14:tracePt t="108351" x="4368800" y="5030788"/>
          <p14:tracePt t="108359" x="4430713" y="5030788"/>
          <p14:tracePt t="108367" x="4468813" y="5030788"/>
          <p14:tracePt t="108375" x="4494213" y="5030788"/>
          <p14:tracePt t="108383" x="4518025" y="5030788"/>
          <p14:tracePt t="108391" x="4543425" y="5030788"/>
          <p14:tracePt t="108399" x="4556125" y="5030788"/>
          <p14:tracePt t="108423" x="4556125" y="5018088"/>
          <p14:tracePt t="108431" x="4556125" y="5005388"/>
          <p14:tracePt t="108463" x="4556125" y="4992688"/>
          <p14:tracePt t="108527" x="4556125" y="4981575"/>
          <p14:tracePt t="108583" x="4543425" y="4981575"/>
          <p14:tracePt t="108599" x="4530725" y="4981575"/>
          <p14:tracePt t="108647" x="4518025" y="4981575"/>
          <p14:tracePt t="108687" x="4494213" y="4981575"/>
          <p14:tracePt t="108703" x="4481513" y="4992688"/>
          <p14:tracePt t="108719" x="4468813" y="4992688"/>
          <p14:tracePt t="108759" x="4456113" y="5005388"/>
          <p14:tracePt t="108775" x="4443413" y="5018088"/>
          <p14:tracePt t="108791" x="4430713" y="5030788"/>
          <p14:tracePt t="108895" x="4456113" y="5043488"/>
          <p14:tracePt t="108903" x="4506913" y="5043488"/>
          <p14:tracePt t="108911" x="4556125" y="5030788"/>
          <p14:tracePt t="108919" x="4606925" y="5030788"/>
          <p14:tracePt t="108927" x="4630738" y="5018088"/>
          <p14:tracePt t="108942" x="4656138" y="4981575"/>
          <p14:tracePt t="109079" x="4668838" y="4981575"/>
          <p14:tracePt t="109207" x="4694238" y="4981575"/>
          <p14:tracePt t="109215" x="4719638" y="4981575"/>
          <p14:tracePt t="109223" x="4743450" y="4992688"/>
          <p14:tracePt t="109231" x="4768850" y="5005388"/>
          <p14:tracePt t="109239" x="4794250" y="5018088"/>
          <p14:tracePt t="109247" x="4819650" y="5018088"/>
          <p14:tracePt t="109255" x="4856163" y="5018088"/>
          <p14:tracePt t="109263" x="4868863" y="5018088"/>
          <p14:tracePt t="109271" x="4894263" y="5018088"/>
          <p14:tracePt t="109280" x="4906963" y="5018088"/>
          <p14:tracePt t="109287" x="4919663" y="5018088"/>
          <p14:tracePt t="109295" x="4932363" y="5018088"/>
          <p14:tracePt t="109303" x="4945063" y="5018088"/>
          <p14:tracePt t="109383" x="4956175" y="5018088"/>
          <p14:tracePt t="109391" x="4968875" y="5018088"/>
          <p14:tracePt t="109399" x="4981575" y="5018088"/>
          <p14:tracePt t="109415" x="4994275" y="4992688"/>
          <p14:tracePt t="109447" x="5019675" y="4981575"/>
          <p14:tracePt t="109463" x="5019675" y="4968875"/>
          <p14:tracePt t="109471" x="5019675" y="4956175"/>
          <p14:tracePt t="109527" x="5019675" y="4943475"/>
          <p14:tracePt t="109543" x="5032375" y="4943475"/>
          <p14:tracePt t="109591" x="5045075" y="4930775"/>
          <p14:tracePt t="109695" x="5057775" y="4930775"/>
          <p14:tracePt t="110287" x="5057775" y="4918075"/>
          <p14:tracePt t="110295" x="4981575" y="4918075"/>
          <p14:tracePt t="110303" x="4919663" y="4918075"/>
          <p14:tracePt t="110311" x="4806950" y="4943475"/>
          <p14:tracePt t="110319" x="4668838" y="5005388"/>
          <p14:tracePt t="110327" x="4543425" y="5043488"/>
          <p14:tracePt t="110335" x="4330700" y="5105400"/>
          <p14:tracePt t="110343" x="4156075" y="5168900"/>
          <p14:tracePt t="110351" x="3979863" y="5205413"/>
          <p14:tracePt t="110359" x="3779838" y="5218113"/>
          <p14:tracePt t="110367" x="3479800" y="5281613"/>
          <p14:tracePt t="110375" x="3267075" y="5281613"/>
          <p14:tracePt t="110383" x="3141663" y="5281613"/>
          <p14:tracePt t="110391" x="3041650" y="5281613"/>
          <p14:tracePt t="110399" x="2916238" y="5281613"/>
          <p14:tracePt t="110407" x="2816225" y="5281613"/>
          <p14:tracePt t="110415" x="2754313" y="5281613"/>
          <p14:tracePt t="110423" x="2690813" y="5281613"/>
          <p14:tracePt t="110431" x="2616200" y="5294313"/>
          <p14:tracePt t="110439" x="2590800" y="5294313"/>
          <p14:tracePt t="110447" x="2541588" y="5294313"/>
          <p14:tracePt t="110455" x="2516188" y="5305425"/>
          <p14:tracePt t="110463" x="2465388" y="5330825"/>
          <p14:tracePt t="110471" x="2428875" y="5343525"/>
          <p14:tracePt t="110479" x="2378075" y="5343525"/>
          <p14:tracePt t="110487" x="2316163" y="5356225"/>
          <p14:tracePt t="110495" x="2290763" y="5356225"/>
          <p14:tracePt t="110503" x="2278063" y="5356225"/>
          <p14:tracePt t="110511" x="2239963" y="5356225"/>
          <p14:tracePt t="110519" x="2228850" y="5356225"/>
          <p14:tracePt t="110527" x="2203450" y="5356225"/>
          <p14:tracePt t="110543" x="2190750" y="5356225"/>
          <p14:tracePt t="110551" x="2165350" y="5356225"/>
          <p14:tracePt t="110559" x="2116138" y="5356225"/>
          <p14:tracePt t="110567" x="2078038" y="5356225"/>
          <p14:tracePt t="110575" x="2039938" y="5356225"/>
          <p14:tracePt t="110583" x="2003425" y="5356225"/>
          <p14:tracePt t="110591" x="1978025" y="5356225"/>
          <p14:tracePt t="110607" x="1965325" y="5356225"/>
          <p14:tracePt t="110623" x="1939925" y="5356225"/>
          <p14:tracePt t="110631" x="1927225" y="5343525"/>
          <p14:tracePt t="110639" x="1914525" y="5343525"/>
          <p14:tracePt t="110647" x="1890713" y="5343525"/>
          <p14:tracePt t="110655" x="1865313" y="5330825"/>
          <p14:tracePt t="110663" x="1839913" y="5330825"/>
          <p14:tracePt t="110671" x="1814513" y="5330825"/>
          <p14:tracePt t="110679" x="1801813" y="5330825"/>
          <p14:tracePt t="110687" x="1790700" y="5330825"/>
          <p14:tracePt t="110696" x="1765300" y="5318125"/>
          <p14:tracePt t="110743" x="1752600" y="5318125"/>
          <p14:tracePt t="110751" x="1739900" y="5318125"/>
          <p14:tracePt t="110767" x="1727200" y="5318125"/>
          <p14:tracePt t="110895" x="1739900" y="5318125"/>
          <p14:tracePt t="110903" x="1814513" y="5305425"/>
          <p14:tracePt t="110911" x="1903413" y="5294313"/>
          <p14:tracePt t="110919" x="2014538" y="5268913"/>
          <p14:tracePt t="110927" x="2152650" y="5256213"/>
          <p14:tracePt t="110935" x="2303463" y="5230813"/>
          <p14:tracePt t="110943" x="2428875" y="5218113"/>
          <p14:tracePt t="110952" x="2554288" y="5205413"/>
          <p14:tracePt t="110959" x="2641600" y="5194300"/>
          <p14:tracePt t="110967" x="2716213" y="5181600"/>
          <p14:tracePt t="110975" x="2741613" y="5168900"/>
          <p14:tracePt t="111167" x="2741613" y="5181600"/>
          <p14:tracePt t="111183" x="2741613" y="5194300"/>
          <p14:tracePt t="111311" x="2741613" y="5205413"/>
          <p14:tracePt t="111375" x="2754313" y="5205413"/>
          <p14:tracePt t="111391" x="2767013" y="5205413"/>
          <p14:tracePt t="111607" x="2790825" y="5205413"/>
          <p14:tracePt t="111615" x="2816225" y="5205413"/>
          <p14:tracePt t="111623" x="2854325" y="5205413"/>
          <p14:tracePt t="111631" x="2867025" y="5218113"/>
          <p14:tracePt t="111639" x="2890838" y="5218113"/>
          <p14:tracePt t="111647" x="2916238" y="5218113"/>
          <p14:tracePt t="111655" x="2954338" y="5243513"/>
          <p14:tracePt t="111663" x="2967038" y="5243513"/>
          <p14:tracePt t="111671" x="2992438" y="5243513"/>
          <p14:tracePt t="111679" x="3003550" y="5243513"/>
          <p14:tracePt t="111695" x="3016250" y="5243513"/>
          <p14:tracePt t="111735" x="3028950" y="5243513"/>
          <p14:tracePt t="111767" x="3041650" y="5243513"/>
          <p14:tracePt t="111879" x="3054350" y="5243513"/>
          <p14:tracePt t="111887" x="3079750" y="5243513"/>
          <p14:tracePt t="111959" x="3092450" y="5243513"/>
          <p14:tracePt t="112047" x="3103563" y="5256213"/>
          <p14:tracePt t="112095" x="3116263" y="5256213"/>
          <p14:tracePt t="112111" x="3128963" y="5256213"/>
          <p14:tracePt t="112143" x="3141663" y="5256213"/>
          <p14:tracePt t="112151" x="3154363" y="5256213"/>
          <p14:tracePt t="112159" x="3167063" y="5256213"/>
          <p14:tracePt t="112167" x="3192463" y="5256213"/>
          <p14:tracePt t="112191" x="3205163" y="5256213"/>
          <p14:tracePt t="112207" x="3216275" y="5243513"/>
          <p14:tracePt t="112351" x="3228975" y="5243513"/>
          <p14:tracePt t="112367" x="3241675" y="5243513"/>
          <p14:tracePt t="112375" x="3267075" y="5268913"/>
          <p14:tracePt t="112391" x="3292475" y="5281613"/>
          <p14:tracePt t="112399" x="3305175" y="5281613"/>
          <p14:tracePt t="112575" x="3328988" y="5281613"/>
          <p14:tracePt t="112591" x="3341688" y="5281613"/>
          <p14:tracePt t="112599" x="3379788" y="5281613"/>
          <p14:tracePt t="112607" x="3392488" y="5281613"/>
          <p14:tracePt t="112615" x="3417888" y="5281613"/>
          <p14:tracePt t="112623" x="3429000" y="5281613"/>
          <p14:tracePt t="112631" x="3454400" y="5281613"/>
          <p14:tracePt t="112640" x="3467100" y="5281613"/>
          <p14:tracePt t="112647" x="3479800" y="5281613"/>
          <p14:tracePt t="112967" x="3505200" y="5281613"/>
          <p14:tracePt t="112975" x="3592513" y="5281613"/>
          <p14:tracePt t="112983" x="3679825" y="5281613"/>
          <p14:tracePt t="112991" x="3730625" y="5281613"/>
          <p14:tracePt t="112999" x="3805238" y="5281613"/>
          <p14:tracePt t="113007" x="3843338" y="5268913"/>
          <p14:tracePt t="113015" x="3879850" y="5268913"/>
          <p14:tracePt t="113024" x="3917950" y="5243513"/>
          <p14:tracePt t="113031" x="3930650" y="5243513"/>
          <p14:tracePt t="113239" x="3943350" y="5243513"/>
          <p14:tracePt t="113247" x="3956050" y="5243513"/>
          <p14:tracePt t="113255" x="3968750" y="5230813"/>
          <p14:tracePt t="113383" x="3992563" y="5230813"/>
          <p14:tracePt t="113391" x="4043363" y="5230813"/>
          <p14:tracePt t="113399" x="4068763" y="5230813"/>
          <p14:tracePt t="113407" x="4105275" y="5230813"/>
          <p14:tracePt t="113415" x="4130675" y="5230813"/>
          <p14:tracePt t="113423" x="4156075" y="5230813"/>
          <p14:tracePt t="113431" x="4205288" y="5230813"/>
          <p14:tracePt t="113439" x="4243388" y="5230813"/>
          <p14:tracePt t="113447" x="4294188" y="5230813"/>
          <p14:tracePt t="113455" x="4330700" y="5230813"/>
          <p14:tracePt t="113463" x="4356100" y="5230813"/>
          <p14:tracePt t="113471" x="4394200" y="5230813"/>
          <p14:tracePt t="113487" x="4406900" y="5230813"/>
          <p14:tracePt t="113495" x="4418013" y="5230813"/>
          <p14:tracePt t="113607" x="4430713" y="5230813"/>
          <p14:tracePt t="113615" x="4443413" y="5230813"/>
          <p14:tracePt t="113623" x="4456113" y="5230813"/>
          <p14:tracePt t="113631" x="4468813" y="5230813"/>
          <p14:tracePt t="113647" x="4506913" y="5230813"/>
          <p14:tracePt t="113655" x="4530725" y="5230813"/>
          <p14:tracePt t="113663" x="4581525" y="5230813"/>
          <p14:tracePt t="113671" x="4619625" y="5230813"/>
          <p14:tracePt t="113679" x="4681538" y="5230813"/>
          <p14:tracePt t="113687" x="4732338" y="5230813"/>
          <p14:tracePt t="113695" x="4781550" y="5230813"/>
          <p14:tracePt t="113702" x="4806950" y="5230813"/>
          <p14:tracePt t="113711" x="4856163" y="5230813"/>
          <p14:tracePt t="113719" x="4894263" y="5230813"/>
          <p14:tracePt t="113727" x="4932363" y="5230813"/>
          <p14:tracePt t="113735" x="4945063" y="5230813"/>
          <p14:tracePt t="113743" x="4968875" y="5230813"/>
          <p14:tracePt t="113767" x="4981575" y="5230813"/>
          <p14:tracePt t="113775" x="4994275" y="5230813"/>
          <p14:tracePt t="113783" x="5006975" y="5230813"/>
          <p14:tracePt t="113791" x="5019675" y="5230813"/>
          <p14:tracePt t="113799" x="5032375" y="5230813"/>
          <p14:tracePt t="113815" x="5045075" y="5230813"/>
          <p14:tracePt t="114015" x="5057775" y="5230813"/>
          <p14:tracePt t="114031" x="5081588" y="5230813"/>
          <p14:tracePt t="114039" x="5094288" y="5230813"/>
          <p14:tracePt t="114055" x="5106988" y="5230813"/>
          <p14:tracePt t="114063" x="5119688" y="5230813"/>
          <p14:tracePt t="114071" x="5132388" y="5230813"/>
          <p14:tracePt t="114079" x="5157788" y="5243513"/>
          <p14:tracePt t="114095" x="5170488" y="5243513"/>
          <p14:tracePt t="114103" x="5181600" y="5243513"/>
          <p14:tracePt t="114111" x="5194300" y="5243513"/>
          <p14:tracePt t="114119" x="5219700" y="5243513"/>
          <p14:tracePt t="114127" x="5245100" y="5243513"/>
          <p14:tracePt t="114135" x="5257800" y="5243513"/>
          <p14:tracePt t="114143" x="5281613" y="5243513"/>
          <p14:tracePt t="114151" x="5307013" y="5243513"/>
          <p14:tracePt t="114295" x="5332413" y="5243513"/>
          <p14:tracePt t="114311" x="5345113" y="5230813"/>
          <p14:tracePt t="114343" x="5345113" y="5218113"/>
          <p14:tracePt t="114367" x="5345113" y="5205413"/>
          <p14:tracePt t="114383" x="5345113" y="5181600"/>
          <p14:tracePt t="114399" x="5357813" y="5168900"/>
          <p14:tracePt t="114439" x="5357813" y="5143500"/>
          <p14:tracePt t="114463" x="5357813" y="5130800"/>
          <p14:tracePt t="114495" x="5357813" y="5105400"/>
          <p14:tracePt t="114703" x="5345113" y="5105400"/>
          <p14:tracePt t="114711" x="5307013" y="5105400"/>
          <p14:tracePt t="114719" x="5245100" y="5118100"/>
          <p14:tracePt t="114727" x="5157788" y="5156200"/>
          <p14:tracePt t="114735" x="5032375" y="5218113"/>
          <p14:tracePt t="114743" x="4906963" y="5243513"/>
          <p14:tracePt t="114751" x="4806950" y="5268913"/>
          <p14:tracePt t="114759" x="4656138" y="5305425"/>
          <p14:tracePt t="114767" x="4468813" y="5318125"/>
          <p14:tracePt t="114775" x="4230688" y="5356225"/>
          <p14:tracePt t="114783" x="3992563" y="5356225"/>
          <p14:tracePt t="114791" x="3817938" y="5356225"/>
          <p14:tracePt t="114799" x="3679825" y="5356225"/>
          <p14:tracePt t="114807" x="3530600" y="5356225"/>
          <p14:tracePt t="114815" x="3379788" y="5356225"/>
          <p14:tracePt t="114823" x="3205163" y="5356225"/>
          <p14:tracePt t="114831" x="3079750" y="5356225"/>
          <p14:tracePt t="114839" x="3003550" y="5356225"/>
          <p14:tracePt t="114847" x="2928938" y="5356225"/>
          <p14:tracePt t="114855" x="2879725" y="5356225"/>
          <p14:tracePt t="114863" x="2828925" y="5356225"/>
          <p14:tracePt t="114871" x="2790825" y="5356225"/>
          <p14:tracePt t="114879" x="2741613" y="5356225"/>
          <p14:tracePt t="114887" x="2716213" y="5356225"/>
          <p14:tracePt t="114895" x="2690813" y="5356225"/>
          <p14:tracePt t="114903" x="2654300" y="5356225"/>
          <p14:tracePt t="114911" x="2641600" y="5356225"/>
          <p14:tracePt t="114919" x="2603500" y="5356225"/>
          <p14:tracePt t="114927" x="2565400" y="5356225"/>
          <p14:tracePt t="114935" x="2528888" y="5356225"/>
          <p14:tracePt t="114943" x="2490788" y="5356225"/>
          <p14:tracePt t="114959" x="2403475" y="5368925"/>
          <p14:tracePt t="114967" x="2352675" y="5381625"/>
          <p14:tracePt t="114975" x="2278063" y="5394325"/>
          <p14:tracePt t="114983" x="2216150" y="5394325"/>
          <p14:tracePt t="114991" x="2152650" y="5407025"/>
          <p14:tracePt t="114999" x="2090738" y="5407025"/>
          <p14:tracePt t="115008" x="2014538" y="5407025"/>
          <p14:tracePt t="115015" x="1978025" y="5418138"/>
          <p14:tracePt t="115031" x="1952625" y="5418138"/>
          <p14:tracePt t="115071" x="1939925" y="5418138"/>
          <p14:tracePt t="115087" x="1939925" y="5430838"/>
          <p14:tracePt t="115095" x="1927225" y="5430838"/>
          <p14:tracePt t="115103" x="1914525" y="5430838"/>
          <p14:tracePt t="115111" x="1903413" y="5430838"/>
          <p14:tracePt t="115175" x="1903413" y="5443538"/>
          <p14:tracePt t="115183" x="1903413" y="5456238"/>
          <p14:tracePt t="115191" x="1927225" y="5456238"/>
          <p14:tracePt t="115199" x="1939925" y="5468938"/>
          <p14:tracePt t="115207" x="1952625" y="5468938"/>
          <p14:tracePt t="115215" x="1978025" y="5468938"/>
          <p14:tracePt t="115223" x="2014538" y="5468938"/>
          <p14:tracePt t="115231" x="2039938" y="5481638"/>
          <p14:tracePt t="115238" x="2078038" y="5481638"/>
          <p14:tracePt t="115247" x="2127250" y="5494338"/>
          <p14:tracePt t="115255" x="2165350" y="5494338"/>
          <p14:tracePt t="115263" x="2216150" y="5494338"/>
          <p14:tracePt t="115271" x="2265363" y="5494338"/>
          <p14:tracePt t="115279" x="2328863" y="5494338"/>
          <p14:tracePt t="115287" x="2365375" y="5494338"/>
          <p14:tracePt t="115295" x="2390775" y="5494338"/>
          <p14:tracePt t="115303" x="2441575" y="5494338"/>
          <p14:tracePt t="115311" x="2465388" y="5494338"/>
          <p14:tracePt t="115399" x="2478088" y="5494338"/>
          <p14:tracePt t="115535" x="2490788" y="5494338"/>
          <p14:tracePt t="115607" x="2503488" y="5494338"/>
          <p14:tracePt t="115663" x="2516188" y="5494338"/>
          <p14:tracePt t="115671" x="2541588" y="5494338"/>
          <p14:tracePt t="115679" x="2554288" y="5494338"/>
          <p14:tracePt t="115695" x="2578100" y="5494338"/>
          <p14:tracePt t="115703" x="2590800" y="5494338"/>
          <p14:tracePt t="115719" x="2603500" y="5494338"/>
          <p14:tracePt t="115727" x="2616200" y="5494338"/>
          <p14:tracePt t="115735" x="2628900" y="5494338"/>
          <p14:tracePt t="115751" x="2654300" y="5494338"/>
          <p14:tracePt t="115760" x="2667000" y="5494338"/>
          <p14:tracePt t="115767" x="2690813" y="5494338"/>
          <p14:tracePt t="115775" x="2703513" y="5494338"/>
          <p14:tracePt t="115783" x="2728913" y="5494338"/>
          <p14:tracePt t="115791" x="2741613" y="5494338"/>
          <p14:tracePt t="115799" x="2767013" y="5494338"/>
          <p14:tracePt t="115807" x="2778125" y="5494338"/>
          <p14:tracePt t="115816" x="2790825" y="5494338"/>
          <p14:tracePt t="115831" x="2803525" y="5494338"/>
          <p14:tracePt t="115839" x="2816225" y="5494338"/>
          <p14:tracePt t="115855" x="2828925" y="5494338"/>
          <p14:tracePt t="115863" x="2854325" y="5494338"/>
          <p14:tracePt t="115871" x="2867025" y="5494338"/>
          <p14:tracePt t="115879" x="2879725" y="5494338"/>
          <p14:tracePt t="115887" x="2890838" y="5494338"/>
          <p14:tracePt t="115895" x="2903538" y="5494338"/>
          <p14:tracePt t="115903" x="2928938" y="5494338"/>
          <p14:tracePt t="115911" x="2941638" y="5494338"/>
          <p14:tracePt t="115935" x="2967038" y="5494338"/>
          <p14:tracePt t="116087" x="2979738" y="5494338"/>
          <p14:tracePt t="116287" x="3016250" y="5494338"/>
          <p14:tracePt t="116303" x="3041650" y="5494338"/>
          <p14:tracePt t="116311" x="3054350" y="5494338"/>
          <p14:tracePt t="116319" x="3067050" y="5494338"/>
          <p14:tracePt t="116327" x="3079750" y="5494338"/>
          <p14:tracePt t="116367" x="3092450" y="5494338"/>
          <p14:tracePt t="116383" x="3116263" y="5494338"/>
          <p14:tracePt t="116407" x="3128963" y="5494338"/>
          <p14:tracePt t="116431" x="3141663" y="5494338"/>
          <p14:tracePt t="116695" x="3154363" y="5507038"/>
          <p14:tracePt t="116703" x="3167063" y="5507038"/>
          <p14:tracePt t="116711" x="3179763" y="5507038"/>
          <p14:tracePt t="116719" x="3192463" y="5507038"/>
          <p14:tracePt t="116727" x="3192463" y="5518150"/>
          <p14:tracePt t="116735" x="3205163" y="5518150"/>
          <p14:tracePt t="116743" x="3216275" y="5530850"/>
          <p14:tracePt t="116759" x="3228975" y="5543550"/>
          <p14:tracePt t="116823" x="3241675" y="5543550"/>
          <p14:tracePt t="116847" x="3254375" y="5543550"/>
          <p14:tracePt t="116862" x="3267075" y="5543550"/>
          <p14:tracePt t="116935" x="3279775" y="5543550"/>
          <p14:tracePt t="116943" x="3305175" y="5556250"/>
          <p14:tracePt t="116951" x="3317875" y="5556250"/>
          <p14:tracePt t="116959" x="3367088" y="5556250"/>
          <p14:tracePt t="116967" x="3405188" y="5556250"/>
          <p14:tracePt t="116975" x="3441700" y="5556250"/>
          <p14:tracePt t="116983" x="3467100" y="5556250"/>
          <p14:tracePt t="116991" x="3492500" y="5556250"/>
          <p14:tracePt t="116999" x="3505200" y="5556250"/>
          <p14:tracePt t="117007" x="3541713" y="5556250"/>
          <p14:tracePt t="117023" x="3567113" y="5556250"/>
          <p14:tracePt t="117031" x="3579813" y="5556250"/>
          <p14:tracePt t="117047" x="3592513" y="5556250"/>
          <p14:tracePt t="117063" x="3605213" y="5556250"/>
          <p14:tracePt t="117111" x="3617913" y="5556250"/>
          <p14:tracePt t="117119" x="3643313" y="5556250"/>
          <p14:tracePt t="117127" x="3654425" y="5556250"/>
          <p14:tracePt t="117159" x="3667125" y="5543550"/>
          <p14:tracePt t="117199" x="3667125" y="5530850"/>
          <p14:tracePt t="117207" x="3667125" y="5518150"/>
          <p14:tracePt t="117215" x="3667125" y="5507038"/>
          <p14:tracePt t="117247" x="3667125" y="5494338"/>
          <p14:tracePt t="117263" x="3667125" y="5481638"/>
          <p14:tracePt t="117279" x="3667125" y="5468938"/>
          <p14:tracePt t="119159" x="3654425" y="5468938"/>
          <p14:tracePt t="119223" x="3654425" y="5481638"/>
          <p14:tracePt t="119239" x="3705225" y="5507038"/>
          <p14:tracePt t="119247" x="3743325" y="5507038"/>
          <p14:tracePt t="119255" x="3779838" y="5507038"/>
          <p14:tracePt t="119263" x="3805238" y="5507038"/>
          <p14:tracePt t="119271" x="3843338" y="5507038"/>
          <p14:tracePt t="119279" x="3879850" y="5507038"/>
          <p14:tracePt t="119287" x="3892550" y="5507038"/>
          <p14:tracePt t="119295" x="3917950" y="5507038"/>
          <p14:tracePt t="119303" x="3930650" y="5507038"/>
          <p14:tracePt t="119311" x="3956050" y="5507038"/>
          <p14:tracePt t="119320" x="3968750" y="5507038"/>
          <p14:tracePt t="119327" x="3992563" y="5507038"/>
          <p14:tracePt t="119335" x="4005263" y="5507038"/>
          <p14:tracePt t="119343" x="4017963" y="5507038"/>
          <p14:tracePt t="119351" x="4043363" y="5507038"/>
          <p14:tracePt t="119367" x="4056063" y="5507038"/>
          <p14:tracePt t="119391" x="4068763" y="5507038"/>
          <p14:tracePt t="119423" x="4092575" y="5507038"/>
          <p14:tracePt t="119439" x="4092575" y="5494338"/>
          <p14:tracePt t="119447" x="4117975" y="5494338"/>
          <p14:tracePt t="119463" x="4143375" y="5494338"/>
          <p14:tracePt t="119479" x="4181475" y="5481638"/>
          <p14:tracePt t="119495" x="4181475" y="5468938"/>
          <p14:tracePt t="119535" x="4192588" y="5468938"/>
          <p14:tracePt t="119663" x="4192588" y="5481638"/>
          <p14:tracePt t="119671" x="4192588" y="5494338"/>
          <p14:tracePt t="119679" x="4205288" y="5494338"/>
          <p14:tracePt t="119687" x="4205288" y="5507038"/>
          <p14:tracePt t="119695" x="4217988" y="5507038"/>
          <p14:tracePt t="119943" x="4217988" y="5518150"/>
          <p14:tracePt t="120191" x="4205288" y="5530850"/>
          <p14:tracePt t="120199" x="4168775" y="5530850"/>
          <p14:tracePt t="120207" x="4143375" y="5530850"/>
          <p14:tracePt t="120215" x="4130675" y="5530850"/>
          <p14:tracePt t="120223" x="4117975" y="5530850"/>
          <p14:tracePt t="120231" x="4105275" y="5530850"/>
          <p14:tracePt t="120239" x="4081463" y="5530850"/>
          <p14:tracePt t="120256" x="4056063" y="5530850"/>
          <p14:tracePt t="120271" x="4043363" y="5530850"/>
          <p14:tracePt t="120279" x="4017963" y="5530850"/>
          <p14:tracePt t="120295" x="4005263" y="5530850"/>
          <p14:tracePt t="120302" x="3968750" y="5518150"/>
          <p14:tracePt t="120311" x="3968750" y="5507038"/>
          <p14:tracePt t="120319" x="3956050" y="5507038"/>
          <p14:tracePt t="120327" x="3930650" y="5507038"/>
          <p14:tracePt t="120343" x="3917950" y="5507038"/>
          <p14:tracePt t="120351" x="3892550" y="5507038"/>
          <p14:tracePt t="120367" x="3879850" y="5507038"/>
          <p14:tracePt t="120383" x="3867150" y="5507038"/>
          <p14:tracePt t="120391" x="3856038" y="5507038"/>
          <p14:tracePt t="120407" x="3843338" y="5507038"/>
          <p14:tracePt t="120415" x="3817938" y="5507038"/>
          <p14:tracePt t="120423" x="3805238" y="5507038"/>
          <p14:tracePt t="120431" x="3779838" y="5507038"/>
          <p14:tracePt t="120440" x="3743325" y="5507038"/>
          <p14:tracePt t="120447" x="3717925" y="5507038"/>
          <p14:tracePt t="120455" x="3679825" y="5507038"/>
          <p14:tracePt t="120463" x="3667125" y="5507038"/>
          <p14:tracePt t="120471" x="3643313" y="5507038"/>
          <p14:tracePt t="120479" x="3630613" y="5518150"/>
          <p14:tracePt t="120591" x="3643313" y="5518150"/>
          <p14:tracePt t="120599" x="3717925" y="5518150"/>
          <p14:tracePt t="120607" x="3805238" y="5518150"/>
          <p14:tracePt t="120615" x="3856038" y="5518150"/>
          <p14:tracePt t="120624" x="3917950" y="5518150"/>
          <p14:tracePt t="120631" x="3992563" y="5507038"/>
          <p14:tracePt t="120639" x="4043363" y="5507038"/>
          <p14:tracePt t="120647" x="4092575" y="5494338"/>
          <p14:tracePt t="120655" x="4130675" y="5481638"/>
          <p14:tracePt t="120663" x="4168775" y="5481638"/>
          <p14:tracePt t="120671" x="4181475" y="5481638"/>
          <p14:tracePt t="120727" x="4205288" y="5481638"/>
          <p14:tracePt t="120735" x="4230688" y="5481638"/>
          <p14:tracePt t="120743" x="4256088" y="5481638"/>
          <p14:tracePt t="120751" x="4268788" y="5481638"/>
          <p14:tracePt t="120759" x="4281488" y="5481638"/>
          <p14:tracePt t="120767" x="4294188" y="5481638"/>
          <p14:tracePt t="120791" x="4305300" y="5481638"/>
          <p14:tracePt t="120815" x="4318000" y="5481638"/>
          <p14:tracePt t="120823" x="4343400" y="5481638"/>
          <p14:tracePt t="120831" x="4356100" y="5494338"/>
          <p14:tracePt t="120839" x="4381500" y="5494338"/>
          <p14:tracePt t="120847" x="4418013" y="5494338"/>
          <p14:tracePt t="120855" x="4494213" y="5494338"/>
          <p14:tracePt t="120863" x="4543425" y="5494338"/>
          <p14:tracePt t="120871" x="4594225" y="5494338"/>
          <p14:tracePt t="120880" x="4643438" y="5494338"/>
          <p14:tracePt t="120887" x="4668838" y="5494338"/>
          <p14:tracePt t="120895" x="4681538" y="5494338"/>
          <p14:tracePt t="120903" x="4694238" y="5494338"/>
          <p14:tracePt t="120919" x="4706938" y="5494338"/>
          <p14:tracePt t="120927" x="4719638" y="5494338"/>
          <p14:tracePt t="120935" x="4719638" y="5481638"/>
          <p14:tracePt t="120958" x="4732338" y="5456238"/>
          <p14:tracePt t="120959" x="4743450" y="5456238"/>
          <p14:tracePt t="120967" x="4756150" y="5456238"/>
          <p14:tracePt t="120975" x="4768850" y="5456238"/>
          <p14:tracePt t="120983" x="4781550" y="5456238"/>
          <p14:tracePt t="120991" x="4794250" y="5443538"/>
          <p14:tracePt t="121063" x="4794250" y="5430838"/>
          <p14:tracePt t="121127" x="4806950" y="5430838"/>
          <p14:tracePt t="121391" x="4794250" y="5430838"/>
          <p14:tracePt t="121399" x="4681538" y="5494338"/>
          <p14:tracePt t="121407" x="4556125" y="5556250"/>
          <p14:tracePt t="121415" x="4394200" y="5619750"/>
          <p14:tracePt t="121423" x="4143375" y="5681663"/>
          <p14:tracePt t="121431" x="3892550" y="5719763"/>
          <p14:tracePt t="121439" x="3654425" y="5768975"/>
          <p14:tracePt t="121447" x="3405188" y="5794375"/>
          <p14:tracePt t="121455" x="3228975" y="5807075"/>
          <p14:tracePt t="121463" x="3079750" y="5819775"/>
          <p14:tracePt t="121471" x="2916238" y="5819775"/>
          <p14:tracePt t="121479" x="2816225" y="5819775"/>
          <p14:tracePt t="121487" x="2690813" y="5819775"/>
          <p14:tracePt t="121495" x="2590800" y="5819775"/>
          <p14:tracePt t="121503" x="2528888" y="5819775"/>
          <p14:tracePt t="121511" x="2452688" y="5819775"/>
          <p14:tracePt t="121519" x="2403475" y="5819775"/>
          <p14:tracePt t="121527" x="2365375" y="5832475"/>
          <p14:tracePt t="121535" x="2328863" y="5843588"/>
          <p14:tracePt t="121543" x="2303463" y="5843588"/>
          <p14:tracePt t="121551" x="2265363" y="5843588"/>
          <p14:tracePt t="121560" x="2228850" y="5843588"/>
          <p14:tracePt t="121567" x="2190750" y="5843588"/>
          <p14:tracePt t="121575" x="2152650" y="5843588"/>
          <p14:tracePt t="121583" x="2103438" y="5843588"/>
          <p14:tracePt t="121591" x="2078038" y="5843588"/>
          <p14:tracePt t="121599" x="2039938" y="5843588"/>
          <p14:tracePt t="121607" x="2027238" y="5843588"/>
          <p14:tracePt t="121615" x="2014538" y="5843588"/>
          <p14:tracePt t="121631" x="2003425" y="5843588"/>
          <p14:tracePt t="121799" x="1990725" y="5843588"/>
          <p14:tracePt t="121863" x="1990725" y="5832475"/>
          <p14:tracePt t="121879" x="2014538" y="5832475"/>
          <p14:tracePt t="121887" x="2039938" y="5832475"/>
          <p14:tracePt t="121895" x="2078038" y="5832475"/>
          <p14:tracePt t="121903" x="2103438" y="5832475"/>
          <p14:tracePt t="121911" x="2178050" y="5832475"/>
          <p14:tracePt t="121919" x="2278063" y="5832475"/>
          <p14:tracePt t="121927" x="2390775" y="5832475"/>
          <p14:tracePt t="121945" x="2565400" y="5832475"/>
          <p14:tracePt t="121951" x="2628900" y="5832475"/>
          <p14:tracePt t="121958" x="2667000" y="5832475"/>
          <p14:tracePt t="121967" x="2703513" y="5807075"/>
          <p14:tracePt t="122047" x="2716213" y="5794375"/>
          <p14:tracePt t="122183" x="2728913" y="5794375"/>
          <p14:tracePt t="122191" x="2778125" y="5794375"/>
          <p14:tracePt t="122199" x="2867025" y="5794375"/>
          <p14:tracePt t="122207" x="2954338" y="5807075"/>
          <p14:tracePt t="122215" x="3054350" y="5807075"/>
          <p14:tracePt t="122223" x="3116263" y="5807075"/>
          <p14:tracePt t="122231" x="3167063" y="5807075"/>
          <p14:tracePt t="122239" x="3216275" y="5807075"/>
          <p14:tracePt t="122247" x="3241675" y="5807075"/>
          <p14:tracePt t="122255" x="3267075" y="5807075"/>
          <p14:tracePt t="122311" x="3279775" y="5807075"/>
          <p14:tracePt t="122319" x="3292475" y="5807075"/>
          <p14:tracePt t="122327" x="3305175" y="5807075"/>
          <p14:tracePt t="122431" x="3317875" y="5807075"/>
          <p14:tracePt t="122895" x="3328988" y="5807075"/>
          <p14:tracePt t="122903" x="3392488" y="5807075"/>
          <p14:tracePt t="122911" x="3441700" y="5807075"/>
          <p14:tracePt t="122919" x="3530600" y="5807075"/>
          <p14:tracePt t="122927" x="3617913" y="5807075"/>
          <p14:tracePt t="122935" x="3667125" y="5807075"/>
          <p14:tracePt t="122942" x="3717925" y="5807075"/>
          <p14:tracePt t="122963" x="3779838" y="5819775"/>
          <p14:tracePt t="122967" x="3817938" y="5819775"/>
          <p14:tracePt t="122975" x="3856038" y="5819775"/>
          <p14:tracePt t="122983" x="3867150" y="5819775"/>
          <p14:tracePt t="123255" x="3879850" y="5819775"/>
          <p14:tracePt t="123263" x="3905250" y="5819775"/>
          <p14:tracePt t="123271" x="3917950" y="5819775"/>
          <p14:tracePt t="123279" x="3943350" y="5819775"/>
          <p14:tracePt t="123295" x="3956050" y="5819775"/>
          <p14:tracePt t="123303" x="3979863" y="5832475"/>
          <p14:tracePt t="123310" x="3992563" y="5832475"/>
          <p14:tracePt t="123319" x="4017963" y="5832475"/>
          <p14:tracePt t="123326" x="4030663" y="5832475"/>
          <p14:tracePt t="123335" x="4068763" y="5832475"/>
          <p14:tracePt t="123343" x="4092575" y="5832475"/>
          <p14:tracePt t="123351" x="4117975" y="5832475"/>
          <p14:tracePt t="123358" x="4143375" y="5819775"/>
          <p14:tracePt t="123367" x="4156075" y="5819775"/>
          <p14:tracePt t="123375" x="4168775" y="5807075"/>
          <p14:tracePt t="123391" x="4181475" y="5794375"/>
          <p14:tracePt t="123399" x="4192588" y="5794375"/>
          <p14:tracePt t="123423" x="4205288" y="5781675"/>
          <p14:tracePt t="123647" x="4217988" y="5781675"/>
          <p14:tracePt t="123655" x="4268788" y="5781675"/>
          <p14:tracePt t="123663" x="4343400" y="5781675"/>
          <p14:tracePt t="123671" x="4430713" y="5781675"/>
          <p14:tracePt t="123679" x="4530725" y="5781675"/>
          <p14:tracePt t="123687" x="4594225" y="5781675"/>
          <p14:tracePt t="123695" x="4643438" y="5781675"/>
          <p14:tracePt t="123703" x="4681538" y="5781675"/>
          <p14:tracePt t="123711" x="4719638" y="5781675"/>
          <p14:tracePt t="123719" x="4743450" y="5781675"/>
          <p14:tracePt t="123727" x="4781550" y="5781675"/>
          <p14:tracePt t="123735" x="4806950" y="5781675"/>
          <p14:tracePt t="123743" x="4819650" y="5781675"/>
          <p14:tracePt t="123751" x="4832350" y="5781675"/>
          <p14:tracePt t="124007" x="4856163" y="5781675"/>
          <p14:tracePt t="124023" x="4868863" y="5768975"/>
          <p14:tracePt t="124071" x="4881563" y="5768975"/>
          <p14:tracePt t="124079" x="4894263" y="5768975"/>
          <p14:tracePt t="124087" x="4906963" y="5768975"/>
          <p14:tracePt t="124119" x="4919663" y="5768975"/>
          <p14:tracePt t="124159" x="4932363" y="5768975"/>
          <p14:tracePt t="124335" x="4945063" y="5768975"/>
          <p14:tracePt t="124343" x="4956175" y="5768975"/>
          <p14:tracePt t="124351" x="4968875" y="5768975"/>
          <p14:tracePt t="124423" x="4981575" y="5768975"/>
          <p14:tracePt t="124431" x="4994275" y="5768975"/>
          <p14:tracePt t="124439" x="5006975" y="5756275"/>
          <p14:tracePt t="124471" x="5006975" y="5743575"/>
          <p14:tracePt t="124511" x="5019675" y="5743575"/>
          <p14:tracePt t="124519" x="5045075" y="5743575"/>
          <p14:tracePt t="124543" x="5057775" y="5732463"/>
          <p14:tracePt t="124559" x="5068888" y="5732463"/>
          <p14:tracePt t="124591" x="5081588" y="5732463"/>
          <p14:tracePt t="124607" x="5094288" y="5732463"/>
          <p14:tracePt t="124615" x="5106988" y="5719763"/>
          <p14:tracePt t="124623" x="5106988" y="5707063"/>
          <p14:tracePt t="124639" x="5119688" y="5707063"/>
          <p14:tracePt t="124687" x="5119688" y="5694363"/>
          <p14:tracePt t="124695" x="5132388" y="5694363"/>
          <p14:tracePt t="124727" x="5132388" y="5681663"/>
          <p14:tracePt t="124743" x="5145088" y="5668963"/>
          <p14:tracePt t="124751" x="5157788" y="5656263"/>
          <p14:tracePt t="125967" x="5157788" y="5630863"/>
          <p14:tracePt t="125975" x="5157788" y="5594350"/>
          <p14:tracePt t="125983" x="5157788" y="5568950"/>
          <p14:tracePt t="125991" x="5157788" y="5543550"/>
          <p14:tracePt t="125999" x="5157788" y="5530850"/>
          <p14:tracePt t="126007" x="5157788" y="5494338"/>
          <p14:tracePt t="126014" x="5170488" y="5456238"/>
          <p14:tracePt t="126023" x="5181600" y="5418138"/>
          <p14:tracePt t="126031" x="5194300" y="5381625"/>
          <p14:tracePt t="126039" x="5207000" y="5343525"/>
          <p14:tracePt t="126047" x="5207000" y="5318125"/>
          <p14:tracePt t="126055" x="5219700" y="5305425"/>
          <p14:tracePt t="126063" x="5219700" y="5281613"/>
          <p14:tracePt t="126071" x="5219700" y="5256213"/>
          <p14:tracePt t="126079" x="5232400" y="5243513"/>
          <p14:tracePt t="126087" x="5245100" y="5230813"/>
          <p14:tracePt t="126103" x="5245100" y="5218113"/>
          <p14:tracePt t="126119" x="5245100" y="5205413"/>
          <p14:tracePt t="126127" x="5245100" y="5194300"/>
          <p14:tracePt t="126151" x="5245100" y="5181600"/>
          <p14:tracePt t="126207" x="5245100" y="5168900"/>
          <p14:tracePt t="126223" x="5245100" y="5156200"/>
          <p14:tracePt t="126255" x="5245100" y="5143500"/>
          <p14:tracePt t="126327" x="5232400" y="5143500"/>
          <p14:tracePt t="126343" x="5219700" y="5143500"/>
          <p14:tracePt t="126367" x="5207000" y="5143500"/>
          <p14:tracePt t="126407" x="5181600" y="5143500"/>
          <p14:tracePt t="126415" x="5157788" y="5143500"/>
          <p14:tracePt t="126422" x="5132388" y="5143500"/>
          <p14:tracePt t="126431" x="5119688" y="5156200"/>
          <p14:tracePt t="126440" x="5106988" y="5168900"/>
          <p14:tracePt t="126447" x="5094288" y="5205413"/>
          <p14:tracePt t="126454" x="5081588" y="5205413"/>
          <p14:tracePt t="126463" x="5068888" y="5230813"/>
          <p14:tracePt t="126471" x="5045075" y="5256213"/>
          <p14:tracePt t="126487" x="5019675" y="5268913"/>
          <p14:tracePt t="126495" x="5006975" y="5294313"/>
          <p14:tracePt t="126503" x="4994275" y="5294313"/>
          <p14:tracePt t="126511" x="4994275" y="5305425"/>
          <p14:tracePt t="126519" x="4981575" y="5318125"/>
          <p14:tracePt t="126535" x="4968875" y="5330825"/>
          <p14:tracePt t="126551" x="4956175" y="5330825"/>
          <p14:tracePt t="126567" x="4945063" y="5330825"/>
          <p14:tracePt t="126575" x="4932363" y="5330825"/>
          <p14:tracePt t="126583" x="4919663" y="5330825"/>
          <p14:tracePt t="126591" x="4906963" y="5330825"/>
          <p14:tracePt t="126599" x="4894263" y="5330825"/>
          <p14:tracePt t="126607" x="4856163" y="5330825"/>
          <p14:tracePt t="126624" x="4819650" y="5330825"/>
          <p14:tracePt t="126638" x="4806950" y="5330825"/>
          <p14:tracePt t="126647" x="4781550" y="5330825"/>
          <p14:tracePt t="126663" x="4768850" y="5330825"/>
          <p14:tracePt t="126671" x="4756150" y="5330825"/>
          <p14:tracePt t="126679" x="4743450" y="5330825"/>
          <p14:tracePt t="126703" x="4732338" y="5330825"/>
          <p14:tracePt t="126711" x="4719638" y="5330825"/>
          <p14:tracePt t="126743" x="4706938" y="5330825"/>
          <p14:tracePt t="126767" x="4694238" y="5330825"/>
          <p14:tracePt t="126855" x="4681538" y="5318125"/>
          <p14:tracePt t="127047" x="4694238" y="5318125"/>
          <p14:tracePt t="127111" x="4719638" y="5330825"/>
          <p14:tracePt t="127127" x="4732338" y="5330825"/>
          <p14:tracePt t="127239" x="4743450" y="5330825"/>
          <p14:tracePt t="127255" x="4768850" y="5330825"/>
          <p14:tracePt t="127263" x="4781550" y="5330825"/>
          <p14:tracePt t="127271" x="4806950" y="5330825"/>
          <p14:tracePt t="127279" x="4843463" y="5330825"/>
          <p14:tracePt t="127287" x="4868863" y="5330825"/>
          <p14:tracePt t="127295" x="4906963" y="5330825"/>
          <p14:tracePt t="127303" x="4956175" y="5330825"/>
          <p14:tracePt t="127311" x="4994275" y="5330825"/>
          <p14:tracePt t="127319" x="5019675" y="5330825"/>
          <p14:tracePt t="127327" x="5057775" y="5330825"/>
          <p14:tracePt t="127335" x="5094288" y="5330825"/>
          <p14:tracePt t="127343" x="5145088" y="5330825"/>
          <p14:tracePt t="127351" x="5181600" y="5330825"/>
          <p14:tracePt t="127359" x="5232400" y="5330825"/>
          <p14:tracePt t="127367" x="5270500" y="5330825"/>
          <p14:tracePt t="127376" x="5294313" y="5330825"/>
          <p14:tracePt t="127383" x="5332413" y="5330825"/>
          <p14:tracePt t="127390" x="5345113" y="5330825"/>
          <p14:tracePt t="127399" x="5394325" y="5330825"/>
          <p14:tracePt t="127406" x="5432425" y="5330825"/>
          <p14:tracePt t="127415" x="5483225" y="5330825"/>
          <p14:tracePt t="127422" x="5519738" y="5330825"/>
          <p14:tracePt t="127431" x="5570538" y="5330825"/>
          <p14:tracePt t="127438" x="5619750" y="5330825"/>
          <p14:tracePt t="127447" x="5657850" y="5356225"/>
          <p14:tracePt t="127455" x="5719763" y="5381625"/>
          <p14:tracePt t="127463" x="5757863" y="5407025"/>
          <p14:tracePt t="127471" x="5783263" y="5418138"/>
          <p14:tracePt t="127479" x="5821363" y="5443538"/>
          <p14:tracePt t="127487" x="5845175" y="5468938"/>
          <p14:tracePt t="127495" x="5857875" y="5468938"/>
          <p14:tracePt t="127511" x="5857875" y="5494338"/>
          <p14:tracePt t="127527" x="5870575" y="5507038"/>
          <p14:tracePt t="127551" x="5857875" y="5507038"/>
          <p14:tracePt t="127831" x="5845175" y="5507038"/>
          <p14:tracePt t="127839" x="5821363" y="5507038"/>
          <p14:tracePt t="127847" x="5808663" y="5494338"/>
          <p14:tracePt t="127855" x="5795963" y="5494338"/>
          <p14:tracePt t="127863" x="5757863" y="5481638"/>
          <p14:tracePt t="127903" x="5757863" y="5468938"/>
          <p14:tracePt t="127911" x="5770563" y="5456238"/>
          <p14:tracePt t="127927" x="5783263" y="5456238"/>
          <p14:tracePt t="127944" x="5795963" y="5456238"/>
          <p14:tracePt t="127951" x="5821363" y="5456238"/>
          <p14:tracePt t="127959" x="5857875" y="5456238"/>
          <p14:tracePt t="127967" x="5870575" y="5456238"/>
          <p14:tracePt t="127974" x="5895975" y="5443538"/>
          <p14:tracePt t="127983" x="5921375" y="5443538"/>
          <p14:tracePt t="127999" x="5957888" y="5430838"/>
          <p14:tracePt t="128023" x="5970588" y="5418138"/>
          <p14:tracePt t="128031" x="5983288" y="5418138"/>
          <p14:tracePt t="128039" x="5995988" y="5418138"/>
          <p14:tracePt t="128055" x="6034088" y="5418138"/>
          <p14:tracePt t="128063" x="6057900" y="5418138"/>
          <p14:tracePt t="128071" x="6083300" y="5418138"/>
          <p14:tracePt t="128079" x="6134100" y="5418138"/>
          <p14:tracePt t="128087" x="6221413" y="5418138"/>
          <p14:tracePt t="128095" x="6370638" y="5418138"/>
          <p14:tracePt t="128103" x="6534150" y="5418138"/>
          <p14:tracePt t="128111" x="6721475" y="5418138"/>
          <p14:tracePt t="128119" x="6897688" y="5407025"/>
          <p14:tracePt t="128128" x="7059613" y="5368925"/>
          <p14:tracePt t="128135" x="7123113" y="5368925"/>
          <p14:tracePt t="128143" x="7185025" y="5368925"/>
          <p14:tracePt t="128151" x="7223125" y="5368925"/>
          <p14:tracePt t="128158" x="7259638" y="5356225"/>
          <p14:tracePt t="128167" x="7272338" y="5356225"/>
          <p14:tracePt t="128383" x="7285038" y="5356225"/>
          <p14:tracePt t="129535" x="7310438" y="5356225"/>
          <p14:tracePt t="129543" x="7348538" y="5343525"/>
          <p14:tracePt t="129551" x="7359650" y="5343525"/>
          <p14:tracePt t="129559" x="7385050" y="5318125"/>
          <p14:tracePt t="129591" x="7372350" y="5318125"/>
          <p14:tracePt t="129599" x="7310438" y="5318125"/>
          <p14:tracePt t="129607" x="7246938" y="5330825"/>
          <p14:tracePt t="129615" x="7210425" y="5343525"/>
          <p14:tracePt t="129623" x="7134225" y="5394325"/>
          <p14:tracePt t="129631" x="7072313" y="5394325"/>
          <p14:tracePt t="129639" x="7034213" y="5407025"/>
          <p14:tracePt t="129646" x="6997700" y="5418138"/>
          <p14:tracePt t="129655" x="6985000" y="5418138"/>
          <p14:tracePt t="129711" x="6946900" y="5418138"/>
          <p14:tracePt t="129719" x="6884988" y="5418138"/>
          <p14:tracePt t="129799" x="6846888" y="5418138"/>
          <p14:tracePt t="129807" x="6808788" y="5418138"/>
          <p14:tracePt t="129815" x="6759575" y="5418138"/>
          <p14:tracePt t="129823" x="6746875" y="5418138"/>
          <p14:tracePt t="129855" x="6721475" y="5418138"/>
          <p14:tracePt t="129863" x="6672263" y="5418138"/>
          <p14:tracePt t="129871" x="6659563" y="5407025"/>
          <p14:tracePt t="129878" x="6634163" y="5394325"/>
          <p14:tracePt t="129911" x="6634163" y="5381625"/>
          <p14:tracePt t="129927" x="6634163" y="5356225"/>
          <p14:tracePt t="129935" x="6634163" y="5330825"/>
          <p14:tracePt t="129943" x="6634163" y="5305425"/>
          <p14:tracePt t="129951" x="6634163" y="5294313"/>
          <p14:tracePt t="129959" x="6659563" y="5256213"/>
          <p14:tracePt t="129967" x="6708775" y="5181600"/>
          <p14:tracePt t="129975" x="6721475" y="5130800"/>
          <p14:tracePt t="129983" x="6759575" y="5056188"/>
          <p14:tracePt t="129991" x="6797675" y="5018088"/>
          <p14:tracePt t="130000" x="6846888" y="4956175"/>
          <p14:tracePt t="130007" x="6897688" y="4879975"/>
          <p14:tracePt t="130014" x="6921500" y="4830763"/>
          <p14:tracePt t="130023" x="6921500" y="4768850"/>
          <p14:tracePt t="130030" x="6934200" y="4730750"/>
          <p14:tracePt t="130039" x="6934200" y="4705350"/>
          <p14:tracePt t="130046" x="6934200" y="4692650"/>
          <p14:tracePt t="130055" x="6934200" y="4679950"/>
          <p14:tracePt t="130062" x="6934200" y="4656138"/>
          <p14:tracePt t="130127" x="6921500" y="4656138"/>
          <p14:tracePt t="130143" x="6910388" y="4656138"/>
          <p14:tracePt t="130151" x="6897688" y="4656138"/>
          <p14:tracePt t="130166" x="6872288" y="4656138"/>
          <p14:tracePt t="130175" x="6834188" y="4656138"/>
          <p14:tracePt t="130183" x="6808788" y="4667250"/>
          <p14:tracePt t="130191" x="6772275" y="4667250"/>
          <p14:tracePt t="130198" x="6721475" y="4679950"/>
          <p14:tracePt t="130207" x="6696075" y="4692650"/>
          <p14:tracePt t="130214" x="6659563" y="4705350"/>
          <p14:tracePt t="130223" x="6634163" y="4705350"/>
          <p14:tracePt t="130230" x="6596063" y="4705350"/>
          <p14:tracePt t="130239" x="6584950" y="4705350"/>
          <p14:tracePt t="130246" x="6546850" y="4705350"/>
          <p14:tracePt t="130263" x="6534150" y="4705350"/>
          <p14:tracePt t="130271" x="6508750" y="4705350"/>
          <p14:tracePt t="130279" x="6496050" y="4705350"/>
          <p14:tracePt t="130287" x="6472238" y="4705350"/>
          <p14:tracePt t="130294" x="6459538" y="4705350"/>
          <p14:tracePt t="130303" x="6421438" y="4705350"/>
          <p14:tracePt t="130311" x="6396038" y="4705350"/>
          <p14:tracePt t="130319" x="6370638" y="4705350"/>
          <p14:tracePt t="130327" x="6359525" y="4705350"/>
          <p14:tracePt t="130335" x="6321425" y="4705350"/>
          <p14:tracePt t="130343" x="6296025" y="4705350"/>
          <p14:tracePt t="130351" x="6270625" y="4705350"/>
          <p14:tracePt t="130359" x="6246813" y="4705350"/>
          <p14:tracePt t="130367" x="6221413" y="4705350"/>
          <p14:tracePt t="130375" x="6208713" y="4705350"/>
          <p14:tracePt t="130383" x="6196013" y="4705350"/>
          <p14:tracePt t="130463" x="6170613" y="4705350"/>
          <p14:tracePt t="130471" x="6108700" y="4705350"/>
          <p14:tracePt t="130479" x="6083300" y="4705350"/>
          <p14:tracePt t="130487" x="6057900" y="4705350"/>
          <p14:tracePt t="130495" x="6045200" y="4705350"/>
          <p14:tracePt t="130503" x="6021388" y="4705350"/>
          <p14:tracePt t="130511" x="6008688" y="4705350"/>
          <p14:tracePt t="130527" x="5995988" y="4705350"/>
          <p14:tracePt t="130535" x="5983288" y="4705350"/>
          <p14:tracePt t="130543" x="5970588" y="4705350"/>
          <p14:tracePt t="130551" x="5970588" y="4718050"/>
          <p14:tracePt t="130559" x="5945188" y="4730750"/>
          <p14:tracePt t="130575" x="5932488" y="4743450"/>
          <p14:tracePt t="130591" x="5932488" y="4756150"/>
          <p14:tracePt t="130599" x="5921375" y="4768850"/>
          <p14:tracePt t="130615" x="5921375" y="4779963"/>
          <p14:tracePt t="130647" x="5921375" y="4792663"/>
          <p14:tracePt t="130655" x="5921375" y="4805363"/>
          <p14:tracePt t="130663" x="5921375" y="4818063"/>
          <p14:tracePt t="130671" x="5932488" y="4830763"/>
          <p14:tracePt t="130687" x="5945188" y="4843463"/>
          <p14:tracePt t="130694" x="5945188" y="4856163"/>
          <p14:tracePt t="130703" x="5957888" y="4856163"/>
          <p14:tracePt t="130711" x="5970588" y="4868863"/>
          <p14:tracePt t="130719" x="5983288" y="4892675"/>
          <p14:tracePt t="130743" x="5995988" y="4905375"/>
          <p14:tracePt t="130752" x="6021388" y="4905375"/>
          <p14:tracePt t="130759" x="6034088" y="4918075"/>
          <p14:tracePt t="130775" x="6057900" y="4930775"/>
          <p14:tracePt t="130815" x="6070600" y="4930775"/>
          <p14:tracePt t="130863" x="6083300" y="4930775"/>
          <p14:tracePt t="130959" x="6096000" y="4930775"/>
          <p14:tracePt t="131119" x="6108700" y="4930775"/>
          <p14:tracePt t="131135" x="6121400" y="4930775"/>
          <p14:tracePt t="131151" x="6134100" y="4930775"/>
          <p14:tracePt t="131295" x="6146800" y="4930775"/>
          <p14:tracePt t="131303" x="6170613" y="4930775"/>
          <p14:tracePt t="131319" x="6221413" y="4956175"/>
          <p14:tracePt t="131327" x="6234113" y="4981575"/>
          <p14:tracePt t="131335" x="6270625" y="4992688"/>
          <p14:tracePt t="131343" x="6334125" y="5043488"/>
          <p14:tracePt t="131350" x="6383338" y="5081588"/>
          <p14:tracePt t="131359" x="6434138" y="5092700"/>
          <p14:tracePt t="131366" x="6508750" y="5130800"/>
          <p14:tracePt t="131375" x="6572250" y="5156200"/>
          <p14:tracePt t="131383" x="6608763" y="5168900"/>
          <p14:tracePt t="131391" x="6672263" y="5194300"/>
          <p14:tracePt t="131399" x="6708775" y="5194300"/>
          <p14:tracePt t="131407" x="6721475" y="5194300"/>
          <p14:tracePt t="131415" x="6734175" y="5194300"/>
          <p14:tracePt t="131631" x="6721475" y="5194300"/>
          <p14:tracePt t="131639" x="6696075" y="5194300"/>
          <p14:tracePt t="131647" x="6672263" y="5181600"/>
          <p14:tracePt t="131655" x="6659563" y="5181600"/>
          <p14:tracePt t="131663" x="6621463" y="5168900"/>
          <p14:tracePt t="131671" x="6608763" y="5156200"/>
          <p14:tracePt t="131679" x="6596063" y="5143500"/>
          <p14:tracePt t="131694" x="6584950" y="5130800"/>
          <p14:tracePt t="131702" x="6584950" y="5118100"/>
          <p14:tracePt t="131719" x="6572250" y="5118100"/>
          <p14:tracePt t="131735" x="6559550" y="5105400"/>
          <p14:tracePt t="131767" x="6559550" y="5092700"/>
          <p14:tracePt t="131775" x="6559550" y="5081588"/>
          <p14:tracePt t="131975" x="6559550" y="5068888"/>
          <p14:tracePt t="131991" x="6572250" y="5068888"/>
          <p14:tracePt t="132007" x="6584950" y="5068888"/>
          <p14:tracePt t="132015" x="6596063" y="5068888"/>
          <p14:tracePt t="132023" x="6608763" y="5068888"/>
          <p14:tracePt t="132031" x="6634163" y="5068888"/>
          <p14:tracePt t="132039" x="6672263" y="5068888"/>
          <p14:tracePt t="132047" x="6708775" y="5081588"/>
          <p14:tracePt t="132056" x="6746875" y="5081588"/>
          <p14:tracePt t="132063" x="6759575" y="5081588"/>
          <p14:tracePt t="132071" x="6808788" y="5081588"/>
          <p14:tracePt t="132079" x="6846888" y="5081588"/>
          <p14:tracePt t="132086" x="6884988" y="5081588"/>
          <p14:tracePt t="132095" x="6934200" y="5081588"/>
          <p14:tracePt t="132103" x="6997700" y="5081588"/>
          <p14:tracePt t="132111" x="7085013" y="5081588"/>
          <p14:tracePt t="132118" x="7159625" y="5081588"/>
          <p14:tracePt t="132127" x="7223125" y="5081588"/>
          <p14:tracePt t="132134" x="7272338" y="5081588"/>
          <p14:tracePt t="132144" x="7297738" y="5081588"/>
          <p14:tracePt t="132151" x="7323138" y="5081588"/>
          <p14:tracePt t="132159" x="7335838" y="5081588"/>
          <p14:tracePt t="132207" x="7348538" y="5081588"/>
          <p14:tracePt t="132223" x="7359650" y="5081588"/>
          <p14:tracePt t="132239" x="7372350" y="5081588"/>
          <p14:tracePt t="132247" x="7397750" y="5081588"/>
          <p14:tracePt t="132255" x="7423150" y="5081588"/>
          <p14:tracePt t="132263" x="7472363" y="5081588"/>
          <p14:tracePt t="132270" x="7510463" y="5081588"/>
          <p14:tracePt t="132279" x="7561263" y="5081588"/>
          <p14:tracePt t="132287" x="7597775" y="5081588"/>
          <p14:tracePt t="132294" x="7648575" y="5081588"/>
          <p14:tracePt t="132302" x="7685088" y="5081588"/>
          <p14:tracePt t="132311" x="7735888" y="5081588"/>
          <p14:tracePt t="132318" x="7761288" y="5081588"/>
          <p14:tracePt t="132327" x="7785100" y="5081588"/>
          <p14:tracePt t="132375" x="7797800" y="5081588"/>
          <p14:tracePt t="132391" x="7823200" y="5081588"/>
          <p14:tracePt t="132399" x="7848600" y="5081588"/>
          <p14:tracePt t="132407" x="7861300" y="5081588"/>
          <p14:tracePt t="132671" x="7848600" y="5081588"/>
          <p14:tracePt t="132679" x="7848600" y="5068888"/>
          <p14:tracePt t="133014" x="7874000" y="5068888"/>
          <p14:tracePt t="133031" x="7897813" y="5068888"/>
          <p14:tracePt t="133039" x="7923213" y="5068888"/>
          <p14:tracePt t="133055" x="7935913" y="5068888"/>
          <p14:tracePt t="133063" x="7948613" y="5068888"/>
          <p14:tracePt t="133071" x="7961313" y="5068888"/>
          <p14:tracePt t="133079" x="7974013" y="5068888"/>
          <p14:tracePt t="133086" x="7986713" y="5068888"/>
          <p14:tracePt t="133103" x="8010525" y="5068888"/>
          <p14:tracePt t="133111" x="8048625" y="5068888"/>
          <p14:tracePt t="133119" x="8074025" y="5068888"/>
          <p14:tracePt t="133127" x="8123238" y="5068888"/>
          <p14:tracePt t="133135" x="8148638" y="5068888"/>
          <p14:tracePt t="133143" x="8174038" y="5068888"/>
          <p14:tracePt t="133151" x="8212138" y="5068888"/>
          <p14:tracePt t="133158" x="8223250" y="5068888"/>
          <p14:tracePt t="133167" x="8248650" y="5068888"/>
          <p14:tracePt t="133175" x="8261350" y="5068888"/>
          <p14:tracePt t="133183" x="8274050" y="5068888"/>
          <p14:tracePt t="133191" x="8286750" y="5068888"/>
          <p14:tracePt t="133303" x="8299450" y="5068888"/>
          <p14:tracePt t="133311" x="8312150" y="5068888"/>
          <p14:tracePt t="133319" x="8324850" y="5068888"/>
          <p14:tracePt t="133327" x="8348663" y="5068888"/>
          <p14:tracePt t="133334" x="8374063" y="5068888"/>
          <p14:tracePt t="133343" x="8399463" y="5068888"/>
          <p14:tracePt t="133351" x="8424863" y="5068888"/>
          <p14:tracePt t="133359" x="8448675" y="5068888"/>
          <p14:tracePt t="133367" x="8474075" y="5068888"/>
          <p14:tracePt t="133376" x="8512175" y="5068888"/>
          <p14:tracePt t="133382" x="8524875" y="5068888"/>
          <p14:tracePt t="133391" x="8561388" y="5081588"/>
          <p14:tracePt t="133398" x="8599488" y="5081588"/>
          <p14:tracePt t="133406" x="8624888" y="5081588"/>
          <p14:tracePt t="133414" x="8650288" y="5081588"/>
          <p14:tracePt t="133423" x="8674100" y="5081588"/>
          <p14:tracePt t="133431" x="8712200" y="5081588"/>
          <p14:tracePt t="133438" x="8737600" y="5081588"/>
          <p14:tracePt t="133447" x="8750300" y="5081588"/>
          <p14:tracePt t="133454" x="8774113" y="5081588"/>
          <p14:tracePt t="133463" x="8786813" y="5081588"/>
          <p14:tracePt t="133470" x="8824913" y="5081588"/>
          <p14:tracePt t="133479" x="8863013" y="5081588"/>
          <p14:tracePt t="133487" x="8912225" y="5081588"/>
          <p14:tracePt t="133495" x="8975725" y="5081588"/>
          <p14:tracePt t="133503" x="9024938" y="5081588"/>
          <p14:tracePt t="133511" x="9088438" y="5081588"/>
          <p14:tracePt t="133519" x="9137650" y="5081588"/>
          <p14:tracePt t="133527" x="9175750" y="5081588"/>
          <p14:tracePt t="133535" x="9212263" y="5081588"/>
          <p14:tracePt t="133543" x="9224963" y="5081588"/>
          <p14:tracePt t="133679" x="9237663" y="5081588"/>
          <p14:tracePt t="133695" x="9250363" y="5081588"/>
          <p14:tracePt t="133703" x="9263063" y="5081588"/>
          <p14:tracePt t="133711" x="9263063" y="5068888"/>
          <p14:tracePt t="133726" x="9263063" y="5056188"/>
          <p14:tracePt t="133783" x="9263063" y="5043488"/>
          <p14:tracePt t="133887" x="9250363" y="5043488"/>
          <p14:tracePt t="133895" x="9275763" y="5105400"/>
          <p14:tracePt t="133903" x="9337675" y="5118100"/>
          <p14:tracePt t="133911" x="9450388" y="5143500"/>
          <p14:tracePt t="133919" x="9537700" y="5168900"/>
          <p14:tracePt t="133927" x="9637713" y="5181600"/>
          <p14:tracePt t="133945" x="9775825" y="5181600"/>
          <p14:tracePt t="133951" x="9826625" y="5181600"/>
          <p14:tracePt t="133958" x="9888538" y="5181600"/>
          <p14:tracePt t="133967" x="9926638" y="5156200"/>
          <p14:tracePt t="133983" x="9952038" y="5130800"/>
          <p14:tracePt t="133999" x="9952038" y="5092700"/>
          <p14:tracePt t="134015" x="9952038" y="5081588"/>
          <p14:tracePt t="134023" x="9952038" y="5056188"/>
          <p14:tracePt t="134031" x="9926638" y="5030788"/>
          <p14:tracePt t="134039" x="9913938" y="5018088"/>
          <p14:tracePt t="134047" x="9888538" y="5018088"/>
          <p14:tracePt t="134055" x="9863138" y="5005388"/>
          <p14:tracePt t="134063" x="9839325" y="4992688"/>
          <p14:tracePt t="134071" x="9788525" y="4992688"/>
          <p14:tracePt t="134079" x="9750425" y="4992688"/>
          <p14:tracePt t="134087" x="9701213" y="4992688"/>
          <p14:tracePt t="134095" x="9626600" y="4992688"/>
          <p14:tracePt t="134103" x="9588500" y="4992688"/>
          <p14:tracePt t="134111" x="9550400" y="4992688"/>
          <p14:tracePt t="134119" x="9513888" y="5005388"/>
          <p14:tracePt t="134127" x="9463088" y="5043488"/>
          <p14:tracePt t="134135" x="9463088" y="5068888"/>
          <p14:tracePt t="134142" x="9463088" y="5092700"/>
          <p14:tracePt t="134151" x="9463088" y="5130800"/>
          <p14:tracePt t="134159" x="9463088" y="5143500"/>
          <p14:tracePt t="134167" x="9463088" y="5168900"/>
          <p14:tracePt t="134174" x="9488488" y="5168900"/>
          <p14:tracePt t="134183" x="9525000" y="5181600"/>
          <p14:tracePt t="134190" x="9550400" y="5181600"/>
          <p14:tracePt t="134199" x="9563100" y="5181600"/>
          <p14:tracePt t="134207" x="9601200" y="5168900"/>
          <p14:tracePt t="134215" x="9626600" y="5156200"/>
          <p14:tracePt t="134223" x="9637713" y="5143500"/>
          <p14:tracePt t="134231" x="9688513" y="5092700"/>
          <p14:tracePt t="134238" x="9713913" y="5068888"/>
          <p14:tracePt t="134247" x="9739313" y="5018088"/>
          <p14:tracePt t="134255" x="9763125" y="5005388"/>
          <p14:tracePt t="134263" x="9775825" y="4992688"/>
          <p14:tracePt t="134271" x="9775825" y="4956175"/>
          <p14:tracePt t="134278" x="9775825" y="4918075"/>
          <p14:tracePt t="134287" x="9775825" y="4892675"/>
          <p14:tracePt t="134295" x="9775825" y="4856163"/>
          <p14:tracePt t="134303" x="9775825" y="4843463"/>
          <p14:tracePt t="134312" x="9775825" y="4805363"/>
          <p14:tracePt t="134319" x="9713913" y="4756150"/>
          <p14:tracePt t="134327" x="9637713" y="4730750"/>
          <p14:tracePt t="134335" x="9537700" y="4718050"/>
          <p14:tracePt t="134342" x="9413875" y="4679950"/>
          <p14:tracePt t="134351" x="9288463" y="4656138"/>
          <p14:tracePt t="134358" x="9163050" y="4630738"/>
          <p14:tracePt t="134367" x="9037638" y="4630738"/>
          <p14:tracePt t="134374" x="8924925" y="4630738"/>
          <p14:tracePt t="134383" x="8824913" y="4630738"/>
          <p14:tracePt t="134390" x="8724900" y="4630738"/>
          <p14:tracePt t="134399" x="8612188" y="4630738"/>
          <p14:tracePt t="134407" x="8524875" y="4630738"/>
          <p14:tracePt t="134415" x="8448675" y="4630738"/>
          <p14:tracePt t="134422" x="8374063" y="4667250"/>
          <p14:tracePt t="134431" x="8348663" y="4692650"/>
          <p14:tracePt t="134439" x="8324850" y="4718050"/>
          <p14:tracePt t="134447" x="8312150" y="4756150"/>
          <p14:tracePt t="134455" x="8312150" y="4779963"/>
          <p14:tracePt t="134463" x="8312150" y="4818063"/>
          <p14:tracePt t="134471" x="8312150" y="4856163"/>
          <p14:tracePt t="134479" x="8324850" y="4905375"/>
          <p14:tracePt t="134487" x="8374063" y="4943475"/>
          <p14:tracePt t="134496" x="8412163" y="4992688"/>
          <p14:tracePt t="134503" x="8448675" y="5030788"/>
          <p14:tracePt t="134511" x="8486775" y="5043488"/>
          <p14:tracePt t="134519" x="8561388" y="5081588"/>
          <p14:tracePt t="134526" x="8624888" y="5105400"/>
          <p14:tracePt t="134534" x="8724900" y="5118100"/>
          <p14:tracePt t="134543" x="8863013" y="5118100"/>
          <p14:tracePt t="134551" x="9024938" y="5118100"/>
          <p14:tracePt t="134558" x="9188450" y="5118100"/>
          <p14:tracePt t="134567" x="9337675" y="5118100"/>
          <p14:tracePt t="134574" x="9488488" y="5118100"/>
          <p14:tracePt t="134583" x="9626600" y="5081588"/>
          <p14:tracePt t="134591" x="9750425" y="5018088"/>
          <p14:tracePt t="134599" x="9801225" y="4981575"/>
          <p14:tracePt t="134607" x="9852025" y="4943475"/>
          <p14:tracePt t="134614" x="9875838" y="4856163"/>
          <p14:tracePt t="134623" x="9875838" y="4805363"/>
          <p14:tracePt t="134631" x="9875838" y="4756150"/>
          <p14:tracePt t="134639" x="9875838" y="4718050"/>
          <p14:tracePt t="134647" x="9875838" y="4679950"/>
          <p14:tracePt t="134655" x="9852025" y="4656138"/>
          <p14:tracePt t="134663" x="9826625" y="4630738"/>
          <p14:tracePt t="134671" x="9801225" y="4605338"/>
          <p14:tracePt t="134687" x="9763125" y="4605338"/>
          <p14:tracePt t="134694" x="9726613" y="4605338"/>
          <p14:tracePt t="134703" x="9663113" y="4605338"/>
          <p14:tracePt t="134710" x="9588500" y="4605338"/>
          <p14:tracePt t="134719" x="9525000" y="4618038"/>
          <p14:tracePt t="134726" x="9413875" y="4679950"/>
          <p14:tracePt t="134735" x="9301163" y="4768850"/>
          <p14:tracePt t="134742" x="9212263" y="4830763"/>
          <p14:tracePt t="134751" x="9150350" y="4892675"/>
          <p14:tracePt t="134758" x="9112250" y="4930775"/>
          <p14:tracePt t="134767" x="9099550" y="4943475"/>
          <p14:tracePt t="134774" x="9099550" y="4956175"/>
          <p14:tracePt t="134791" x="9099550" y="4968875"/>
          <p14:tracePt t="134806" x="9124950" y="4968875"/>
          <p14:tracePt t="134815" x="9175750" y="4968875"/>
          <p14:tracePt t="134822" x="9199563" y="4968875"/>
          <p14:tracePt t="134831" x="9275763" y="4968875"/>
          <p14:tracePt t="134839" x="9350375" y="4968875"/>
          <p14:tracePt t="134846" x="9413875" y="4968875"/>
          <p14:tracePt t="134854" x="9463088" y="4968875"/>
          <p14:tracePt t="134863" x="9513888" y="4968875"/>
          <p14:tracePt t="134871" x="9563100" y="4968875"/>
          <p14:tracePt t="134880" x="9575800" y="4956175"/>
          <p14:tracePt t="134967" x="9563100" y="4956175"/>
          <p14:tracePt t="134983" x="9525000" y="4968875"/>
          <p14:tracePt t="134990" x="9525000" y="4981575"/>
          <p14:tracePt t="135023" x="9513888" y="4981575"/>
          <p14:tracePt t="135031" x="9513888" y="4992688"/>
          <p14:tracePt t="135079" x="9513888" y="5005388"/>
          <p14:tracePt t="135167" x="9525000" y="5005388"/>
          <p14:tracePt t="135231" x="9550400" y="5005388"/>
          <p14:tracePt t="135238" x="9563100" y="5005388"/>
          <p14:tracePt t="135247" x="9601200" y="5005388"/>
          <p14:tracePt t="135255" x="9637713" y="5005388"/>
          <p14:tracePt t="135263" x="9701213" y="5005388"/>
          <p14:tracePt t="135271" x="9750425" y="5005388"/>
          <p14:tracePt t="135278" x="9839325" y="5005388"/>
          <p14:tracePt t="135287" x="9926638" y="5005388"/>
          <p14:tracePt t="135294" x="9988550" y="5005388"/>
          <p14:tracePt t="135303" x="10064750" y="5005388"/>
          <p14:tracePt t="135310" x="10126663" y="5005388"/>
          <p14:tracePt t="135319" x="10177463" y="5005388"/>
          <p14:tracePt t="135326" x="10213975" y="5005388"/>
          <p14:tracePt t="135335" x="10264775" y="5005388"/>
          <p14:tracePt t="135343" x="10301288" y="5005388"/>
          <p14:tracePt t="135351" x="10313988" y="5005388"/>
          <p14:tracePt t="135359" x="10339388" y="5005388"/>
          <p14:tracePt t="135582" x="10326688" y="5005388"/>
          <p14:tracePt t="135599" x="10313988" y="5030788"/>
          <p14:tracePt t="135775" x="10288588" y="5056188"/>
          <p14:tracePt t="135783" x="10264775" y="5056188"/>
          <p14:tracePt t="135791" x="10226675" y="5056188"/>
          <p14:tracePt t="135798" x="10188575" y="5056188"/>
          <p14:tracePt t="135807" x="10177463" y="5056188"/>
          <p14:tracePt t="135815" x="10139363" y="5056188"/>
          <p14:tracePt t="135823" x="10126663" y="5056188"/>
          <p14:tracePt t="135831" x="10113963" y="5056188"/>
          <p14:tracePt t="135839" x="10088563" y="5056188"/>
          <p14:tracePt t="135855" x="10088563" y="5043488"/>
          <p14:tracePt t="135862" x="10075863" y="5030788"/>
          <p14:tracePt t="135911" x="10075863" y="5018088"/>
          <p14:tracePt t="135935" x="10088563" y="5018088"/>
          <p14:tracePt t="135959" x="10101263" y="5018088"/>
          <p14:tracePt t="135967" x="10126663" y="5018088"/>
          <p14:tracePt t="135975" x="10139363" y="5018088"/>
          <p14:tracePt t="135982" x="10177463" y="5018088"/>
          <p14:tracePt t="135991" x="10226675" y="5018088"/>
          <p14:tracePt t="135999" x="10288588" y="5018088"/>
          <p14:tracePt t="136007" x="10377488" y="5018088"/>
          <p14:tracePt t="136014" x="10464800" y="5018088"/>
          <p14:tracePt t="136023" x="10526713" y="5018088"/>
          <p14:tracePt t="136030" x="10602913" y="5018088"/>
          <p14:tracePt t="136039" x="10639425" y="5018088"/>
          <p14:tracePt t="136046" x="10690225" y="5018088"/>
          <p14:tracePt t="136055" x="10715625" y="5018088"/>
          <p14:tracePt t="136071" x="10739438" y="5018088"/>
          <p14:tracePt t="136078" x="10739438" y="5005388"/>
          <p14:tracePt t="136159" x="10752138" y="5005388"/>
          <p14:tracePt t="136230" x="10764838" y="5005388"/>
          <p14:tracePt t="136239" x="10790238" y="5005388"/>
          <p14:tracePt t="136247" x="10802938" y="4992688"/>
          <p14:tracePt t="136255" x="10828338" y="4992688"/>
          <p14:tracePt t="136263" x="10864850" y="4992688"/>
          <p14:tracePt t="136271" x="10890250" y="4992688"/>
          <p14:tracePt t="136279" x="10939463" y="4992688"/>
          <p14:tracePt t="136287" x="10977563" y="4992688"/>
          <p14:tracePt t="136294" x="11028363" y="4992688"/>
          <p14:tracePt t="136303" x="11064875" y="4992688"/>
          <p14:tracePt t="136311" x="11090275" y="4992688"/>
          <p14:tracePt t="136319" x="11141075" y="4992688"/>
          <p14:tracePt t="136327" x="11177588" y="4992688"/>
          <p14:tracePt t="136335" x="11215688" y="4992688"/>
          <p14:tracePt t="136342" x="11228388" y="4992688"/>
          <p14:tracePt t="136351" x="11253788" y="4992688"/>
          <p14:tracePt t="136359" x="11290300" y="4981575"/>
          <p14:tracePt t="136367" x="11315700" y="4981575"/>
          <p14:tracePt t="136374" x="11341100" y="4981575"/>
          <p14:tracePt t="136382" x="11353800" y="4956175"/>
          <p14:tracePt t="136390" x="11366500" y="4956175"/>
          <p14:tracePt t="136407" x="11377613" y="4956175"/>
          <p14:tracePt t="136471" x="11390313" y="4956175"/>
          <p14:tracePt t="136487" x="11403013" y="4956175"/>
          <p14:tracePt t="136542" x="11415713" y="4956175"/>
          <p14:tracePt t="136662" x="11428413" y="4943475"/>
          <p14:tracePt t="137182" x="11353800" y="4968875"/>
          <p14:tracePt t="137191" x="11228388" y="4992688"/>
          <p14:tracePt t="137198" x="10928350" y="5081588"/>
          <p14:tracePt t="137207" x="10288588" y="5256213"/>
          <p14:tracePt t="137214" x="9688513" y="5318125"/>
          <p14:tracePt t="137223" x="8999538" y="5443538"/>
          <p14:tracePt t="137230" x="8261350" y="5543550"/>
          <p14:tracePt t="137239" x="7710488" y="5619750"/>
          <p14:tracePt t="137247" x="7259638" y="5643563"/>
          <p14:tracePt t="137255" x="6846888" y="5643563"/>
          <p14:tracePt t="137263" x="6646863" y="5643563"/>
          <p14:tracePt t="137271" x="6546850" y="5643563"/>
          <p14:tracePt t="137278" x="6472238" y="5643563"/>
          <p14:tracePt t="137302" x="6459538" y="5643563"/>
          <p14:tracePt t="137319" x="6446838" y="5643563"/>
          <p14:tracePt t="137327" x="6421438" y="5643563"/>
          <p14:tracePt t="137334" x="6383338" y="5643563"/>
          <p14:tracePt t="137343" x="6296025" y="5681663"/>
          <p14:tracePt t="137350" x="6221413" y="5681663"/>
          <p14:tracePt t="137359" x="6157913" y="5681663"/>
          <p14:tracePt t="137366" x="6108700" y="5681663"/>
          <p14:tracePt t="137375" x="6070600" y="5681663"/>
          <p14:tracePt t="137382" x="6045200" y="5681663"/>
          <p14:tracePt t="137398" x="6021388" y="5668963"/>
          <p14:tracePt t="137407" x="6008688" y="5668963"/>
          <p14:tracePt t="137414" x="6008688" y="5656263"/>
          <p14:tracePt t="137423" x="5995988" y="5656263"/>
          <p14:tracePt t="137430" x="5983288" y="5643563"/>
          <p14:tracePt t="137447" x="5970588" y="5643563"/>
          <p14:tracePt t="137463" x="5970588" y="5619750"/>
          <p14:tracePt t="137479" x="5970588" y="5594350"/>
          <p14:tracePt t="137487" x="6008688" y="5543550"/>
          <p14:tracePt t="137494" x="6057900" y="5518150"/>
          <p14:tracePt t="137503" x="6134100" y="5494338"/>
          <p14:tracePt t="137511" x="6208713" y="5443538"/>
          <p14:tracePt t="137518" x="6283325" y="5394325"/>
          <p14:tracePt t="137527" x="6321425" y="5368925"/>
          <p14:tracePt t="137534" x="6383338" y="5330825"/>
          <p14:tracePt t="137543" x="6408738" y="5330825"/>
          <p14:tracePt t="137551" x="6421438" y="5330825"/>
          <p14:tracePt t="137559" x="6434138" y="5318125"/>
          <p14:tracePt t="137566" x="6446838" y="5318125"/>
          <p14:tracePt t="137583" x="6459538" y="5318125"/>
          <p14:tracePt t="137591" x="6472238" y="5305425"/>
          <p14:tracePt t="137903" x="6483350" y="5305425"/>
          <p14:tracePt t="137911" x="6483350" y="5318125"/>
          <p14:tracePt t="137919" x="6483350" y="5343525"/>
          <p14:tracePt t="137927" x="6483350" y="5368925"/>
          <p14:tracePt t="137935" x="6496050" y="5381625"/>
          <p14:tracePt t="137955" x="6521450" y="5407025"/>
          <p14:tracePt t="137959" x="6534150" y="5418138"/>
          <p14:tracePt t="138007" x="6546850" y="5418138"/>
          <p14:tracePt t="138086" x="6559550" y="5418138"/>
          <p14:tracePt t="138127" x="6584950" y="5407025"/>
          <p14:tracePt t="138134" x="6584950" y="5268913"/>
          <p14:tracePt t="138143" x="6608763" y="5092700"/>
          <p14:tracePt t="138150" x="6608763" y="4943475"/>
          <p14:tracePt t="138159" x="6659563" y="4730750"/>
          <p14:tracePt t="138166" x="6659563" y="4579938"/>
          <p14:tracePt t="138175" x="6659563" y="4454525"/>
          <p14:tracePt t="138182" x="6659563" y="4318000"/>
          <p14:tracePt t="138190" x="6659563" y="4217988"/>
          <p14:tracePt t="138198" x="6659563" y="4154488"/>
          <p14:tracePt t="138207" x="6659563" y="4117975"/>
          <p14:tracePt t="138214" x="6659563" y="4079875"/>
          <p14:tracePt t="138222" x="6659563" y="4067175"/>
          <p14:tracePt t="138327" x="6659563" y="4054475"/>
          <p14:tracePt t="138335" x="6672263" y="4054475"/>
          <p14:tracePt t="138398" x="6672263" y="4029075"/>
          <p14:tracePt t="138406" x="6672263" y="3992563"/>
          <p14:tracePt t="138415" x="6672263" y="3967163"/>
          <p14:tracePt t="138422" x="6672263" y="3941763"/>
          <p14:tracePt t="139054" x="6672263" y="3967163"/>
          <p14:tracePt t="139063" x="6672263" y="4092575"/>
          <p14:tracePt t="139071" x="6672263" y="4167188"/>
          <p14:tracePt t="139079" x="6659563" y="4292600"/>
          <p14:tracePt t="139087" x="6634163" y="4418013"/>
          <p14:tracePt t="139095" x="6634163" y="4518025"/>
          <p14:tracePt t="139102" x="6634163" y="4630738"/>
          <p14:tracePt t="139111" x="6634163" y="4743450"/>
          <p14:tracePt t="139119" x="6634163" y="4830763"/>
          <p14:tracePt t="139127" x="6634163" y="4879975"/>
          <p14:tracePt t="139134" x="6646863" y="4918075"/>
          <p14:tracePt t="139143" x="6659563" y="4956175"/>
          <p14:tracePt t="139159" x="6672263" y="4968875"/>
          <p14:tracePt t="139167" x="6684963" y="4981575"/>
          <p14:tracePt t="139183" x="6684963" y="4992688"/>
          <p14:tracePt t="139191" x="6684963" y="5005388"/>
          <p14:tracePt t="139199" x="6684963" y="5030788"/>
          <p14:tracePt t="139206" x="6696075" y="5043488"/>
          <p14:tracePt t="139214" x="6696075" y="5068888"/>
          <p14:tracePt t="139222" x="6696075" y="5092700"/>
          <p14:tracePt t="139230" x="6696075" y="5130800"/>
          <p14:tracePt t="139238" x="6721475" y="5168900"/>
          <p14:tracePt t="139247" x="6734175" y="5181600"/>
          <p14:tracePt t="139254" x="6734175" y="5194300"/>
          <p14:tracePt t="139263" x="6734175" y="5205413"/>
          <p14:tracePt t="139279" x="6746875" y="5218113"/>
          <p14:tracePt t="139334" x="6759575" y="5230813"/>
          <p14:tracePt t="139342" x="6772275" y="5230813"/>
          <p14:tracePt t="139350" x="6772275" y="5243513"/>
          <p14:tracePt t="139375" x="6784975" y="5256213"/>
          <p14:tracePt t="139646" x="6808788" y="5256213"/>
          <p14:tracePt t="139655" x="6834188" y="5256213"/>
          <p14:tracePt t="139663" x="6846888" y="5268913"/>
          <p14:tracePt t="139670" x="6872288" y="5294313"/>
          <p14:tracePt t="139679" x="6884988" y="5305425"/>
          <p14:tracePt t="139686" x="6921500" y="5356225"/>
          <p14:tracePt t="139695" x="6934200" y="5368925"/>
          <p14:tracePt t="139702" x="6959600" y="5394325"/>
          <p14:tracePt t="139710" x="6985000" y="5407025"/>
          <p14:tracePt t="139719" x="6985000" y="5418138"/>
          <p14:tracePt t="139726" x="6997700" y="5430838"/>
          <p14:tracePt t="139744" x="7010400" y="5430838"/>
          <p14:tracePt t="139799" x="7021513" y="5430838"/>
          <p14:tracePt t="139807" x="7034213" y="5430838"/>
          <p14:tracePt t="139815" x="7046913" y="5418138"/>
          <p14:tracePt t="139822" x="7072313" y="5407025"/>
          <p14:tracePt t="139839" x="7085013" y="5407025"/>
          <p14:tracePt t="139847" x="7097713" y="5407025"/>
          <p14:tracePt t="139854" x="7097713" y="5394325"/>
          <p14:tracePt t="139934" x="7110413" y="5394325"/>
          <p14:tracePt t="140039" x="7123113" y="5381625"/>
          <p14:tracePt t="140047" x="7197725" y="5318125"/>
          <p14:tracePt t="140054" x="7259638" y="5256213"/>
          <p14:tracePt t="140062" x="7272338" y="5230813"/>
          <p14:tracePt t="140070" x="7310438" y="5181600"/>
          <p14:tracePt t="140079" x="7323138" y="5143500"/>
          <p14:tracePt t="140087" x="7323138" y="5105400"/>
          <p14:tracePt t="140094" x="7323138" y="5081588"/>
          <p14:tracePt t="140103" x="7323138" y="5056188"/>
          <p14:tracePt t="140111" x="7323138" y="5030788"/>
          <p14:tracePt t="140118" x="7323138" y="5018088"/>
          <p14:tracePt t="140134" x="7323138" y="5005388"/>
          <p14:tracePt t="140175" x="7310438" y="5005388"/>
          <p14:tracePt t="140183" x="7285038" y="5005388"/>
          <p14:tracePt t="140190" x="7246938" y="5005388"/>
          <p14:tracePt t="140199" x="7223125" y="5005388"/>
          <p14:tracePt t="140206" x="7159625" y="5030788"/>
          <p14:tracePt t="140215" x="7134225" y="5056188"/>
          <p14:tracePt t="140222" x="7097713" y="5118100"/>
          <p14:tracePt t="140231" x="7085013" y="5156200"/>
          <p14:tracePt t="140238" x="7072313" y="5218113"/>
          <p14:tracePt t="140246" x="7072313" y="5268913"/>
          <p14:tracePt t="140254" x="7072313" y="5305425"/>
          <p14:tracePt t="140263" x="7072313" y="5318125"/>
          <p14:tracePt t="140271" x="7072313" y="5330825"/>
          <p14:tracePt t="140278" x="7072313" y="5356225"/>
          <p14:tracePt t="140287" x="7097713" y="5368925"/>
          <p14:tracePt t="140295" x="7123113" y="5381625"/>
          <p14:tracePt t="140303" x="7172325" y="5394325"/>
          <p14:tracePt t="140312" x="7223125" y="5394325"/>
          <p14:tracePt t="140319" x="7246938" y="5394325"/>
          <p14:tracePt t="140326" x="7285038" y="5394325"/>
          <p14:tracePt t="140335" x="7348538" y="5394325"/>
          <p14:tracePt t="140342" x="7372350" y="5394325"/>
          <p14:tracePt t="140351" x="7423150" y="5394325"/>
          <p14:tracePt t="140358" x="7485063" y="5381625"/>
          <p14:tracePt t="140367" x="7535863" y="5343525"/>
          <p14:tracePt t="140374" x="7597775" y="5294313"/>
          <p14:tracePt t="140383" x="7610475" y="5294313"/>
          <p14:tracePt t="140390" x="7635875" y="5268913"/>
          <p14:tracePt t="140399" x="7635875" y="5230813"/>
          <p14:tracePt t="140407" x="7635875" y="5218113"/>
          <p14:tracePt t="140415" x="7648575" y="5205413"/>
          <p14:tracePt t="140422" x="7648575" y="5181600"/>
          <p14:tracePt t="140431" x="7648575" y="5168900"/>
          <p14:tracePt t="140543" x="7697788" y="5230813"/>
          <p14:tracePt t="140551" x="7710488" y="5256213"/>
          <p14:tracePt t="140559" x="7735888" y="5268913"/>
          <p14:tracePt t="140567" x="7761288" y="5281613"/>
          <p14:tracePt t="140574" x="7773988" y="5281613"/>
          <p14:tracePt t="140583" x="7785100" y="5281613"/>
          <p14:tracePt t="140590" x="7797800" y="5281613"/>
          <p14:tracePt t="140647" x="7797800" y="5268913"/>
          <p14:tracePt t="141582" x="7810500" y="5268913"/>
          <p14:tracePt t="141630" x="7835900" y="5268913"/>
          <p14:tracePt t="141655" x="7861300" y="5268913"/>
          <p14:tracePt t="141670" x="7861300" y="5281613"/>
          <p14:tracePt t="141703" x="7861300" y="5294313"/>
          <p14:tracePt t="141806" x="7810500" y="5256213"/>
          <p14:tracePt t="141814" x="7773988" y="5230813"/>
          <p14:tracePt t="141822" x="7761288" y="5218113"/>
          <p14:tracePt t="141830" x="7735888" y="5205413"/>
          <p14:tracePt t="141839" x="7685088" y="5194300"/>
          <p14:tracePt t="141854" x="7648575" y="5168900"/>
          <p14:tracePt t="141862" x="7623175" y="5168900"/>
          <p14:tracePt t="141871" x="7597775" y="5168900"/>
          <p14:tracePt t="141878" x="7572375" y="5168900"/>
          <p14:tracePt t="141895" x="7548563" y="5168900"/>
          <p14:tracePt t="141903" x="7523163" y="5168900"/>
          <p14:tracePt t="141910" x="7485063" y="5168900"/>
          <p14:tracePt t="141919" x="7459663" y="5168900"/>
          <p14:tracePt t="141926" x="7423150" y="5168900"/>
          <p14:tracePt t="141934" x="7397750" y="5168900"/>
          <p14:tracePt t="141950" x="7359650" y="5168900"/>
          <p14:tracePt t="141958" x="7335838" y="5168900"/>
          <p14:tracePt t="141966" x="7297738" y="5168900"/>
          <p14:tracePt t="141975" x="7285038" y="5168900"/>
          <p14:tracePt t="141983" x="7259638" y="5168900"/>
          <p14:tracePt t="141991" x="7223125" y="5181600"/>
          <p14:tracePt t="142000" x="7197725" y="5181600"/>
          <p14:tracePt t="142006" x="7172325" y="5181600"/>
          <p14:tracePt t="142014" x="7159625" y="5181600"/>
          <p14:tracePt t="142087" x="7146925" y="5181600"/>
          <p14:tracePt t="142119" x="7123113" y="5205413"/>
          <p14:tracePt t="142158" x="7097713" y="5218113"/>
          <p14:tracePt t="142175" x="7085013" y="5218113"/>
          <p14:tracePt t="142191" x="7072313" y="5218113"/>
          <p14:tracePt t="142231" x="7059613" y="5218113"/>
          <p14:tracePt t="142238" x="7046913" y="5243513"/>
          <p14:tracePt t="142246" x="7034213" y="5243513"/>
          <p14:tracePt t="142279" x="7034213" y="5256213"/>
          <p14:tracePt t="142287" x="7034213" y="5268913"/>
          <p14:tracePt t="142295" x="7021513" y="5281613"/>
          <p14:tracePt t="142302" x="7010400" y="5281613"/>
          <p14:tracePt t="142311" x="7010400" y="5305425"/>
          <p14:tracePt t="142326" x="7010400" y="5318125"/>
          <p14:tracePt t="142335" x="6997700" y="5330825"/>
          <p14:tracePt t="142343" x="6997700" y="5343525"/>
          <p14:tracePt t="142351" x="6997700" y="5368925"/>
          <p14:tracePt t="142383" x="6972300" y="5381625"/>
          <p14:tracePt t="143366" x="6985000" y="5381625"/>
          <p14:tracePt t="143375" x="6997700" y="5381625"/>
          <p14:tracePt t="143382" x="7034213" y="5381625"/>
          <p14:tracePt t="143391" x="7059613" y="5407025"/>
          <p14:tracePt t="143398" x="7085013" y="5430838"/>
          <p14:tracePt t="143407" x="7134225" y="5456238"/>
          <p14:tracePt t="143414" x="7159625" y="5494338"/>
          <p14:tracePt t="143422" x="7185025" y="5518150"/>
          <p14:tracePt t="143430" x="7210425" y="5543550"/>
          <p14:tracePt t="143439" x="7223125" y="5581650"/>
          <p14:tracePt t="143446" x="7235825" y="5594350"/>
          <p14:tracePt t="143455" x="7246938" y="5607050"/>
          <p14:tracePt t="143462" x="7246938" y="5630863"/>
          <p14:tracePt t="143542" x="7246938" y="5619750"/>
          <p14:tracePt t="143550" x="7246938" y="5568950"/>
          <p14:tracePt t="143559" x="7246938" y="5518150"/>
          <p14:tracePt t="143566" x="7246938" y="5456238"/>
          <p14:tracePt t="143575" x="7246938" y="5418138"/>
          <p14:tracePt t="143582" x="7246938" y="5394325"/>
          <p14:tracePt t="143591" x="7246938" y="5356225"/>
          <p14:tracePt t="143598" x="7246938" y="5343525"/>
          <p14:tracePt t="143606" x="7235825" y="5294313"/>
          <p14:tracePt t="143615" x="7235825" y="5268913"/>
          <p14:tracePt t="143623" x="7223125" y="5256213"/>
          <p14:tracePt t="143639" x="7223125" y="5230813"/>
          <p14:tracePt t="143662" x="7223125" y="5218113"/>
          <p14:tracePt t="143679" x="7210425" y="5218113"/>
          <p14:tracePt t="143806" x="7197725" y="5218113"/>
          <p14:tracePt t="143814" x="7185025" y="5218113"/>
          <p14:tracePt t="143830" x="7172325" y="5230813"/>
          <p14:tracePt t="143855" x="7159625" y="5243513"/>
          <p14:tracePt t="143871" x="7159625" y="5256213"/>
          <p14:tracePt t="143887" x="7146925" y="5256213"/>
          <p14:tracePt t="144398" x="7159625" y="5268913"/>
          <p14:tracePt t="144406" x="7246938" y="5305425"/>
          <p14:tracePt t="144414" x="7297738" y="5305425"/>
          <p14:tracePt t="144422" x="7397750" y="5318125"/>
          <p14:tracePt t="144431" x="7523163" y="5330825"/>
          <p14:tracePt t="144439" x="7661275" y="5330825"/>
          <p14:tracePt t="144447" x="7810500" y="5330825"/>
          <p14:tracePt t="144454" x="7948613" y="5330825"/>
          <p14:tracePt t="144462" x="8061325" y="5330825"/>
          <p14:tracePt t="144470" x="8123238" y="5330825"/>
          <p14:tracePt t="144478" x="8174038" y="5330825"/>
          <p14:tracePt t="144486" x="8212138" y="5330825"/>
          <p14:tracePt t="144495" x="8235950" y="5330825"/>
          <p14:tracePt t="144502" x="8261350" y="5330825"/>
          <p14:tracePt t="144511" x="8274050" y="5330825"/>
          <p14:tracePt t="144518" x="8286750" y="5330825"/>
          <p14:tracePt t="144527" x="8299450" y="5330825"/>
          <p14:tracePt t="144534" x="8312150" y="5330825"/>
          <p14:tracePt t="144774" x="8274050" y="5368925"/>
          <p14:tracePt t="144782" x="7999413" y="5368925"/>
          <p14:tracePt t="144790" x="7823200" y="5368925"/>
          <p14:tracePt t="144798" x="7348538" y="5368925"/>
          <p14:tracePt t="144807" x="6696075" y="5356225"/>
          <p14:tracePt t="144814" x="6108700" y="5281613"/>
          <p14:tracePt t="144822" x="5670550" y="5194300"/>
          <p14:tracePt t="144830" x="5345113" y="5143500"/>
          <p14:tracePt t="144838" x="5081588" y="5081588"/>
          <p14:tracePt t="144846" x="4956175" y="5043488"/>
          <p14:tracePt t="144854" x="4881563" y="4992688"/>
          <p14:tracePt t="144863" x="4843463" y="4968875"/>
          <p14:tracePt t="144870" x="4832350" y="4943475"/>
          <p14:tracePt t="144886" x="4832350" y="4930775"/>
          <p14:tracePt t="144895" x="4832350" y="4918075"/>
          <p14:tracePt t="144902" x="4832350" y="4905375"/>
          <p14:tracePt t="144910" x="4832350" y="4892675"/>
          <p14:tracePt t="144918" x="4819650" y="4856163"/>
          <p14:tracePt t="144926" x="4768850" y="4830763"/>
          <p14:tracePt t="144942" x="4656138" y="4730750"/>
          <p14:tracePt t="144951" x="4606925" y="4718050"/>
          <p14:tracePt t="144959" x="4556125" y="4667250"/>
          <p14:tracePt t="144967" x="4518025" y="4656138"/>
          <p14:tracePt t="144975" x="4481513" y="4630738"/>
          <p14:tracePt t="144982" x="4456113" y="4618038"/>
          <p14:tracePt t="144991" x="4418013" y="4605338"/>
          <p14:tracePt t="144998" x="4381500" y="4592638"/>
          <p14:tracePt t="145006" x="4343400" y="4579938"/>
          <p14:tracePt t="145014" x="4268788" y="4567238"/>
          <p14:tracePt t="145022" x="4181475" y="4554538"/>
          <p14:tracePt t="145030" x="4117975" y="4554538"/>
          <p14:tracePt t="145038" x="4017963" y="4554538"/>
          <p14:tracePt t="145046" x="3943350" y="4554538"/>
          <p14:tracePt t="145054" x="3905250" y="4554538"/>
          <p14:tracePt t="145063" x="3867150" y="4554538"/>
          <p14:tracePt t="145086" x="3856038" y="4554538"/>
          <p14:tracePt t="145118" x="3856038" y="4567238"/>
          <p14:tracePt t="145134" x="3856038" y="4579938"/>
          <p14:tracePt t="145142" x="3856038" y="4592638"/>
          <p14:tracePt t="145454" x="3856038" y="4605338"/>
          <p14:tracePt t="145742" x="3856038" y="4618038"/>
          <p14:tracePt t="145750" x="3856038" y="4630738"/>
          <p14:tracePt t="145822" x="3856038" y="4643438"/>
          <p14:tracePt t="146174" x="3905250" y="4656138"/>
          <p14:tracePt t="146182" x="3979863" y="4679950"/>
          <p14:tracePt t="146190" x="4105275" y="4730750"/>
          <p14:tracePt t="146199" x="4343400" y="4792663"/>
          <p14:tracePt t="146206" x="4781550" y="4879975"/>
          <p14:tracePt t="146215" x="5445125" y="5005388"/>
          <p14:tracePt t="146222" x="6134100" y="5105400"/>
          <p14:tracePt t="146230" x="6772275" y="5230813"/>
          <p14:tracePt t="146238" x="7359650" y="5281613"/>
          <p14:tracePt t="146246" x="7785100" y="5368925"/>
          <p14:tracePt t="146254" x="8074025" y="5381625"/>
          <p14:tracePt t="146263" x="8274050" y="5430838"/>
          <p14:tracePt t="146270" x="8386763" y="5443538"/>
          <p14:tracePt t="146278" x="8448675" y="5456238"/>
          <p14:tracePt t="146318" x="8461375" y="5456238"/>
          <p14:tracePt t="146422" x="8461375" y="5468938"/>
          <p14:tracePt t="146430" x="8461375" y="5481638"/>
          <p14:tracePt t="146454" x="8461375" y="5507038"/>
          <p14:tracePt t="146598" x="8461375" y="5494338"/>
          <p14:tracePt t="146606" x="8435975" y="5481638"/>
          <p14:tracePt t="146614" x="8412163" y="5456238"/>
          <p14:tracePt t="146622" x="8386763" y="5418138"/>
          <p14:tracePt t="146638" x="8361363" y="5394325"/>
          <p14:tracePt t="146646" x="8348663" y="5381625"/>
          <p14:tracePt t="146663" x="8348663" y="5368925"/>
          <p14:tracePt t="146718" x="8335963" y="5368925"/>
          <p14:tracePt t="146750" x="8324850" y="5368925"/>
          <p14:tracePt t="146966" x="8348663" y="5394325"/>
          <p14:tracePt t="146974" x="8374063" y="5394325"/>
          <p14:tracePt t="146982" x="8399463" y="5394325"/>
          <p14:tracePt t="146998" x="8424863" y="5394325"/>
          <p14:tracePt t="147006" x="8448675" y="5394325"/>
          <p14:tracePt t="147014" x="8461375" y="5394325"/>
          <p14:tracePt t="147022" x="8474075" y="5394325"/>
          <p14:tracePt t="147030" x="8499475" y="5394325"/>
          <p14:tracePt t="147047" x="8512175" y="5394325"/>
          <p14:tracePt t="147054" x="8537575" y="5394325"/>
          <p14:tracePt t="147127" x="8548688" y="5381625"/>
          <p14:tracePt t="147174" x="8561388" y="5381625"/>
          <p14:tracePt t="147190" x="8574088" y="5381625"/>
          <p14:tracePt t="147206" x="8586788" y="5381625"/>
          <p14:tracePt t="147246" x="8599488" y="5381625"/>
          <p14:tracePt t="147286" x="8612188" y="5368925"/>
          <p14:tracePt t="147422" x="8612188" y="5356225"/>
          <p14:tracePt t="147606" x="8612188" y="5343525"/>
          <p14:tracePt t="147639" x="8599488" y="5343525"/>
          <p14:tracePt t="147662" x="8586788" y="5343525"/>
          <p14:tracePt t="147678" x="8574088" y="5343525"/>
          <p14:tracePt t="147694" x="8561388" y="5343525"/>
          <p14:tracePt t="147703" x="8548688" y="5343525"/>
          <p14:tracePt t="147710" x="8537575" y="5343525"/>
          <p14:tracePt t="147718" x="8524875" y="5343525"/>
          <p14:tracePt t="147727" x="8512175" y="5343525"/>
          <p14:tracePt t="147734" x="8499475" y="5343525"/>
          <p14:tracePt t="147750" x="8486775" y="5343525"/>
          <p14:tracePt t="147758" x="8474075" y="5343525"/>
          <p14:tracePt t="147766" x="8461375" y="5343525"/>
          <p14:tracePt t="147799" x="8448675" y="5330825"/>
          <p14:tracePt t="148030" x="8448675" y="5318125"/>
          <p14:tracePt t="148742" x="8374063" y="5318125"/>
          <p14:tracePt t="148751" x="8099425" y="5318125"/>
          <p14:tracePt t="148759" x="7948613" y="5318125"/>
          <p14:tracePt t="148766" x="7748588" y="5318125"/>
          <p14:tracePt t="148774" x="7423150" y="5281613"/>
          <p14:tracePt t="148782" x="7059613" y="5218113"/>
          <p14:tracePt t="148790" x="6759575" y="5168900"/>
          <p14:tracePt t="148798" x="6496050" y="5118100"/>
          <p14:tracePt t="148807" x="6208713" y="5081588"/>
          <p14:tracePt t="148814" x="5921375" y="5018088"/>
          <p14:tracePt t="148823" x="5719763" y="4992688"/>
          <p14:tracePt t="148830" x="5519738" y="4943475"/>
          <p14:tracePt t="148838" x="5370513" y="4918075"/>
          <p14:tracePt t="148846" x="5219700" y="4892675"/>
          <p14:tracePt t="148854" x="5081588" y="4879975"/>
          <p14:tracePt t="148862" x="4968875" y="4856163"/>
          <p14:tracePt t="148870" x="4894263" y="4830763"/>
          <p14:tracePt t="148878" x="4806950" y="4805363"/>
          <p14:tracePt t="148887" x="4732338" y="4792663"/>
          <p14:tracePt t="148894" x="4668838" y="4768850"/>
          <p14:tracePt t="148902" x="4594225" y="4743450"/>
          <p14:tracePt t="148910" x="4506913" y="4730750"/>
          <p14:tracePt t="148919" x="4418013" y="4705350"/>
          <p14:tracePt t="148926" x="4343400" y="4692650"/>
          <p14:tracePt t="148936" x="4256088" y="4679950"/>
          <p14:tracePt t="148942" x="4192588" y="4679950"/>
          <p14:tracePt t="148950" x="4117975" y="4667250"/>
          <p14:tracePt t="148958" x="4056063" y="4667250"/>
          <p14:tracePt t="148966" x="3992563" y="4643438"/>
          <p14:tracePt t="148974" x="3943350" y="4643438"/>
          <p14:tracePt t="148982" x="3892550" y="4630738"/>
          <p14:tracePt t="148991" x="3843338" y="4630738"/>
          <p14:tracePt t="148998" x="3767138" y="4630738"/>
          <p14:tracePt t="149007" x="3679825" y="4630738"/>
          <p14:tracePt t="149014" x="3617913" y="4630738"/>
          <p14:tracePt t="149022" x="3554413" y="4630738"/>
          <p14:tracePt t="149030" x="3454400" y="4630738"/>
          <p14:tracePt t="149038" x="3379788" y="4618038"/>
          <p14:tracePt t="149046" x="3305175" y="4592638"/>
          <p14:tracePt t="149054" x="3254375" y="4579938"/>
          <p14:tracePt t="149062" x="3205163" y="4579938"/>
          <p14:tracePt t="149071" x="3128963" y="4579938"/>
          <p14:tracePt t="149078" x="3067050" y="4579938"/>
          <p14:tracePt t="149086" x="2992438" y="4579938"/>
          <p14:tracePt t="149094" x="2928938" y="4579938"/>
          <p14:tracePt t="149103" x="2867025" y="4579938"/>
          <p14:tracePt t="149110" x="2767013" y="4579938"/>
          <p14:tracePt t="149119" x="2703513" y="4579938"/>
          <p14:tracePt t="149126" x="2628900" y="4579938"/>
          <p14:tracePt t="149134" x="2528888" y="4579938"/>
          <p14:tracePt t="149142" x="2478088" y="4579938"/>
          <p14:tracePt t="149150" x="2416175" y="4579938"/>
          <p14:tracePt t="149158" x="2403475" y="4579938"/>
          <p14:tracePt t="149166" x="2365375" y="4579938"/>
          <p14:tracePt t="149374" x="2352675" y="4579938"/>
          <p14:tracePt t="149382" x="2316163" y="4579938"/>
          <p14:tracePt t="149391" x="2303463" y="4605338"/>
          <p14:tracePt t="149398" x="2252663" y="4643438"/>
          <p14:tracePt t="149406" x="2216150" y="4679950"/>
          <p14:tracePt t="149414" x="2190750" y="4705350"/>
          <p14:tracePt t="149422" x="2152650" y="4718050"/>
          <p14:tracePt t="149430" x="2152650" y="4730750"/>
          <p14:tracePt t="149574" x="2139950" y="4730750"/>
          <p14:tracePt t="149582" x="2127250" y="4730750"/>
          <p14:tracePt t="149590" x="2103438" y="4730750"/>
          <p14:tracePt t="149598" x="2090738" y="4730750"/>
          <p14:tracePt t="149606" x="2065338" y="4730750"/>
          <p14:tracePt t="149646" x="2052638" y="4730750"/>
          <p14:tracePt t="149670" x="2027238" y="4730750"/>
          <p14:tracePt t="150006" x="2039938" y="4718050"/>
          <p14:tracePt t="150023" x="2052638" y="4718050"/>
          <p14:tracePt t="150038" x="2090738" y="4718050"/>
          <p14:tracePt t="150046" x="2127250" y="4718050"/>
          <p14:tracePt t="150054" x="2152650" y="4718050"/>
          <p14:tracePt t="150062" x="2190750" y="4718050"/>
          <p14:tracePt t="150070" x="2228850" y="4718050"/>
          <p14:tracePt t="150078" x="2265363" y="4718050"/>
          <p14:tracePt t="150086" x="2290763" y="4718050"/>
          <p14:tracePt t="150094" x="2339975" y="4718050"/>
          <p14:tracePt t="150102" x="2390775" y="4692650"/>
          <p14:tracePt t="150111" x="2441575" y="4692650"/>
          <p14:tracePt t="150118" x="2478088" y="4692650"/>
          <p14:tracePt t="150127" x="2528888" y="4692650"/>
          <p14:tracePt t="150134" x="2554288" y="4692650"/>
          <p14:tracePt t="150142" x="2590800" y="4692650"/>
          <p14:tracePt t="150150" x="2616200" y="4692650"/>
          <p14:tracePt t="150158" x="2641600" y="4692650"/>
          <p14:tracePt t="150166" x="2667000" y="4692650"/>
          <p14:tracePt t="150174" x="2678113" y="4692650"/>
          <p14:tracePt t="150190" x="2690813" y="4692650"/>
          <p14:tracePt t="150222" x="2703513" y="4692650"/>
          <p14:tracePt t="150230" x="2703513" y="4679950"/>
          <p14:tracePt t="150270" x="2716213" y="4679950"/>
          <p14:tracePt t="150286" x="2728913" y="4679950"/>
          <p14:tracePt t="150326" x="2741613" y="4679950"/>
          <p14:tracePt t="150366" x="2767013" y="4679950"/>
          <p14:tracePt t="150374" x="2790825" y="4679950"/>
          <p14:tracePt t="150382" x="2841625" y="4679950"/>
          <p14:tracePt t="150390" x="2916238" y="4679950"/>
          <p14:tracePt t="150398" x="2992438" y="4679950"/>
          <p14:tracePt t="150406" x="3092450" y="4679950"/>
          <p14:tracePt t="150414" x="3216275" y="4679950"/>
          <p14:tracePt t="150423" x="3305175" y="4679950"/>
          <p14:tracePt t="150430" x="3328988" y="4692650"/>
          <p14:tracePt t="150438" x="3354388" y="4692650"/>
          <p14:tracePt t="150631" x="3367088" y="4692650"/>
          <p14:tracePt t="150695" x="3379788" y="4692650"/>
          <p14:tracePt t="150726" x="3392488" y="4692650"/>
          <p14:tracePt t="150758" x="3405188" y="4692650"/>
          <p14:tracePt t="150934" x="3417888" y="4692650"/>
          <p14:tracePt t="150942" x="3429000" y="4692650"/>
          <p14:tracePt t="150974" x="3441700" y="4692650"/>
          <p14:tracePt t="151078" x="3441700" y="4679950"/>
          <p14:tracePt t="151118" x="3454400" y="4679950"/>
          <p14:tracePt t="152006" x="3517900" y="4679950"/>
          <p14:tracePt t="152015" x="3679825" y="4718050"/>
          <p14:tracePt t="152022" x="3905250" y="4792663"/>
          <p14:tracePt t="152030" x="4368800" y="4930775"/>
          <p14:tracePt t="152038" x="5045075" y="5081588"/>
          <p14:tracePt t="152046" x="5757863" y="5281613"/>
          <p14:tracePt t="152054" x="6483350" y="5407025"/>
          <p14:tracePt t="152062" x="7146925" y="5507038"/>
          <p14:tracePt t="152070" x="7685088" y="5619750"/>
          <p14:tracePt t="152079" x="8035925" y="5643563"/>
          <p14:tracePt t="152086" x="8186738" y="5656263"/>
          <p14:tracePt t="152094" x="8274050" y="5668963"/>
          <p14:tracePt t="152134" x="8286750" y="5668963"/>
          <p14:tracePt t="152142" x="8286750" y="5681663"/>
          <p14:tracePt t="152174" x="8286750" y="5694363"/>
          <p14:tracePt t="152183" x="8274050" y="5707063"/>
          <p14:tracePt t="152310" x="8299450" y="5694363"/>
          <p14:tracePt t="152318" x="8312150" y="5668963"/>
          <p14:tracePt t="152326" x="8335963" y="5643563"/>
          <p14:tracePt t="152334" x="8348663" y="5594350"/>
          <p14:tracePt t="152342" x="8361363" y="5530850"/>
          <p14:tracePt t="152350" x="8374063" y="5481638"/>
          <p14:tracePt t="152358" x="8374063" y="5430838"/>
          <p14:tracePt t="152367" x="8374063" y="5381625"/>
          <p14:tracePt t="152374" x="8386763" y="5343525"/>
          <p14:tracePt t="152383" x="8386763" y="5305425"/>
          <p14:tracePt t="152390" x="8386763" y="5268913"/>
          <p14:tracePt t="152399" x="8386763" y="5243513"/>
          <p14:tracePt t="152406" x="8386763" y="5218113"/>
          <p14:tracePt t="152414" x="8386763" y="5194300"/>
          <p14:tracePt t="152422" x="8374063" y="5181600"/>
          <p14:tracePt t="152430" x="8361363" y="5181600"/>
          <p14:tracePt t="152438" x="8348663" y="5168900"/>
          <p14:tracePt t="152447" x="8335963" y="5156200"/>
          <p14:tracePt t="152454" x="8324850" y="5156200"/>
          <p14:tracePt t="152462" x="8312150" y="5156200"/>
          <p14:tracePt t="152470" x="8299450" y="5156200"/>
          <p14:tracePt t="152479" x="8286750" y="5156200"/>
          <p14:tracePt t="152486" x="8274050" y="5156200"/>
          <p14:tracePt t="152496" x="8261350" y="5156200"/>
          <p14:tracePt t="152502" x="8248650" y="5156200"/>
          <p14:tracePt t="152518" x="8235950" y="5156200"/>
          <p14:tracePt t="152526" x="8212138" y="5156200"/>
          <p14:tracePt t="152542" x="8186738" y="5143500"/>
          <p14:tracePt t="152551" x="8161338" y="5143500"/>
          <p14:tracePt t="152558" x="8123238" y="5130800"/>
          <p14:tracePt t="152567" x="8099425" y="5130800"/>
          <p14:tracePt t="152574" x="8061325" y="5130800"/>
          <p14:tracePt t="152582" x="8023225" y="5105400"/>
          <p14:tracePt t="152590" x="7999413" y="5105400"/>
          <p14:tracePt t="152598" x="7974013" y="5105400"/>
          <p14:tracePt t="152606" x="7935913" y="5092700"/>
          <p14:tracePt t="152614" x="7910513" y="5092700"/>
          <p14:tracePt t="152622" x="7886700" y="5092700"/>
          <p14:tracePt t="152638" x="7874000" y="5092700"/>
          <p14:tracePt t="152646" x="7848600" y="5092700"/>
          <p14:tracePt t="152663" x="7823200" y="5092700"/>
          <p14:tracePt t="152679" x="7810500" y="5092700"/>
          <p14:tracePt t="152686" x="7785100" y="5092700"/>
          <p14:tracePt t="152694" x="7773988" y="5092700"/>
          <p14:tracePt t="152710" x="7748588" y="5092700"/>
          <p14:tracePt t="152719" x="7735888" y="5092700"/>
          <p14:tracePt t="152726" x="7710488" y="5092700"/>
          <p14:tracePt t="152742" x="7673975" y="5092700"/>
          <p14:tracePt t="152758" x="7661275" y="5092700"/>
          <p14:tracePt t="152767" x="7648575" y="5092700"/>
          <p14:tracePt t="152774" x="7635875" y="5092700"/>
          <p14:tracePt t="152782" x="7623175" y="5092700"/>
          <p14:tracePt t="152790" x="7610475" y="5092700"/>
          <p14:tracePt t="152798" x="7597775" y="5105400"/>
          <p14:tracePt t="152822" x="7585075" y="5118100"/>
          <p14:tracePt t="152838" x="7572375" y="5130800"/>
          <p14:tracePt t="152870" x="7572375" y="5143500"/>
          <p14:tracePt t="152879" x="7561263" y="5143500"/>
          <p14:tracePt t="152894" x="7561263" y="5156200"/>
          <p14:tracePt t="152910" x="7561263" y="5168900"/>
          <p14:tracePt t="152926" x="7561263" y="5181600"/>
          <p14:tracePt t="152946" x="7561263" y="5194300"/>
          <p14:tracePt t="152951" x="7561263" y="5205413"/>
          <p14:tracePt t="152974" x="7561263" y="5218113"/>
          <p14:tracePt t="152982" x="7561263" y="5230813"/>
          <p14:tracePt t="152990" x="7561263" y="5243513"/>
          <p14:tracePt t="152998" x="7561263" y="5256213"/>
          <p14:tracePt t="153014" x="7572375" y="5281613"/>
          <p14:tracePt t="153022" x="7572375" y="5294313"/>
          <p14:tracePt t="153030" x="7585075" y="5294313"/>
          <p14:tracePt t="153038" x="7585075" y="5305425"/>
          <p14:tracePt t="153054" x="7597775" y="5318125"/>
          <p14:tracePt t="153062" x="7610475" y="5330825"/>
          <p14:tracePt t="153078" x="7623175" y="5330825"/>
          <p14:tracePt t="153086" x="7623175" y="5343525"/>
          <p14:tracePt t="153102" x="7648575" y="5356225"/>
          <p14:tracePt t="153110" x="7661275" y="5368925"/>
          <p14:tracePt t="153126" x="7685088" y="5368925"/>
          <p14:tracePt t="153135" x="7710488" y="5381625"/>
          <p14:tracePt t="153150" x="7710488" y="5394325"/>
          <p14:tracePt t="153158" x="7735888" y="5394325"/>
          <p14:tracePt t="153166" x="7748588" y="5394325"/>
          <p14:tracePt t="153174" x="7761288" y="5394325"/>
          <p14:tracePt t="153182" x="7785100" y="5394325"/>
          <p14:tracePt t="153190" x="7810500" y="5394325"/>
          <p14:tracePt t="153198" x="7835900" y="5394325"/>
          <p14:tracePt t="153206" x="7861300" y="5394325"/>
          <p14:tracePt t="153214" x="7897813" y="5394325"/>
          <p14:tracePt t="153222" x="7923213" y="5394325"/>
          <p14:tracePt t="153231" x="7961313" y="5394325"/>
          <p14:tracePt t="153238" x="7999413" y="5394325"/>
          <p14:tracePt t="153247" x="8061325" y="5368925"/>
          <p14:tracePt t="153254" x="8099425" y="5330825"/>
          <p14:tracePt t="153262" x="8148638" y="5305425"/>
          <p14:tracePt t="153270" x="8161338" y="5281613"/>
          <p14:tracePt t="153278" x="8186738" y="5256213"/>
          <p14:tracePt t="153286" x="8212138" y="5218113"/>
          <p14:tracePt t="153294" x="8223250" y="5194300"/>
          <p14:tracePt t="153303" x="8223250" y="5168900"/>
          <p14:tracePt t="153310" x="8223250" y="5156200"/>
          <p14:tracePt t="153319" x="8223250" y="5143500"/>
          <p14:tracePt t="153326" x="8223250" y="5118100"/>
          <p14:tracePt t="153342" x="8223250" y="5092700"/>
          <p14:tracePt t="153350" x="8223250" y="5081588"/>
          <p14:tracePt t="153374" x="8223250" y="5068888"/>
          <p14:tracePt t="153390" x="8199438" y="5068888"/>
          <p14:tracePt t="153398" x="8174038" y="5068888"/>
          <p14:tracePt t="153406" x="8148638" y="5068888"/>
          <p14:tracePt t="153415" x="8123238" y="5068888"/>
          <p14:tracePt t="153422" x="8086725" y="5068888"/>
          <p14:tracePt t="153431" x="8048625" y="5068888"/>
          <p14:tracePt t="153438" x="7999413" y="5068888"/>
          <p14:tracePt t="153446" x="7961313" y="5068888"/>
          <p14:tracePt t="153454" x="7910513" y="5092700"/>
          <p14:tracePt t="153462" x="7897813" y="5105400"/>
          <p14:tracePt t="153470" x="7861300" y="5130800"/>
          <p14:tracePt t="153478" x="7848600" y="5143500"/>
          <p14:tracePt t="153487" x="7823200" y="5156200"/>
          <p14:tracePt t="153494" x="7823200" y="5181600"/>
          <p14:tracePt t="153503" x="7810500" y="5205413"/>
          <p14:tracePt t="153510" x="7797800" y="5218113"/>
          <p14:tracePt t="153519" x="7797800" y="5243513"/>
          <p14:tracePt t="153526" x="7797800" y="5268913"/>
          <p14:tracePt t="153534" x="7797800" y="5294313"/>
          <p14:tracePt t="153542" x="7797800" y="5305425"/>
          <p14:tracePt t="153550" x="7797800" y="5318125"/>
          <p14:tracePt t="153558" x="7797800" y="5343525"/>
          <p14:tracePt t="153574" x="7797800" y="5368925"/>
          <p14:tracePt t="153582" x="7797800" y="5381625"/>
          <p14:tracePt t="153599" x="7797800" y="5394325"/>
          <p14:tracePt t="153606" x="7810500" y="5394325"/>
          <p14:tracePt t="153638" x="7823200" y="5394325"/>
          <p14:tracePt t="153646" x="7848600" y="5418138"/>
          <p14:tracePt t="153662" x="7861300" y="5418138"/>
          <p14:tracePt t="153670" x="7897813" y="5418138"/>
          <p14:tracePt t="153678" x="7935913" y="5418138"/>
          <p14:tracePt t="153687" x="7961313" y="5418138"/>
          <p14:tracePt t="153694" x="7999413" y="5418138"/>
          <p14:tracePt t="153703" x="8035925" y="5418138"/>
          <p14:tracePt t="153710" x="8086725" y="5418138"/>
          <p14:tracePt t="153718" x="8099425" y="5394325"/>
          <p14:tracePt t="153726" x="8123238" y="5356225"/>
          <p14:tracePt t="153734" x="8135938" y="5318125"/>
          <p14:tracePt t="153742" x="8148638" y="5294313"/>
          <p14:tracePt t="153750" x="8148638" y="5243513"/>
          <p14:tracePt t="153758" x="8161338" y="5181600"/>
          <p14:tracePt t="153766" x="8161338" y="5156200"/>
          <p14:tracePt t="153774" x="8161338" y="5130800"/>
          <p14:tracePt t="153782" x="8161338" y="5118100"/>
          <p14:tracePt t="153790" x="8161338" y="5092700"/>
          <p14:tracePt t="153799" x="8161338" y="5081588"/>
          <p14:tracePt t="153815" x="8161338" y="5068888"/>
          <p14:tracePt t="153830" x="8148638" y="5068888"/>
          <p14:tracePt t="153838" x="8123238" y="5043488"/>
          <p14:tracePt t="153854" x="8099425" y="5043488"/>
          <p14:tracePt t="153862" x="8061325" y="5043488"/>
          <p14:tracePt t="153871" x="8035925" y="5043488"/>
          <p14:tracePt t="153878" x="8010525" y="5043488"/>
          <p14:tracePt t="153887" x="7974013" y="5043488"/>
          <p14:tracePt t="153894" x="7948613" y="5043488"/>
          <p14:tracePt t="153902" x="7910513" y="5043488"/>
          <p14:tracePt t="153910" x="7874000" y="5043488"/>
          <p14:tracePt t="153918" x="7848600" y="5043488"/>
          <p14:tracePt t="153926" x="7823200" y="5068888"/>
          <p14:tracePt t="153934" x="7797800" y="5081588"/>
          <p14:tracePt t="153942" x="7773988" y="5105400"/>
          <p14:tracePt t="153950" x="7748588" y="5130800"/>
          <p14:tracePt t="153958" x="7735888" y="5143500"/>
          <p14:tracePt t="153966" x="7735888" y="5181600"/>
          <p14:tracePt t="153974" x="7735888" y="5205413"/>
          <p14:tracePt t="153983" x="7735888" y="5243513"/>
          <p14:tracePt t="153990" x="7735888" y="5256213"/>
          <p14:tracePt t="154000" x="7735888" y="5268913"/>
          <p14:tracePt t="154006" x="7735888" y="5281613"/>
          <p14:tracePt t="154014" x="7748588" y="5305425"/>
          <p14:tracePt t="154022" x="7761288" y="5318125"/>
          <p14:tracePt t="154030" x="7785100" y="5356225"/>
          <p14:tracePt t="154038" x="7823200" y="5368925"/>
          <p14:tracePt t="154055" x="7835900" y="5381625"/>
          <p14:tracePt t="154062" x="7848600" y="5381625"/>
          <p14:tracePt t="154071" x="7886700" y="5394325"/>
          <p14:tracePt t="154078" x="7897813" y="5407025"/>
          <p14:tracePt t="154086" x="7910513" y="5407025"/>
          <p14:tracePt t="154094" x="7935913" y="5418138"/>
          <p14:tracePt t="154102" x="7961313" y="5418138"/>
          <p14:tracePt t="154110" x="7974013" y="5418138"/>
          <p14:tracePt t="154118" x="7986713" y="5418138"/>
          <p14:tracePt t="154126" x="8010525" y="5418138"/>
          <p14:tracePt t="154134" x="8035925" y="5418138"/>
          <p14:tracePt t="154142" x="8061325" y="5418138"/>
          <p14:tracePt t="154150" x="8074025" y="5418138"/>
          <p14:tracePt t="154158" x="8086725" y="5418138"/>
          <p14:tracePt t="154167" x="8110538" y="5407025"/>
          <p14:tracePt t="154174" x="8123238" y="5381625"/>
          <p14:tracePt t="154183" x="8161338" y="5330825"/>
          <p14:tracePt t="154190" x="8161338" y="5318125"/>
          <p14:tracePt t="154198" x="8161338" y="5281613"/>
          <p14:tracePt t="154206" x="8161338" y="5256213"/>
          <p14:tracePt t="154214" x="8161338" y="5230813"/>
          <p14:tracePt t="154222" x="8161338" y="5194300"/>
          <p14:tracePt t="154230" x="8161338" y="5168900"/>
          <p14:tracePt t="154239" x="8161338" y="5143500"/>
          <p14:tracePt t="154246" x="8161338" y="5130800"/>
          <p14:tracePt t="154255" x="8148638" y="5105400"/>
          <p14:tracePt t="154262" x="8135938" y="5092700"/>
          <p14:tracePt t="154271" x="8110538" y="5081588"/>
          <p14:tracePt t="154286" x="8074025" y="5081588"/>
          <p14:tracePt t="154302" x="8035925" y="5081588"/>
          <p14:tracePt t="154310" x="8010525" y="5081588"/>
          <p14:tracePt t="154318" x="7986713" y="5081588"/>
          <p14:tracePt t="154326" x="7948613" y="5081588"/>
          <p14:tracePt t="154334" x="7910513" y="5081588"/>
          <p14:tracePt t="154342" x="7886700" y="5081588"/>
          <p14:tracePt t="154350" x="7861300" y="5105400"/>
          <p14:tracePt t="154358" x="7835900" y="5130800"/>
          <p14:tracePt t="154367" x="7810500" y="5143500"/>
          <p14:tracePt t="154374" x="7810500" y="5168900"/>
          <p14:tracePt t="154382" x="7797800" y="5194300"/>
          <p14:tracePt t="154390" x="7785100" y="5230813"/>
          <p14:tracePt t="154398" x="7785100" y="5243513"/>
          <p14:tracePt t="154406" x="7785100" y="5268913"/>
          <p14:tracePt t="154414" x="7785100" y="5294313"/>
          <p14:tracePt t="154422" x="7785100" y="5318125"/>
          <p14:tracePt t="154430" x="7785100" y="5343525"/>
          <p14:tracePt t="154439" x="7785100" y="5368925"/>
          <p14:tracePt t="154455" x="7810500" y="5394325"/>
          <p14:tracePt t="154462" x="7810500" y="5407025"/>
          <p14:tracePt t="154470" x="7823200" y="5418138"/>
          <p14:tracePt t="154478" x="7835900" y="5418138"/>
          <p14:tracePt t="154510" x="7848600" y="5418138"/>
          <p14:tracePt t="154542" x="7874000" y="5418138"/>
          <p14:tracePt t="154558" x="7886700" y="5418138"/>
          <p14:tracePt t="154566" x="7910513" y="5418138"/>
          <p14:tracePt t="154574" x="7935913" y="5418138"/>
          <p14:tracePt t="154582" x="7974013" y="5418138"/>
          <p14:tracePt t="154598" x="7986713" y="5418138"/>
          <p14:tracePt t="154606" x="7999413" y="5418138"/>
          <p14:tracePt t="154623" x="8010525" y="5418138"/>
          <p14:tracePt t="154654" x="8010525" y="5407025"/>
          <p14:tracePt t="155166" x="8010525" y="5394325"/>
          <p14:tracePt t="155431" x="8023225" y="5394325"/>
          <p14:tracePt t="156118" x="8035925" y="5394325"/>
          <p14:tracePt t="156446" x="8048625" y="5394325"/>
          <p14:tracePt t="156542" x="8010525" y="5394325"/>
          <p14:tracePt t="156550" x="7848600" y="5494338"/>
          <p14:tracePt t="156558" x="7773988" y="5507038"/>
          <p14:tracePt t="156566" x="7710488" y="5507038"/>
          <p14:tracePt t="156574" x="7623175" y="5507038"/>
          <p14:tracePt t="156582" x="7561263" y="5507038"/>
          <p14:tracePt t="156590" x="7510463" y="5507038"/>
          <p14:tracePt t="156598" x="7448550" y="5507038"/>
          <p14:tracePt t="156607" x="7423150" y="5507038"/>
          <p14:tracePt t="156614" x="7397750" y="5507038"/>
          <p14:tracePt t="156622" x="7359650" y="5468938"/>
          <p14:tracePt t="156630" x="7348538" y="5468938"/>
          <p14:tracePt t="156638" x="7335838" y="5456238"/>
          <p14:tracePt t="156646" x="7310438" y="5443538"/>
          <p14:tracePt t="156654" x="7272338" y="5430838"/>
          <p14:tracePt t="156662" x="7235825" y="5430838"/>
          <p14:tracePt t="156670" x="7185025" y="5430838"/>
          <p14:tracePt t="156679" x="7110413" y="5430838"/>
          <p14:tracePt t="156686" x="7046913" y="5430838"/>
          <p14:tracePt t="156695" x="6972300" y="5430838"/>
          <p14:tracePt t="156702" x="6910388" y="5430838"/>
          <p14:tracePt t="156711" x="6872288" y="5430838"/>
          <p14:tracePt t="156718" x="6834188" y="5418138"/>
          <p14:tracePt t="156726" x="6797675" y="5407025"/>
          <p14:tracePt t="156734" x="6784975" y="5407025"/>
          <p14:tracePt t="156742" x="6759575" y="5407025"/>
          <p14:tracePt t="156758" x="6746875" y="5407025"/>
          <p14:tracePt t="156790" x="6721475" y="5407025"/>
          <p14:tracePt t="156798" x="6708775" y="5407025"/>
          <p14:tracePt t="156807" x="6684963" y="5407025"/>
          <p14:tracePt t="156814" x="6659563" y="5407025"/>
          <p14:tracePt t="156822" x="6634163" y="5407025"/>
          <p14:tracePt t="156830" x="6608763" y="5407025"/>
          <p14:tracePt t="156838" x="6584950" y="5407025"/>
          <p14:tracePt t="156846" x="6572250" y="5407025"/>
          <p14:tracePt t="156854" x="6546850" y="5407025"/>
          <p14:tracePt t="156902" x="6534150" y="5407025"/>
          <p14:tracePt t="156910" x="6521450" y="5407025"/>
          <p14:tracePt t="156918" x="6508750" y="5407025"/>
          <p14:tracePt t="156934" x="6483350" y="5407025"/>
          <p14:tracePt t="156942" x="6472238" y="5407025"/>
          <p14:tracePt t="157502" x="6496050" y="5394325"/>
          <p14:tracePt t="157510" x="6559550" y="5394325"/>
          <p14:tracePt t="157518" x="6621463" y="5394325"/>
          <p14:tracePt t="157526" x="6746875" y="5394325"/>
          <p14:tracePt t="157534" x="6872288" y="5394325"/>
          <p14:tracePt t="157543" x="7072313" y="5394325"/>
          <p14:tracePt t="157550" x="7385050" y="5394325"/>
          <p14:tracePt t="157559" x="7923213" y="5394325"/>
          <p14:tracePt t="157566" x="8335963" y="5394325"/>
          <p14:tracePt t="157574" x="8750300" y="5394325"/>
          <p14:tracePt t="157582" x="9050338" y="5394325"/>
          <p14:tracePt t="157590" x="9263063" y="5381625"/>
          <p14:tracePt t="157598" x="9513888" y="5381625"/>
          <p14:tracePt t="157606" x="9650413" y="5381625"/>
          <p14:tracePt t="157615" x="9801225" y="5381625"/>
          <p14:tracePt t="157622" x="9939338" y="5381625"/>
          <p14:tracePt t="157631" x="10039350" y="5381625"/>
          <p14:tracePt t="157638" x="10139363" y="5381625"/>
          <p14:tracePt t="157646" x="10213975" y="5381625"/>
          <p14:tracePt t="157654" x="10264775" y="5381625"/>
          <p14:tracePt t="157662" x="10313988" y="5381625"/>
          <p14:tracePt t="157670" x="10326688" y="5381625"/>
          <p14:tracePt t="157678" x="10364788" y="5381625"/>
          <p14:tracePt t="157686" x="10377488" y="5381625"/>
          <p14:tracePt t="157790" x="10390188" y="5381625"/>
          <p14:tracePt t="157894" x="10390188" y="5394325"/>
          <p14:tracePt t="157910" x="10377488" y="5394325"/>
          <p14:tracePt t="157918" x="10364788" y="5394325"/>
          <p14:tracePt t="157926" x="10313988" y="5394325"/>
          <p14:tracePt t="157943" x="10264775" y="5394325"/>
          <p14:tracePt t="157950" x="10239375" y="5394325"/>
          <p14:tracePt t="157958" x="10226675" y="5394325"/>
          <p14:tracePt t="157966" x="10213975" y="5394325"/>
          <p14:tracePt t="157974" x="10201275" y="5394325"/>
          <p14:tracePt t="157990" x="10188575" y="5381625"/>
          <p14:tracePt t="158006" x="10177463" y="5381625"/>
          <p14:tracePt t="158054" x="10164763" y="5381625"/>
          <p14:tracePt t="158110" x="10152063" y="5381625"/>
          <p14:tracePt t="158142" x="10126663" y="5381625"/>
          <p14:tracePt t="158414" x="10113963" y="5368925"/>
          <p14:tracePt t="158486" x="10113963" y="5356225"/>
          <p14:tracePt t="158518" x="10126663" y="5356225"/>
          <p14:tracePt t="158526" x="10139363" y="5356225"/>
          <p14:tracePt t="158542" x="10152063" y="5356225"/>
          <p14:tracePt t="158574" x="10164763" y="5356225"/>
          <p14:tracePt t="158590" x="10177463" y="5356225"/>
          <p14:tracePt t="158598" x="10188575" y="5356225"/>
          <p14:tracePt t="158614" x="10201275" y="5356225"/>
          <p14:tracePt t="158646" x="10226675" y="5356225"/>
          <p14:tracePt t="158662" x="10239375" y="5356225"/>
          <p14:tracePt t="158670" x="10252075" y="5356225"/>
          <p14:tracePt t="158678" x="10264775" y="5356225"/>
          <p14:tracePt t="158710" x="10277475" y="5356225"/>
          <p14:tracePt t="158742" x="10288588" y="5356225"/>
          <p14:tracePt t="158758" x="10301288" y="5356225"/>
          <p14:tracePt t="158774" x="10313988" y="5356225"/>
          <p14:tracePt t="158974" x="10313988" y="5381625"/>
          <p14:tracePt t="158990" x="10313988" y="5394325"/>
          <p14:tracePt t="159014" x="10313988" y="5407025"/>
          <p14:tracePt t="159022" x="10313988" y="5430838"/>
          <p14:tracePt t="159046" x="10313988" y="5456238"/>
          <p14:tracePt t="159070" x="10313988" y="5468938"/>
          <p14:tracePt t="159214" x="10313988" y="5456238"/>
          <p14:tracePt t="159230" x="10313988" y="5418138"/>
          <p14:tracePt t="159247" x="10313988" y="5394325"/>
          <p14:tracePt t="159254" x="10313988" y="5356225"/>
          <p14:tracePt t="159262" x="10313988" y="5343525"/>
          <p14:tracePt t="159270" x="10313988" y="5330825"/>
          <p14:tracePt t="159279" x="10313988" y="5318125"/>
          <p14:tracePt t="159286" x="10313988" y="5305425"/>
          <p14:tracePt t="159319" x="10313988" y="5294313"/>
          <p14:tracePt t="159358" x="10313988" y="5281613"/>
          <p14:tracePt t="159422" x="10301288" y="5281613"/>
          <p14:tracePt t="159431" x="10288588" y="5281613"/>
          <p14:tracePt t="159438" x="10264775" y="5281613"/>
          <p14:tracePt t="159454" x="10239375" y="5305425"/>
          <p14:tracePt t="159462" x="10239375" y="5318125"/>
          <p14:tracePt t="159470" x="10226675" y="5330825"/>
          <p14:tracePt t="159478" x="10213975" y="5343525"/>
          <p14:tracePt t="159486" x="10213975" y="5356225"/>
          <p14:tracePt t="159494" x="10213975" y="5368925"/>
          <p14:tracePt t="159503" x="10213975" y="5394325"/>
          <p14:tracePt t="159510" x="10213975" y="5418138"/>
          <p14:tracePt t="159519" x="10213975" y="5430838"/>
          <p14:tracePt t="159526" x="10213975" y="5456238"/>
          <p14:tracePt t="159534" x="10213975" y="5481638"/>
          <p14:tracePt t="159542" x="10226675" y="5481638"/>
          <p14:tracePt t="159558" x="10226675" y="5494338"/>
          <p14:tracePt t="159590" x="10239375" y="5494338"/>
          <p14:tracePt t="159598" x="10252075" y="5494338"/>
          <p14:tracePt t="159606" x="10264775" y="5494338"/>
          <p14:tracePt t="159615" x="10277475" y="5494338"/>
          <p14:tracePt t="159622" x="10288588" y="5494338"/>
          <p14:tracePt t="159630" x="10301288" y="5494338"/>
          <p14:tracePt t="159646" x="10326688" y="5494338"/>
          <p14:tracePt t="159662" x="10352088" y="5481638"/>
          <p14:tracePt t="159678" x="10364788" y="5456238"/>
          <p14:tracePt t="159766" x="10390188" y="5456238"/>
          <p14:tracePt t="159774" x="10401300" y="5456238"/>
          <p14:tracePt t="159790" x="10414000" y="5456238"/>
          <p14:tracePt t="159798" x="10439400" y="5456238"/>
          <p14:tracePt t="159806" x="10452100" y="5456238"/>
          <p14:tracePt t="159838" x="10464800" y="5456238"/>
          <p14:tracePt t="159854" x="10477500" y="5456238"/>
          <p14:tracePt t="159871" x="10490200" y="5456238"/>
          <p14:tracePt t="159887" x="10502900" y="5456238"/>
          <p14:tracePt t="159918" x="10514013" y="5456238"/>
          <p14:tracePt t="159958" x="10526713" y="5443538"/>
          <p14:tracePt t="160022" x="10552113" y="5430838"/>
          <p14:tracePt t="160038" x="10577513" y="5430838"/>
          <p14:tracePt t="160046" x="10590213" y="5430838"/>
          <p14:tracePt t="160055" x="10602913" y="5430838"/>
          <p14:tracePt t="160062" x="10614025" y="5430838"/>
          <p14:tracePt t="160071" x="10639425" y="5430838"/>
          <p14:tracePt t="161007" x="10664825" y="5430838"/>
          <p14:tracePt t="161014" x="10677525" y="5430838"/>
          <p14:tracePt t="161022" x="10715625" y="5430838"/>
          <p14:tracePt t="161038" x="10726738" y="5430838"/>
          <p14:tracePt t="161046" x="10752138" y="5430838"/>
          <p14:tracePt t="161062" x="10764838" y="5430838"/>
          <p14:tracePt t="161078" x="10790238" y="5430838"/>
          <p14:tracePt t="161110" x="10802938" y="5430838"/>
          <p14:tracePt t="161142" x="10815638" y="5430838"/>
          <p14:tracePt t="161206" x="10828338" y="5430838"/>
          <p14:tracePt t="161294" x="10839450" y="5430838"/>
          <p14:tracePt t="161542" x="10864850" y="5430838"/>
          <p14:tracePt t="161550" x="10890250" y="5418138"/>
          <p14:tracePt t="161559" x="10915650" y="5381625"/>
          <p14:tracePt t="161566" x="10939463" y="5381625"/>
          <p14:tracePt t="161575" x="10952163" y="5330825"/>
          <p14:tracePt t="161582" x="10977563" y="5318125"/>
          <p14:tracePt t="161590" x="10977563" y="5294313"/>
          <p14:tracePt t="161606" x="10990263" y="5268913"/>
          <p14:tracePt t="161630" x="11002963" y="5256213"/>
          <p14:tracePt t="161830" x="11015663" y="5256213"/>
          <p14:tracePt t="161838" x="11064875" y="5243513"/>
          <p14:tracePt t="161846" x="11090275" y="5230813"/>
          <p14:tracePt t="161854" x="11102975" y="5230813"/>
          <p14:tracePt t="161862" x="11115675" y="5230813"/>
          <p14:tracePt t="161871" x="11141075" y="5218113"/>
          <p14:tracePt t="161886" x="11153775" y="5205413"/>
          <p14:tracePt t="161902" x="11164888" y="5205413"/>
          <p14:tracePt t="161910" x="11177588" y="5205413"/>
          <p14:tracePt t="163310" x="11115675" y="5194300"/>
          <p14:tracePt t="163318" x="11041063" y="5194300"/>
          <p14:tracePt t="163326" x="10964863" y="5168900"/>
          <p14:tracePt t="163334" x="10877550" y="5168900"/>
          <p14:tracePt t="163342" x="10777538" y="5168900"/>
          <p14:tracePt t="163350" x="10715625" y="5168900"/>
          <p14:tracePt t="163359" x="10614025" y="5168900"/>
          <p14:tracePt t="163366" x="10526713" y="5168900"/>
          <p14:tracePt t="163374" x="10426700" y="5168900"/>
          <p14:tracePt t="163382" x="10326688" y="5168900"/>
          <p14:tracePt t="163390" x="10226675" y="5168900"/>
          <p14:tracePt t="163398" x="10139363" y="5168900"/>
          <p14:tracePt t="163406" x="10039350" y="5168900"/>
          <p14:tracePt t="163414" x="9913938" y="5168900"/>
          <p14:tracePt t="163422" x="9788525" y="5168900"/>
          <p14:tracePt t="163431" x="9637713" y="5168900"/>
          <p14:tracePt t="163438" x="9513888" y="5168900"/>
          <p14:tracePt t="163447" x="9388475" y="5156200"/>
          <p14:tracePt t="163454" x="9288463" y="5156200"/>
          <p14:tracePt t="163462" x="9188450" y="5130800"/>
          <p14:tracePt t="163470" x="9037638" y="5081588"/>
          <p14:tracePt t="163478" x="8886825" y="5068888"/>
          <p14:tracePt t="163486" x="8712200" y="5018088"/>
          <p14:tracePt t="163494" x="8637588" y="5005388"/>
          <p14:tracePt t="163502" x="8512175" y="4992688"/>
          <p14:tracePt t="163510" x="8424863" y="4968875"/>
          <p14:tracePt t="163518" x="8299450" y="4956175"/>
          <p14:tracePt t="163526" x="8161338" y="4956175"/>
          <p14:tracePt t="163534" x="8035925" y="4956175"/>
          <p14:tracePt t="163543" x="7897813" y="4956175"/>
          <p14:tracePt t="163550" x="7797800" y="4956175"/>
          <p14:tracePt t="163559" x="7697788" y="4956175"/>
          <p14:tracePt t="163566" x="7585075" y="4956175"/>
          <p14:tracePt t="163574" x="7485063" y="4956175"/>
          <p14:tracePt t="163582" x="7397750" y="4956175"/>
          <p14:tracePt t="163590" x="7297738" y="4956175"/>
          <p14:tracePt t="163598" x="7210425" y="4956175"/>
          <p14:tracePt t="163606" x="7110413" y="4956175"/>
          <p14:tracePt t="163615" x="7046913" y="4956175"/>
          <p14:tracePt t="163622" x="6985000" y="4968875"/>
          <p14:tracePt t="163631" x="6910388" y="5018088"/>
          <p14:tracePt t="163638" x="6859588" y="5043488"/>
          <p14:tracePt t="163646" x="6797675" y="5092700"/>
          <p14:tracePt t="163654" x="6721475" y="5156200"/>
          <p14:tracePt t="163662" x="6646863" y="5218113"/>
          <p14:tracePt t="163670" x="6559550" y="5281613"/>
          <p14:tracePt t="163678" x="6472238" y="5356225"/>
          <p14:tracePt t="163686" x="6396038" y="5418138"/>
          <p14:tracePt t="163694" x="6334125" y="5468938"/>
          <p14:tracePt t="163702" x="6308725" y="5481638"/>
          <p14:tracePt t="163710" x="6296025" y="5507038"/>
          <p14:tracePt t="163718" x="6270625" y="5507038"/>
          <p14:tracePt t="163727" x="6270625" y="5518150"/>
          <p14:tracePt t="163734" x="6259513" y="5518150"/>
          <p14:tracePt t="163750" x="6246813" y="5543550"/>
          <p14:tracePt t="163766" x="6246813" y="5556250"/>
          <p14:tracePt t="163774" x="6234113" y="5568950"/>
          <p14:tracePt t="163782" x="6234113" y="5581650"/>
          <p14:tracePt t="163790" x="6234113" y="5594350"/>
          <p14:tracePt t="163798" x="6221413" y="5607050"/>
          <p14:tracePt t="163806" x="6221413" y="5619750"/>
          <p14:tracePt t="163815" x="6221413" y="5630863"/>
          <p14:tracePt t="163822" x="6221413" y="5643563"/>
          <p14:tracePt t="163830" x="6221413" y="5668963"/>
          <p14:tracePt t="163838" x="6221413" y="5681663"/>
          <p14:tracePt t="163846" x="6221413" y="5694363"/>
          <p14:tracePt t="163854" x="6221413" y="5707063"/>
          <p14:tracePt t="163870" x="6221413" y="5719763"/>
          <p14:tracePt t="163878" x="6221413" y="5732463"/>
          <p14:tracePt t="163886" x="6221413" y="5743575"/>
          <p14:tracePt t="163894" x="6234113" y="5743575"/>
          <p14:tracePt t="163902" x="6259513" y="5756275"/>
          <p14:tracePt t="163918" x="6270625" y="5756275"/>
          <p14:tracePt t="163950" x="6283325" y="5756275"/>
          <p14:tracePt t="163990" x="6296025" y="5756275"/>
          <p14:tracePt t="164238" x="6321425" y="5756275"/>
          <p14:tracePt t="164246" x="6334125" y="5756275"/>
          <p14:tracePt t="164254" x="6346825" y="5756275"/>
          <p14:tracePt t="164262" x="6383338" y="5768975"/>
          <p14:tracePt t="164270" x="6408738" y="5807075"/>
          <p14:tracePt t="164278" x="6446838" y="5807075"/>
          <p14:tracePt t="164286" x="6472238" y="5843588"/>
          <p14:tracePt t="164295" x="6483350" y="5843588"/>
          <p14:tracePt t="164302" x="6534150" y="5881688"/>
          <p14:tracePt t="164310" x="6559550" y="5894388"/>
          <p14:tracePt t="164318" x="6572250" y="5894388"/>
          <p14:tracePt t="164326" x="6596063" y="5894388"/>
          <p14:tracePt t="164334" x="6608763" y="5907088"/>
          <p14:tracePt t="164430" x="6621463" y="5907088"/>
          <p14:tracePt t="164438" x="6634163" y="5907088"/>
          <p14:tracePt t="164446" x="6659563" y="5907088"/>
          <p14:tracePt t="164454" x="6672263" y="5907088"/>
          <p14:tracePt t="164462" x="6672263" y="5881688"/>
          <p14:tracePt t="164470" x="6684963" y="5856288"/>
          <p14:tracePt t="164479" x="6696075" y="5819775"/>
          <p14:tracePt t="164486" x="6696075" y="5794375"/>
          <p14:tracePt t="164494" x="6696075" y="5781675"/>
          <p14:tracePt t="164502" x="6696075" y="5768975"/>
          <p14:tracePt t="164518" x="6684963" y="5756275"/>
          <p14:tracePt t="164638" x="6696075" y="5781675"/>
          <p14:tracePt t="164646" x="6721475" y="5781675"/>
          <p14:tracePt t="164654" x="6759575" y="5781675"/>
          <p14:tracePt t="164662" x="6772275" y="5781675"/>
          <p14:tracePt t="164670" x="6784975" y="5794375"/>
          <p14:tracePt t="164702" x="6797675" y="5794375"/>
          <p14:tracePt t="164710" x="6808788" y="5794375"/>
          <p14:tracePt t="164718" x="6821488" y="5794375"/>
          <p14:tracePt t="164734" x="6846888" y="5794375"/>
          <p14:tracePt t="164742" x="6872288" y="5794375"/>
          <p14:tracePt t="164751" x="6921500" y="5794375"/>
          <p14:tracePt t="164758" x="6959600" y="5794375"/>
          <p14:tracePt t="164766" x="6997700" y="5794375"/>
          <p14:tracePt t="164774" x="7034213" y="5794375"/>
          <p14:tracePt t="164798" x="7046913" y="5781675"/>
          <p14:tracePt t="164838" x="7072313" y="5781675"/>
          <p14:tracePt t="164846" x="7085013" y="5781675"/>
          <p14:tracePt t="164854" x="7123113" y="5781675"/>
          <p14:tracePt t="164862" x="7146925" y="5781675"/>
          <p14:tracePt t="164870" x="7172325" y="5781675"/>
          <p14:tracePt t="164878" x="7185025" y="5781675"/>
          <p14:tracePt t="164886" x="7197725" y="5781675"/>
          <p14:tracePt t="164894" x="7210425" y="5781675"/>
          <p14:tracePt t="164918" x="7235825" y="5768975"/>
          <p14:tracePt t="164926" x="7259638" y="5768975"/>
          <p14:tracePt t="164935" x="7310438" y="5768975"/>
          <p14:tracePt t="164942" x="7359650" y="5768975"/>
          <p14:tracePt t="164963" x="7523163" y="5743575"/>
          <p14:tracePt t="164966" x="7548563" y="5743575"/>
          <p14:tracePt t="164974" x="7561263" y="5732463"/>
          <p14:tracePt t="165167" x="7572375" y="5732463"/>
          <p14:tracePt t="165190" x="7585075" y="5719763"/>
          <p14:tracePt t="165198" x="7597775" y="5719763"/>
          <p14:tracePt t="165206" x="7610475" y="5719763"/>
          <p14:tracePt t="165214" x="7623175" y="5719763"/>
          <p14:tracePt t="165222" x="7661275" y="5719763"/>
          <p14:tracePt t="165231" x="7710488" y="5719763"/>
          <p14:tracePt t="165238" x="7773988" y="5719763"/>
          <p14:tracePt t="165246" x="7886700" y="5719763"/>
          <p14:tracePt t="165254" x="7999413" y="5719763"/>
          <p14:tracePt t="165262" x="8099425" y="5719763"/>
          <p14:tracePt t="165270" x="8199438" y="5719763"/>
          <p14:tracePt t="165278" x="8274050" y="5719763"/>
          <p14:tracePt t="165286" x="8361363" y="5719763"/>
          <p14:tracePt t="165294" x="8386763" y="5719763"/>
          <p14:tracePt t="165303" x="8424863" y="5719763"/>
          <p14:tracePt t="165358" x="8448675" y="5694363"/>
          <p14:tracePt t="165710" x="8461375" y="5694363"/>
          <p14:tracePt t="165942" x="8474075" y="5694363"/>
          <p14:tracePt t="165950" x="8499475" y="5694363"/>
          <p14:tracePt t="165958" x="8512175" y="5694363"/>
          <p14:tracePt t="165966" x="8537575" y="5694363"/>
          <p14:tracePt t="165974" x="8548688" y="5694363"/>
          <p14:tracePt t="165983" x="8599488" y="5694363"/>
          <p14:tracePt t="165990" x="8650288" y="5707063"/>
          <p14:tracePt t="165998" x="8699500" y="5707063"/>
          <p14:tracePt t="166006" x="8774113" y="5707063"/>
          <p14:tracePt t="166014" x="8874125" y="5707063"/>
          <p14:tracePt t="166022" x="8924925" y="5707063"/>
          <p14:tracePt t="166030" x="8963025" y="5707063"/>
          <p14:tracePt t="166038" x="8986838" y="5707063"/>
          <p14:tracePt t="166046" x="9024938" y="5694363"/>
          <p14:tracePt t="166055" x="9037638" y="5694363"/>
          <p14:tracePt t="166270" x="9063038" y="5694363"/>
          <p14:tracePt t="166278" x="9099550" y="5681663"/>
          <p14:tracePt t="166286" x="9124950" y="5681663"/>
          <p14:tracePt t="166294" x="9199563" y="5668963"/>
          <p14:tracePt t="166302" x="9312275" y="5643563"/>
          <p14:tracePt t="166310" x="9388475" y="5630863"/>
          <p14:tracePt t="166318" x="9475788" y="5619750"/>
          <p14:tracePt t="166326" x="9563100" y="5607050"/>
          <p14:tracePt t="166334" x="9626600" y="5581650"/>
          <p14:tracePt t="166342" x="9650413" y="5568950"/>
          <p14:tracePt t="166358" x="9663113" y="5568950"/>
          <p14:tracePt t="166526" x="9675813" y="5556250"/>
          <p14:tracePt t="166534" x="9701213" y="5543550"/>
          <p14:tracePt t="166542" x="9701213" y="5530850"/>
          <p14:tracePt t="166558" x="9713913" y="5530850"/>
          <p14:tracePt t="166566" x="9726613" y="5518150"/>
          <p14:tracePt t="166950" x="9688513" y="5518150"/>
          <p14:tracePt t="166958" x="9550400" y="5518150"/>
          <p14:tracePt t="166966" x="9463088" y="5556250"/>
          <p14:tracePt t="166974" x="9363075" y="5581650"/>
          <p14:tracePt t="166982" x="9212263" y="5619750"/>
          <p14:tracePt t="166991" x="9075738" y="5656263"/>
          <p14:tracePt t="166998" x="8874125" y="5707063"/>
          <p14:tracePt t="167007" x="8661400" y="5732463"/>
          <p14:tracePt t="167014" x="8424863" y="5794375"/>
          <p14:tracePt t="167022" x="8186738" y="5843588"/>
          <p14:tracePt t="167030" x="7986713" y="5894388"/>
          <p14:tracePt t="167038" x="7785100" y="5945188"/>
          <p14:tracePt t="167046" x="7648575" y="5956300"/>
          <p14:tracePt t="167054" x="7548563" y="5969000"/>
          <p14:tracePt t="167062" x="7485063" y="5969000"/>
          <p14:tracePt t="167070" x="7448550" y="5969000"/>
          <p14:tracePt t="167078" x="7423150" y="5981700"/>
          <p14:tracePt t="167086" x="7385050" y="5994400"/>
          <p14:tracePt t="167094" x="7372350" y="5994400"/>
          <p14:tracePt t="167103" x="7348538" y="5994400"/>
          <p14:tracePt t="167110" x="7335838" y="5994400"/>
          <p14:tracePt t="167119" x="7297738" y="5994400"/>
          <p14:tracePt t="167126" x="7272338" y="6007100"/>
          <p14:tracePt t="167134" x="7246938" y="6007100"/>
          <p14:tracePt t="167142" x="7235825" y="6007100"/>
          <p14:tracePt t="167150" x="7223125" y="6007100"/>
          <p14:tracePt t="167191" x="7159625" y="6007100"/>
          <p14:tracePt t="167198" x="7110413" y="6007100"/>
          <p14:tracePt t="167206" x="7059613" y="6007100"/>
          <p14:tracePt t="167214" x="7010400" y="6007100"/>
          <p14:tracePt t="167222" x="6959600" y="6007100"/>
          <p14:tracePt t="167230" x="6884988" y="6007100"/>
          <p14:tracePt t="167238" x="6846888" y="6007100"/>
          <p14:tracePt t="167246" x="6808788" y="6007100"/>
          <p14:tracePt t="167254" x="6797675" y="6007100"/>
          <p14:tracePt t="167262" x="6784975" y="6007100"/>
          <p14:tracePt t="167270" x="6772275" y="6007100"/>
          <p14:tracePt t="167278" x="6772275" y="6019800"/>
          <p14:tracePt t="167286" x="6759575" y="6019800"/>
          <p14:tracePt t="167303" x="6734175" y="6019800"/>
          <p14:tracePt t="167310" x="6721475" y="6032500"/>
          <p14:tracePt t="167318" x="6684963" y="6032500"/>
          <p14:tracePt t="167326" x="6672263" y="6032500"/>
          <p14:tracePt t="167334" x="6634163" y="6045200"/>
          <p14:tracePt t="167350" x="6608763" y="6045200"/>
          <p14:tracePt t="167414" x="6596063" y="6045200"/>
          <p14:tracePt t="167438" x="6584950" y="6045200"/>
          <p14:tracePt t="167446" x="6559550" y="6045200"/>
          <p14:tracePt t="167462" x="6546850" y="6045200"/>
          <p14:tracePt t="167470" x="6534150" y="6045200"/>
          <p14:tracePt t="167478" x="6521450" y="6045200"/>
          <p14:tracePt t="167510" x="6508750" y="6045200"/>
          <p14:tracePt t="167518" x="6496050" y="6056313"/>
          <p14:tracePt t="167526" x="6496050" y="6069013"/>
          <p14:tracePt t="167774" x="6534150" y="6069013"/>
          <p14:tracePt t="167782" x="6572250" y="6069013"/>
          <p14:tracePt t="167790" x="6584950" y="6069013"/>
          <p14:tracePt t="167798" x="6608763" y="6069013"/>
          <p14:tracePt t="167806" x="6634163" y="6069013"/>
          <p14:tracePt t="167814" x="6659563" y="6069013"/>
          <p14:tracePt t="167822" x="6672263" y="6069013"/>
          <p14:tracePt t="167830" x="6684963" y="6069013"/>
          <p14:tracePt t="167838" x="6696075" y="6069013"/>
          <p14:tracePt t="167855" x="6708775" y="6069013"/>
          <p14:tracePt t="168142" x="6734175" y="6069013"/>
          <p14:tracePt t="168150" x="6746875" y="6069013"/>
          <p14:tracePt t="168158" x="6772275" y="6069013"/>
          <p14:tracePt t="168166" x="6784975" y="6069013"/>
          <p14:tracePt t="168174" x="6821488" y="6069013"/>
          <p14:tracePt t="168182" x="6834188" y="6069013"/>
          <p14:tracePt t="168190" x="6859588" y="6069013"/>
          <p14:tracePt t="168198" x="6872288" y="6069013"/>
          <p14:tracePt t="168206" x="6897688" y="6056313"/>
          <p14:tracePt t="168214" x="6921500" y="6045200"/>
          <p14:tracePt t="168222" x="6934200" y="6032500"/>
          <p14:tracePt t="168230" x="6959600" y="6007100"/>
          <p14:tracePt t="168246" x="6972300" y="5994400"/>
          <p14:tracePt t="168270" x="6972300" y="5981700"/>
          <p14:tracePt t="168278" x="6972300" y="5969000"/>
          <p14:tracePt t="168286" x="6972300" y="5956300"/>
          <p14:tracePt t="168318" x="6972300" y="5945188"/>
          <p14:tracePt t="168702" x="7010400" y="5969000"/>
          <p14:tracePt t="168710" x="7021513" y="5981700"/>
          <p14:tracePt t="168718" x="7046913" y="6019800"/>
          <p14:tracePt t="168726" x="7072313" y="6032500"/>
          <p14:tracePt t="168742" x="7072313" y="6056313"/>
          <p14:tracePt t="168750" x="7097713" y="6081713"/>
          <p14:tracePt t="168806" x="7123113" y="6081713"/>
          <p14:tracePt t="169158" x="7134225" y="6081713"/>
          <p14:tracePt t="169174" x="7159625" y="6081713"/>
          <p14:tracePt t="169182" x="7197725" y="6069013"/>
          <p14:tracePt t="169190" x="7235825" y="6045200"/>
          <p14:tracePt t="169198" x="7259638" y="6019800"/>
          <p14:tracePt t="169206" x="7285038" y="5981700"/>
          <p14:tracePt t="169214" x="7323138" y="5956300"/>
          <p14:tracePt t="169222" x="7335838" y="5932488"/>
          <p14:tracePt t="169230" x="7335838" y="5894388"/>
          <p14:tracePt t="169238" x="7359650" y="5832475"/>
          <p14:tracePt t="169247" x="7359650" y="5807075"/>
          <p14:tracePt t="169254" x="7359650" y="5794375"/>
          <p14:tracePt t="169262" x="7359650" y="5756275"/>
          <p14:tracePt t="169270" x="7359650" y="5732463"/>
          <p14:tracePt t="169278" x="7359650" y="5707063"/>
          <p14:tracePt t="169430" x="7372350" y="5694363"/>
          <p14:tracePt t="169447" x="7385050" y="5707063"/>
          <p14:tracePt t="169454" x="7397750" y="5743575"/>
          <p14:tracePt t="169462" x="7410450" y="5781675"/>
          <p14:tracePt t="169470" x="7435850" y="5807075"/>
          <p14:tracePt t="169478" x="7435850" y="5843588"/>
          <p14:tracePt t="169486" x="7459663" y="5881688"/>
          <p14:tracePt t="169494" x="7459663" y="5907088"/>
          <p14:tracePt t="169502" x="7472363" y="5932488"/>
          <p14:tracePt t="169510" x="7472363" y="5945188"/>
          <p14:tracePt t="169518" x="7497763" y="5969000"/>
          <p14:tracePt t="169598" x="7497763" y="5981700"/>
          <p14:tracePt t="170094" x="7510463" y="5981700"/>
          <p14:tracePt t="170646" x="7523163" y="5981700"/>
          <p14:tracePt t="170750" x="7548563" y="5981700"/>
          <p14:tracePt t="170830" x="7523163" y="6019800"/>
          <p14:tracePt t="170838" x="7497763" y="6045200"/>
          <p14:tracePt t="170846" x="7423150" y="6081713"/>
          <p14:tracePt t="170854" x="7359650" y="6107113"/>
          <p14:tracePt t="170863" x="7246938" y="6157913"/>
          <p14:tracePt t="170870" x="7185025" y="6169025"/>
          <p14:tracePt t="170878" x="7110413" y="6181725"/>
          <p14:tracePt t="170886" x="7085013" y="6181725"/>
          <p14:tracePt t="170894" x="7059613" y="6181725"/>
          <p14:tracePt t="170918" x="7059613" y="6169025"/>
          <p14:tracePt t="170926" x="7059613" y="6132513"/>
          <p14:tracePt t="170935" x="7059613" y="6119813"/>
          <p14:tracePt t="170947" x="7059613" y="6081713"/>
          <p14:tracePt t="170950" x="7059613" y="6056313"/>
          <p14:tracePt t="170958" x="7059613" y="6032500"/>
          <p14:tracePt t="170966" x="7059613" y="6019800"/>
          <p14:tracePt t="170974" x="7072313" y="5994400"/>
          <p14:tracePt t="170982" x="7072313" y="5981700"/>
          <p14:tracePt t="170990" x="7085013" y="5956300"/>
          <p14:tracePt t="170998" x="7085013" y="5945188"/>
          <p14:tracePt t="171006" x="7085013" y="5919788"/>
          <p14:tracePt t="171014" x="7085013" y="5894388"/>
          <p14:tracePt t="171030" x="7097713" y="5868988"/>
          <p14:tracePt t="171054" x="7097713" y="5856288"/>
          <p14:tracePt t="171166" x="7085013" y="5856288"/>
          <p14:tracePt t="171174" x="7059613" y="5856288"/>
          <p14:tracePt t="171182" x="7034213" y="5856288"/>
          <p14:tracePt t="171190" x="7010400" y="5856288"/>
          <p14:tracePt t="171198" x="6997700" y="5856288"/>
          <p14:tracePt t="171206" x="6985000" y="5856288"/>
          <p14:tracePt t="171214" x="6946900" y="5868988"/>
          <p14:tracePt t="171231" x="6934200" y="5894388"/>
          <p14:tracePt t="171238" x="6921500" y="5919788"/>
          <p14:tracePt t="171246" x="6921500" y="5945188"/>
          <p14:tracePt t="171302" x="6921500" y="5956300"/>
          <p14:tracePt t="171318" x="6921500" y="5969000"/>
          <p14:tracePt t="171326" x="6934200" y="5969000"/>
          <p14:tracePt t="171334" x="6946900" y="5969000"/>
          <p14:tracePt t="171350" x="6972300" y="5956300"/>
          <p14:tracePt t="171358" x="6972300" y="5945188"/>
          <p14:tracePt t="171366" x="6972300" y="5932488"/>
          <p14:tracePt t="171374" x="6972300" y="5907088"/>
          <p14:tracePt t="171382" x="6959600" y="5881688"/>
          <p14:tracePt t="171390" x="6921500" y="5856288"/>
          <p14:tracePt t="171398" x="6897688" y="5843588"/>
          <p14:tracePt t="171415" x="6884988" y="5832475"/>
          <p14:tracePt t="171422" x="6872288" y="5832475"/>
          <p14:tracePt t="171470" x="6846888" y="5843588"/>
          <p14:tracePt t="171478" x="6846888" y="5868988"/>
          <p14:tracePt t="171486" x="6846888" y="5907088"/>
          <p14:tracePt t="171494" x="6846888" y="5932488"/>
          <p14:tracePt t="171503" x="6846888" y="5956300"/>
          <p14:tracePt t="171510" x="6846888" y="5981700"/>
          <p14:tracePt t="171526" x="6846888" y="5994400"/>
          <p14:tracePt t="171550" x="6859588" y="5994400"/>
          <p14:tracePt t="171558" x="6872288" y="5994400"/>
          <p14:tracePt t="171566" x="6884988" y="5994400"/>
          <p14:tracePt t="171574" x="6921500" y="5994400"/>
          <p14:tracePt t="171582" x="6934200" y="5969000"/>
          <p14:tracePt t="171590" x="6946900" y="5956300"/>
          <p14:tracePt t="171598" x="6946900" y="5932488"/>
          <p14:tracePt t="171606" x="6946900" y="5907088"/>
          <p14:tracePt t="171615" x="6946900" y="5881688"/>
          <p14:tracePt t="171622" x="6946900" y="5856288"/>
          <p14:tracePt t="171638" x="6946900" y="5832475"/>
          <p14:tracePt t="171646" x="6921500" y="5819775"/>
          <p14:tracePt t="171654" x="6910388" y="5819775"/>
          <p14:tracePt t="171662" x="6897688" y="5819775"/>
          <p14:tracePt t="171678" x="6872288" y="5819775"/>
          <p14:tracePt t="171687" x="6846888" y="5819775"/>
          <p14:tracePt t="171694" x="6821488" y="5819775"/>
          <p14:tracePt t="171702" x="6821488" y="5843588"/>
          <p14:tracePt t="171710" x="6821488" y="5856288"/>
          <p14:tracePt t="171718" x="6808788" y="5881688"/>
          <p14:tracePt t="171726" x="6808788" y="5894388"/>
          <p14:tracePt t="171742" x="6821488" y="5932488"/>
          <p14:tracePt t="171758" x="6872288" y="5932488"/>
          <p14:tracePt t="171766" x="6910388" y="5932488"/>
          <p14:tracePt t="171774" x="6946900" y="5932488"/>
          <p14:tracePt t="171783" x="6972300" y="5932488"/>
          <p14:tracePt t="171790" x="6985000" y="5932488"/>
          <p14:tracePt t="171799" x="7010400" y="5932488"/>
          <p14:tracePt t="171806" x="7046913" y="5907088"/>
          <p14:tracePt t="171814" x="7046913" y="5894388"/>
          <p14:tracePt t="171822" x="7046913" y="5868988"/>
          <p14:tracePt t="171830" x="7046913" y="5843588"/>
          <p14:tracePt t="171838" x="7046913" y="5819775"/>
          <p14:tracePt t="171846" x="7021513" y="5794375"/>
          <p14:tracePt t="171854" x="6972300" y="5768975"/>
          <p14:tracePt t="171862" x="6946900" y="5756275"/>
          <p14:tracePt t="171871" x="6897688" y="5743575"/>
          <p14:tracePt t="171878" x="6884988" y="5732463"/>
          <p14:tracePt t="171887" x="6846888" y="5732463"/>
          <p14:tracePt t="171894" x="6808788" y="5732463"/>
          <p14:tracePt t="171902" x="6784975" y="5732463"/>
          <p14:tracePt t="171910" x="6746875" y="5732463"/>
          <p14:tracePt t="171918" x="6696075" y="5732463"/>
          <p14:tracePt t="171926" x="6659563" y="5768975"/>
          <p14:tracePt t="171934" x="6596063" y="5807075"/>
          <p14:tracePt t="171950" x="6508750" y="5894388"/>
          <p14:tracePt t="171958" x="6434138" y="5945188"/>
          <p14:tracePt t="171966" x="6296025" y="5969000"/>
          <p14:tracePt t="171974" x="6157913" y="5994400"/>
          <p14:tracePt t="171983" x="6034088" y="5994400"/>
          <p14:tracePt t="171990" x="5883275" y="5994400"/>
          <p14:tracePt t="171998" x="5732463" y="5994400"/>
          <p14:tracePt t="172006" x="5557838" y="5981700"/>
          <p14:tracePt t="172014" x="5370513" y="5919788"/>
          <p14:tracePt t="172022" x="5081588" y="5807075"/>
          <p14:tracePt t="172030" x="4906963" y="5743575"/>
          <p14:tracePt t="172038" x="4719638" y="5668963"/>
          <p14:tracePt t="172046" x="4606925" y="5581650"/>
          <p14:tracePt t="172055" x="4506913" y="5530850"/>
          <p14:tracePt t="172062" x="4430713" y="5494338"/>
          <p14:tracePt t="172071" x="4381500" y="5468938"/>
          <p14:tracePt t="172078" x="4305300" y="5430838"/>
          <p14:tracePt t="172086" x="4268788" y="5407025"/>
          <p14:tracePt t="172094" x="4230688" y="5381625"/>
          <p14:tracePt t="172102" x="4205288" y="5368925"/>
          <p14:tracePt t="172110" x="4168775" y="5356225"/>
          <p14:tracePt t="172118" x="4130675" y="5343525"/>
          <p14:tracePt t="172126" x="4092575" y="5330825"/>
          <p14:tracePt t="172134" x="4068763" y="5330825"/>
          <p14:tracePt t="172142" x="4017963" y="5330825"/>
          <p14:tracePt t="172150" x="3930650" y="5330825"/>
          <p14:tracePt t="172158" x="3867150" y="5330825"/>
          <p14:tracePt t="172166" x="3817938" y="5330825"/>
          <p14:tracePt t="172174" x="3743325" y="5330825"/>
          <p14:tracePt t="172182" x="3705225" y="5330825"/>
          <p14:tracePt t="172190" x="3667125" y="5330825"/>
          <p14:tracePt t="172198" x="3643313" y="5330825"/>
          <p14:tracePt t="172206" x="3605213" y="5318125"/>
          <p14:tracePt t="172214" x="3579813" y="5318125"/>
          <p14:tracePt t="172222" x="3554413" y="5305425"/>
          <p14:tracePt t="172230" x="3517900" y="5305425"/>
          <p14:tracePt t="172238" x="3479800" y="5294313"/>
          <p14:tracePt t="172246" x="3454400" y="5294313"/>
          <p14:tracePt t="172255" x="3405188" y="5294313"/>
          <p14:tracePt t="172262" x="3367088" y="5268913"/>
          <p14:tracePt t="172270" x="3328988" y="5268913"/>
          <p14:tracePt t="172278" x="3292475" y="5256213"/>
          <p14:tracePt t="172286" x="3228975" y="5218113"/>
          <p14:tracePt t="172294" x="3205163" y="5218113"/>
          <p14:tracePt t="172302" x="3167063" y="5218113"/>
          <p14:tracePt t="172310" x="3141663" y="5218113"/>
          <p14:tracePt t="172318" x="3116263" y="5218113"/>
          <p14:tracePt t="172326" x="3079750" y="5218113"/>
          <p14:tracePt t="172334" x="3041650" y="5205413"/>
          <p14:tracePt t="172342" x="3028950" y="5205413"/>
          <p14:tracePt t="172351" x="3003550" y="5205413"/>
          <p14:tracePt t="172358" x="2992438" y="5205413"/>
          <p14:tracePt t="172367" x="2979738" y="5194300"/>
          <p14:tracePt t="172382" x="2967038" y="5194300"/>
          <p14:tracePt t="172406" x="2954338" y="5194300"/>
          <p14:tracePt t="172414" x="2941638" y="5194300"/>
          <p14:tracePt t="172422" x="2916238" y="5181600"/>
          <p14:tracePt t="172430" x="2903538" y="5181600"/>
          <p14:tracePt t="172439" x="2890838" y="5181600"/>
          <p14:tracePt t="172446" x="2879725" y="5181600"/>
          <p14:tracePt t="172462" x="2867025" y="5181600"/>
          <p14:tracePt t="172678" x="2854325" y="5181600"/>
          <p14:tracePt t="172702" x="2867025" y="5194300"/>
          <p14:tracePt t="172710" x="2879725" y="5205413"/>
          <p14:tracePt t="172750" x="2890838" y="5218113"/>
          <p14:tracePt t="172758" x="2903538" y="5218113"/>
          <p14:tracePt t="172782" x="2916238" y="5218113"/>
          <p14:tracePt t="172830" x="2928938" y="5218113"/>
          <p14:tracePt t="172862" x="2941638" y="5218113"/>
          <p14:tracePt t="172870" x="2954338" y="5218113"/>
          <p14:tracePt t="172886" x="2979738" y="5218113"/>
          <p14:tracePt t="172902" x="2992438" y="5205413"/>
          <p14:tracePt t="172918" x="3016250" y="5194300"/>
          <p14:tracePt t="172942" x="3028950" y="5194300"/>
          <p14:tracePt t="172950" x="3041650" y="5194300"/>
          <p14:tracePt t="172958" x="3054350" y="5194300"/>
          <p14:tracePt t="172974" x="3067050" y="5194300"/>
          <p14:tracePt t="172998" x="3092450" y="5181600"/>
          <p14:tracePt t="173007" x="3103563" y="5181600"/>
          <p14:tracePt t="173070" x="3128963" y="5181600"/>
          <p14:tracePt t="173102" x="3141663" y="5181600"/>
          <p14:tracePt t="173134" x="3154363" y="5181600"/>
          <p14:tracePt t="173150" x="3167063" y="5181600"/>
          <p14:tracePt t="173166" x="3179763" y="5181600"/>
          <p14:tracePt t="173174" x="3192463" y="5181600"/>
          <p14:tracePt t="173191" x="3205163" y="5181600"/>
          <p14:tracePt t="173206" x="3216275" y="5181600"/>
          <p14:tracePt t="173398" x="3228975" y="5181600"/>
          <p14:tracePt t="173406" x="3254375" y="5181600"/>
          <p14:tracePt t="173414" x="3292475" y="5194300"/>
          <p14:tracePt t="173422" x="3317875" y="5205413"/>
          <p14:tracePt t="173430" x="3328988" y="5205413"/>
          <p14:tracePt t="173438" x="3354388" y="5205413"/>
          <p14:tracePt t="173446" x="3379788" y="5205413"/>
          <p14:tracePt t="173462" x="3405188" y="5205413"/>
          <p14:tracePt t="173478" x="3417888" y="5205413"/>
          <p14:tracePt t="173510" x="3429000" y="5205413"/>
          <p14:tracePt t="173542" x="3441700" y="5205413"/>
          <p14:tracePt t="173550" x="3454400" y="5205413"/>
          <p14:tracePt t="173694" x="3467100" y="5205413"/>
          <p14:tracePt t="173734" x="3479800" y="5205413"/>
          <p14:tracePt t="173774" x="3492500" y="5205413"/>
          <p14:tracePt t="174478" x="3579813" y="5205413"/>
          <p14:tracePt t="174486" x="3879850" y="5256213"/>
          <p14:tracePt t="174495" x="4518025" y="5456238"/>
          <p14:tracePt t="174502" x="5194300" y="5630863"/>
          <p14:tracePt t="174510" x="5808663" y="5819775"/>
          <p14:tracePt t="174518" x="6508750" y="5945188"/>
          <p14:tracePt t="174526" x="7072313" y="6069013"/>
          <p14:tracePt t="174534" x="7523163" y="6107113"/>
          <p14:tracePt t="174542" x="7861300" y="6169025"/>
          <p14:tracePt t="174550" x="8010525" y="6181725"/>
          <p14:tracePt t="174558" x="8135938" y="6194425"/>
          <p14:tracePt t="174566" x="8199438" y="6207125"/>
          <p14:tracePt t="174574" x="8223250" y="6207125"/>
          <p14:tracePt t="174598" x="8235950" y="6207125"/>
          <p14:tracePt t="174607" x="8248650" y="6207125"/>
          <p14:tracePt t="174614" x="8286750" y="6219825"/>
          <p14:tracePt t="174622" x="8348663" y="6232525"/>
          <p14:tracePt t="174630" x="8448675" y="6245225"/>
          <p14:tracePt t="174638" x="8548688" y="6257925"/>
          <p14:tracePt t="174646" x="8624888" y="6281738"/>
          <p14:tracePt t="174654" x="8650288" y="6294438"/>
          <p14:tracePt t="174662" x="8674100" y="6307138"/>
          <p14:tracePt t="174734" x="8712200" y="6307138"/>
          <p14:tracePt t="174742" x="8737600" y="6307138"/>
          <p14:tracePt t="174750" x="8786813" y="6307138"/>
          <p14:tracePt t="174758" x="8874125" y="6307138"/>
          <p14:tracePt t="174766" x="8937625" y="6307138"/>
          <p14:tracePt t="174774" x="9012238" y="6307138"/>
          <p14:tracePt t="174782" x="9050338" y="6307138"/>
          <p14:tracePt t="174791" x="9088438" y="6307138"/>
          <p14:tracePt t="174798" x="9112250" y="6294438"/>
          <p14:tracePt t="174806" x="9112250" y="6281738"/>
          <p14:tracePt t="174814" x="9124950" y="6245225"/>
          <p14:tracePt t="174822" x="9124950" y="6207125"/>
          <p14:tracePt t="174830" x="9124950" y="6169025"/>
          <p14:tracePt t="174838" x="9124950" y="6145213"/>
          <p14:tracePt t="174846" x="9124950" y="6107113"/>
          <p14:tracePt t="174854" x="9112250" y="6081713"/>
          <p14:tracePt t="174862" x="9088438" y="6069013"/>
          <p14:tracePt t="174870" x="9075738" y="6045200"/>
          <p14:tracePt t="174879" x="9050338" y="6032500"/>
          <p14:tracePt t="174886" x="8999538" y="6007100"/>
          <p14:tracePt t="174894" x="8963025" y="5981700"/>
          <p14:tracePt t="174902" x="8937625" y="5981700"/>
          <p14:tracePt t="174910" x="8899525" y="5956300"/>
          <p14:tracePt t="174918" x="8863013" y="5945188"/>
          <p14:tracePt t="174926" x="8799513" y="5919788"/>
          <p14:tracePt t="174934" x="8737600" y="5894388"/>
          <p14:tracePt t="174942" x="8712200" y="5881688"/>
          <p14:tracePt t="174959" x="8650288" y="5856288"/>
          <p14:tracePt t="174966" x="8599488" y="5856288"/>
          <p14:tracePt t="174975" x="8537575" y="5832475"/>
          <p14:tracePt t="174982" x="8435975" y="5807075"/>
          <p14:tracePt t="174991" x="8361363" y="5794375"/>
          <p14:tracePt t="174998" x="8312150" y="5781675"/>
          <p14:tracePt t="175006" x="8274050" y="5781675"/>
          <p14:tracePt t="175014" x="8248650" y="5781675"/>
          <p14:tracePt t="175022" x="8223250" y="5768975"/>
          <p14:tracePt t="175030" x="8199438" y="5768975"/>
          <p14:tracePt t="175038" x="8174038" y="5768975"/>
          <p14:tracePt t="175046" x="8161338" y="5768975"/>
          <p14:tracePt t="175054" x="8148638" y="5768975"/>
          <p14:tracePt t="175063" x="8123238" y="5768975"/>
          <p14:tracePt t="175070" x="8099425" y="5768975"/>
          <p14:tracePt t="175086" x="8074025" y="5768975"/>
          <p14:tracePt t="175094" x="8048625" y="5768975"/>
          <p14:tracePt t="175102" x="8010525" y="5768975"/>
          <p14:tracePt t="175110" x="7974013" y="5768975"/>
          <p14:tracePt t="175118" x="7923213" y="5768975"/>
          <p14:tracePt t="175126" x="7886700" y="5768975"/>
          <p14:tracePt t="175134" x="7835900" y="5768975"/>
          <p14:tracePt t="175142" x="7797800" y="5768975"/>
          <p14:tracePt t="175150" x="7761288" y="5807075"/>
          <p14:tracePt t="175158" x="7710488" y="5807075"/>
          <p14:tracePt t="175166" x="7673975" y="5832475"/>
          <p14:tracePt t="175175" x="7661275" y="5843588"/>
          <p14:tracePt t="175182" x="7648575" y="5843588"/>
          <p14:tracePt t="175190" x="7610475" y="5856288"/>
          <p14:tracePt t="175206" x="7610475" y="5868988"/>
          <p14:tracePt t="175214" x="7597775" y="5881688"/>
          <p14:tracePt t="175222" x="7597775" y="5894388"/>
          <p14:tracePt t="175230" x="7597775" y="5919788"/>
          <p14:tracePt t="175238" x="7597775" y="5932488"/>
          <p14:tracePt t="175254" x="7597775" y="5956300"/>
          <p14:tracePt t="175263" x="7597775" y="5981700"/>
          <p14:tracePt t="175270" x="7597775" y="6007100"/>
          <p14:tracePt t="175278" x="7610475" y="6019800"/>
          <p14:tracePt t="175286" x="7623175" y="6032500"/>
          <p14:tracePt t="175294" x="7648575" y="6045200"/>
          <p14:tracePt t="175302" x="7673975" y="6069013"/>
          <p14:tracePt t="175310" x="7685088" y="6069013"/>
          <p14:tracePt t="175318" x="7723188" y="6094413"/>
          <p14:tracePt t="175326" x="7735888" y="6094413"/>
          <p14:tracePt t="175334" x="7748588" y="6107113"/>
          <p14:tracePt t="175342" x="7785100" y="6119813"/>
          <p14:tracePt t="175359" x="7810500" y="6119813"/>
          <p14:tracePt t="175366" x="7823200" y="6132513"/>
          <p14:tracePt t="175374" x="7835900" y="6132513"/>
          <p14:tracePt t="175382" x="7848600" y="6132513"/>
          <p14:tracePt t="175390" x="7861300" y="6132513"/>
          <p14:tracePt t="175398" x="7874000" y="6145213"/>
          <p14:tracePt t="175406" x="7897813" y="6157913"/>
          <p14:tracePt t="175414" x="7910513" y="6157913"/>
          <p14:tracePt t="175431" x="7935913" y="6157913"/>
          <p14:tracePt t="175438" x="7948613" y="6157913"/>
          <p14:tracePt t="175447" x="7974013" y="6157913"/>
          <p14:tracePt t="175454" x="7999413" y="6181725"/>
          <p14:tracePt t="175462" x="8023225" y="6181725"/>
          <p14:tracePt t="175470" x="8035925" y="6181725"/>
          <p14:tracePt t="175478" x="8074025" y="6181725"/>
          <p14:tracePt t="175486" x="8110538" y="6181725"/>
          <p14:tracePt t="175494" x="8123238" y="6181725"/>
          <p14:tracePt t="175502" x="8161338" y="6181725"/>
          <p14:tracePt t="175510" x="8199438" y="6157913"/>
          <p14:tracePt t="175518" x="8223250" y="6132513"/>
          <p14:tracePt t="175526" x="8274050" y="6094413"/>
          <p14:tracePt t="175534" x="8286750" y="6069013"/>
          <p14:tracePt t="175543" x="8312150" y="6032500"/>
          <p14:tracePt t="175550" x="8324850" y="6007100"/>
          <p14:tracePt t="175558" x="8324850" y="5981700"/>
          <p14:tracePt t="175574" x="8324850" y="5945188"/>
          <p14:tracePt t="175582" x="8324850" y="5932488"/>
          <p14:tracePt t="175590" x="8324850" y="5919788"/>
          <p14:tracePt t="175606" x="8324850" y="5907088"/>
          <p14:tracePt t="175622" x="8324850" y="5881688"/>
          <p14:tracePt t="175638" x="8324850" y="5868988"/>
          <p14:tracePt t="175654" x="8324850" y="5856288"/>
          <p14:tracePt t="175662" x="8312150" y="5856288"/>
          <p14:tracePt t="175670" x="8299450" y="5856288"/>
          <p14:tracePt t="175686" x="8286750" y="5856288"/>
          <p14:tracePt t="175694" x="8274050" y="5856288"/>
          <p14:tracePt t="175710" x="8261350" y="5856288"/>
          <p14:tracePt t="175718" x="8248650" y="5856288"/>
          <p14:tracePt t="175734" x="8223250" y="5856288"/>
          <p14:tracePt t="175743" x="8199438" y="5856288"/>
          <p14:tracePt t="175750" x="8161338" y="5868988"/>
          <p14:tracePt t="175758" x="8148638" y="5881688"/>
          <p14:tracePt t="175766" x="8123238" y="5894388"/>
          <p14:tracePt t="175774" x="8110538" y="5919788"/>
          <p14:tracePt t="175782" x="8099425" y="5932488"/>
          <p14:tracePt t="175790" x="8099425" y="5956300"/>
          <p14:tracePt t="175799" x="8099425" y="5981700"/>
          <p14:tracePt t="175806" x="8099425" y="6019800"/>
          <p14:tracePt t="175815" x="8099425" y="6045200"/>
          <p14:tracePt t="175822" x="8099425" y="6056313"/>
          <p14:tracePt t="175830" x="8099425" y="6081713"/>
          <p14:tracePt t="175838" x="8099425" y="6094413"/>
          <p14:tracePt t="175846" x="8099425" y="6107113"/>
          <p14:tracePt t="175870" x="8110538" y="6119813"/>
          <p14:tracePt t="175878" x="8123238" y="6132513"/>
          <p14:tracePt t="175894" x="8135938" y="6132513"/>
          <p14:tracePt t="175910" x="8161338" y="6132513"/>
          <p14:tracePt t="175918" x="8174038" y="6132513"/>
          <p14:tracePt t="175944" x="8223250" y="6132513"/>
          <p14:tracePt t="175950" x="8235950" y="6132513"/>
          <p14:tracePt t="175958" x="8274050" y="6132513"/>
          <p14:tracePt t="175966" x="8299450" y="6132513"/>
          <p14:tracePt t="175974" x="8324850" y="6107113"/>
          <p14:tracePt t="175982" x="8335963" y="6094413"/>
          <p14:tracePt t="175990" x="8361363" y="6056313"/>
          <p14:tracePt t="175999" x="8361363" y="6032500"/>
          <p14:tracePt t="176006" x="8374063" y="5981700"/>
          <p14:tracePt t="176014" x="8374063" y="5945188"/>
          <p14:tracePt t="176022" x="8374063" y="5932488"/>
          <p14:tracePt t="176030" x="8374063" y="5894388"/>
          <p14:tracePt t="176038" x="8374063" y="5868988"/>
          <p14:tracePt t="176046" x="8374063" y="5856288"/>
          <p14:tracePt t="176054" x="8374063" y="5843588"/>
          <p14:tracePt t="176062" x="8361363" y="5832475"/>
          <p14:tracePt t="176070" x="8361363" y="5819775"/>
          <p14:tracePt t="176078" x="8348663" y="5819775"/>
          <p14:tracePt t="176086" x="8335963" y="5807075"/>
          <p14:tracePt t="176094" x="8324850" y="5807075"/>
          <p14:tracePt t="176102" x="8286750" y="5807075"/>
          <p14:tracePt t="176111" x="8274050" y="5807075"/>
          <p14:tracePt t="176118" x="8235950" y="5807075"/>
          <p14:tracePt t="176126" x="8212138" y="5807075"/>
          <p14:tracePt t="176134" x="8186738" y="5807075"/>
          <p14:tracePt t="176142" x="8148638" y="5807075"/>
          <p14:tracePt t="176150" x="8099425" y="5819775"/>
          <p14:tracePt t="176158" x="8074025" y="5832475"/>
          <p14:tracePt t="176166" x="8061325" y="5856288"/>
          <p14:tracePt t="176174" x="8048625" y="5894388"/>
          <p14:tracePt t="176183" x="8048625" y="5919788"/>
          <p14:tracePt t="176190" x="8048625" y="5956300"/>
          <p14:tracePt t="176199" x="8048625" y="5969000"/>
          <p14:tracePt t="176206" x="8048625" y="5994400"/>
          <p14:tracePt t="176214" x="8048625" y="6007100"/>
          <p14:tracePt t="176222" x="8061325" y="6019800"/>
          <p14:tracePt t="176230" x="8099425" y="6045200"/>
          <p14:tracePt t="176238" x="8110538" y="6056313"/>
          <p14:tracePt t="176246" x="8135938" y="6056313"/>
          <p14:tracePt t="176254" x="8135938" y="6069013"/>
          <p14:tracePt t="176262" x="8148638" y="6069013"/>
          <p14:tracePt t="176270" x="8161338" y="6069013"/>
          <p14:tracePt t="176278" x="8174038" y="6069013"/>
          <p14:tracePt t="176295" x="8199438" y="6069013"/>
          <p14:tracePt t="176302" x="8212138" y="6069013"/>
          <p14:tracePt t="176310" x="8223250" y="6069013"/>
          <p14:tracePt t="176318" x="8248650" y="6069013"/>
          <p14:tracePt t="176326" x="8261350" y="6069013"/>
          <p14:tracePt t="176334" x="8274050" y="6032500"/>
          <p14:tracePt t="176342" x="8274050" y="5994400"/>
          <p14:tracePt t="176350" x="8274050" y="5945188"/>
          <p14:tracePt t="176358" x="8274050" y="5919788"/>
          <p14:tracePt t="176367" x="8274050" y="5894388"/>
          <p14:tracePt t="176374" x="8274050" y="5856288"/>
          <p14:tracePt t="176382" x="8274050" y="5843588"/>
          <p14:tracePt t="176390" x="8248650" y="5832475"/>
          <p14:tracePt t="176398" x="8235950" y="5819775"/>
          <p14:tracePt t="176406" x="8223250" y="5819775"/>
          <p14:tracePt t="176414" x="8212138" y="5819775"/>
          <p14:tracePt t="176430" x="8186738" y="5819775"/>
          <p14:tracePt t="176438" x="8174038" y="5819775"/>
          <p14:tracePt t="176446" x="8135938" y="5819775"/>
          <p14:tracePt t="176454" x="8086725" y="5832475"/>
          <p14:tracePt t="176462" x="8061325" y="5856288"/>
          <p14:tracePt t="176470" x="8061325" y="5919788"/>
          <p14:tracePt t="176479" x="8035925" y="5981700"/>
          <p14:tracePt t="176486" x="8035925" y="6019800"/>
          <p14:tracePt t="176494" x="8035925" y="6032500"/>
          <p14:tracePt t="176502" x="8035925" y="6069013"/>
          <p14:tracePt t="176510" x="8048625" y="6081713"/>
          <p14:tracePt t="176518" x="8074025" y="6081713"/>
          <p14:tracePt t="176526" x="8099425" y="6081713"/>
          <p14:tracePt t="176534" x="8110538" y="6081713"/>
          <p14:tracePt t="176551" x="8123238" y="6081713"/>
          <p14:tracePt t="176567" x="8135938" y="6081713"/>
          <p14:tracePt t="176574" x="8148638" y="6081713"/>
          <p14:tracePt t="176582" x="8174038" y="6081713"/>
          <p14:tracePt t="176590" x="8199438" y="6081713"/>
          <p14:tracePt t="176598" x="8223250" y="6081713"/>
          <p14:tracePt t="176606" x="8235950" y="6069013"/>
          <p14:tracePt t="176614" x="8248650" y="6032500"/>
          <p14:tracePt t="176622" x="8248650" y="6007100"/>
          <p14:tracePt t="176630" x="8248650" y="5981700"/>
          <p14:tracePt t="176638" x="8248650" y="5945188"/>
          <p14:tracePt t="176646" x="8248650" y="5919788"/>
          <p14:tracePt t="176654" x="8235950" y="5894388"/>
          <p14:tracePt t="176678" x="8223250" y="5881688"/>
          <p14:tracePt t="176702" x="8212138" y="5881688"/>
          <p14:tracePt t="176742" x="8199438" y="5881688"/>
          <p14:tracePt t="176751" x="8174038" y="5881688"/>
          <p14:tracePt t="176766" x="8174038" y="5894388"/>
          <p14:tracePt t="176774" x="8161338" y="5932488"/>
          <p14:tracePt t="176790" x="8161338" y="5945188"/>
          <p14:tracePt t="176798" x="8161338" y="5956300"/>
          <p14:tracePt t="176830" x="8161338" y="5969000"/>
          <p14:tracePt t="176878" x="8174038" y="5969000"/>
          <p14:tracePt t="176894" x="8186738" y="5969000"/>
          <p14:tracePt t="177174" x="8199438" y="5969000"/>
          <p14:tracePt t="177246" x="8212138" y="5969000"/>
          <p14:tracePt t="177294" x="8223250" y="5969000"/>
          <p14:tracePt t="177319" x="8235950" y="5969000"/>
          <p14:tracePt t="177334" x="8248650" y="5969000"/>
          <p14:tracePt t="177350" x="8248650" y="5956300"/>
          <p14:tracePt t="177358" x="8248650" y="5932488"/>
          <p14:tracePt t="177366" x="8248650" y="5907088"/>
          <p14:tracePt t="177374" x="8248650" y="5881688"/>
          <p14:tracePt t="177382" x="8248650" y="5868988"/>
          <p14:tracePt t="177390" x="8248650" y="5843588"/>
          <p14:tracePt t="177398" x="8248650" y="5819775"/>
          <p14:tracePt t="177406" x="8248650" y="5794375"/>
          <p14:tracePt t="177415" x="8223250" y="5781675"/>
          <p14:tracePt t="177422" x="8223250" y="5768975"/>
          <p14:tracePt t="177430" x="8212138" y="5756275"/>
          <p14:tracePt t="177446" x="8199438" y="5756275"/>
          <p14:tracePt t="177454" x="8186738" y="5756275"/>
          <p14:tracePt t="177470" x="8148638" y="5756275"/>
          <p14:tracePt t="177478" x="8110538" y="5756275"/>
          <p14:tracePt t="177486" x="8086725" y="5768975"/>
          <p14:tracePt t="177494" x="8035925" y="5807075"/>
          <p14:tracePt t="177503" x="7999413" y="5843588"/>
          <p14:tracePt t="177510" x="7974013" y="5868988"/>
          <p14:tracePt t="177518" x="7974013" y="5907088"/>
          <p14:tracePt t="177526" x="7974013" y="5932488"/>
          <p14:tracePt t="177534" x="7974013" y="5945188"/>
          <p14:tracePt t="177550" x="7974013" y="5969000"/>
          <p14:tracePt t="177558" x="7974013" y="5981700"/>
          <p14:tracePt t="177566" x="7986713" y="5981700"/>
          <p14:tracePt t="177574" x="8010525" y="5981700"/>
          <p14:tracePt t="177582" x="8023225" y="5981700"/>
          <p14:tracePt t="177599" x="8048625" y="5994400"/>
          <p14:tracePt t="177606" x="8061325" y="5994400"/>
          <p14:tracePt t="177615" x="8074025" y="5994400"/>
          <p14:tracePt t="177622" x="8086725" y="5994400"/>
          <p14:tracePt t="177630" x="8110538" y="5994400"/>
          <p14:tracePt t="177646" x="8135938" y="5994400"/>
          <p14:tracePt t="177662" x="8161338" y="5994400"/>
          <p14:tracePt t="177678" x="8161338" y="5981700"/>
          <p14:tracePt t="177687" x="8161338" y="5969000"/>
          <p14:tracePt t="177694" x="8148638" y="5956300"/>
          <p14:tracePt t="177702" x="8148638" y="5945188"/>
          <p14:tracePt t="177710" x="8123238" y="5932488"/>
          <p14:tracePt t="177718" x="8110538" y="5919788"/>
          <p14:tracePt t="177750" x="8099425" y="5919788"/>
          <p14:tracePt t="177758" x="8086725" y="5919788"/>
          <p14:tracePt t="177774" x="8074025" y="5919788"/>
          <p14:tracePt t="177782" x="8061325" y="5932488"/>
          <p14:tracePt t="177790" x="8035925" y="5945188"/>
          <p14:tracePt t="177799" x="8035925" y="5981700"/>
          <p14:tracePt t="177806" x="8035925" y="5994400"/>
          <p14:tracePt t="177814" x="8035925" y="6032500"/>
          <p14:tracePt t="177830" x="8035925" y="6045200"/>
          <p14:tracePt t="177838" x="8048625" y="6056313"/>
          <p14:tracePt t="177846" x="8061325" y="6069013"/>
          <p14:tracePt t="177870" x="8074025" y="6069013"/>
          <p14:tracePt t="177886" x="8099425" y="6069013"/>
          <p14:tracePt t="177894" x="8123238" y="6069013"/>
          <p14:tracePt t="177902" x="8135938" y="6056313"/>
          <p14:tracePt t="177910" x="8161338" y="6045200"/>
          <p14:tracePt t="177918" x="8161338" y="6032500"/>
          <p14:tracePt t="177926" x="8161338" y="5994400"/>
          <p14:tracePt t="177934" x="8161338" y="5981700"/>
          <p14:tracePt t="177950" x="8161338" y="5956300"/>
          <p14:tracePt t="178142" x="8135938" y="5981700"/>
          <p14:tracePt t="178150" x="8110538" y="5994400"/>
          <p14:tracePt t="178158" x="8048625" y="6007100"/>
          <p14:tracePt t="178166" x="7961313" y="6007100"/>
          <p14:tracePt t="178174" x="7810500" y="6007100"/>
          <p14:tracePt t="178182" x="7610475" y="6007100"/>
          <p14:tracePt t="178190" x="7272338" y="6007100"/>
          <p14:tracePt t="178198" x="6646863" y="5919788"/>
          <p14:tracePt t="178206" x="5895975" y="5694363"/>
          <p14:tracePt t="178214" x="5257800" y="5518150"/>
          <p14:tracePt t="178222" x="4643438" y="5318125"/>
          <p14:tracePt t="178230" x="4168775" y="5156200"/>
          <p14:tracePt t="178239" x="3743325" y="4981575"/>
          <p14:tracePt t="178246" x="3417888" y="4843463"/>
          <p14:tracePt t="178254" x="3241675" y="4768850"/>
          <p14:tracePt t="178262" x="3092450" y="4692650"/>
          <p14:tracePt t="178270" x="3041650" y="4667250"/>
          <p14:tracePt t="178278" x="3003550" y="4656138"/>
          <p14:tracePt t="178286" x="2979738" y="4656138"/>
          <p14:tracePt t="178302" x="2967038" y="4656138"/>
          <p14:tracePt t="178310" x="2928938" y="4656138"/>
          <p14:tracePt t="178318" x="2903538" y="4656138"/>
          <p14:tracePt t="178326" x="2867025" y="4656138"/>
          <p14:tracePt t="178334" x="2816225" y="4656138"/>
          <p14:tracePt t="178342" x="2767013" y="4656138"/>
          <p14:tracePt t="178350" x="2741613" y="4656138"/>
          <p14:tracePt t="178358" x="2690813" y="4656138"/>
          <p14:tracePt t="178367" x="2667000" y="4656138"/>
          <p14:tracePt t="178374" x="2628900" y="4643438"/>
          <p14:tracePt t="178382" x="2603500" y="4643438"/>
          <p14:tracePt t="178390" x="2565400" y="4630738"/>
          <p14:tracePt t="178398" x="2541588" y="4630738"/>
          <p14:tracePt t="178406" x="2516188" y="4630738"/>
          <p14:tracePt t="178414" x="2490788" y="4618038"/>
          <p14:tracePt t="178422" x="2478088" y="4618038"/>
          <p14:tracePt t="178430" x="2452688" y="4618038"/>
          <p14:tracePt t="178439" x="2428875" y="4618038"/>
          <p14:tracePt t="178454" x="2428875" y="4605338"/>
          <p14:tracePt t="178494" x="2416175" y="4605338"/>
          <p14:tracePt t="178502" x="2390775" y="4605338"/>
          <p14:tracePt t="178518" x="2365375" y="4605338"/>
          <p14:tracePt t="178526" x="2339975" y="4618038"/>
          <p14:tracePt t="178534" x="2328863" y="4618038"/>
          <p14:tracePt t="178542" x="2316163" y="4618038"/>
          <p14:tracePt t="178551" x="2303463" y="4618038"/>
          <p14:tracePt t="178558" x="2290763" y="4630738"/>
          <p14:tracePt t="178574" x="2278063" y="4630738"/>
          <p14:tracePt t="178590" x="2265363" y="4643438"/>
          <p14:tracePt t="178598" x="2252663" y="4643438"/>
          <p14:tracePt t="178606" x="2239963" y="4643438"/>
          <p14:tracePt t="178614" x="2216150" y="4643438"/>
          <p14:tracePt t="178623" x="2203450" y="4643438"/>
          <p14:tracePt t="178630" x="2190750" y="4643438"/>
          <p14:tracePt t="178646" x="2165350" y="4643438"/>
          <p14:tracePt t="178654" x="2152650" y="4643438"/>
          <p14:tracePt t="178670" x="2127250" y="4643438"/>
          <p14:tracePt t="178678" x="2116138" y="4643438"/>
          <p14:tracePt t="178686" x="2090738" y="4643438"/>
          <p14:tracePt t="178694" x="2078038" y="4643438"/>
          <p14:tracePt t="178806" x="2052638" y="4643438"/>
          <p14:tracePt t="178830" x="2039938" y="4643438"/>
          <p14:tracePt t="178846" x="2027238" y="4643438"/>
          <p14:tracePt t="178854" x="2014538" y="4656138"/>
          <p14:tracePt t="179038" x="2027238" y="4656138"/>
          <p14:tracePt t="179054" x="2039938" y="4656138"/>
          <p14:tracePt t="179070" x="2065338" y="4656138"/>
          <p14:tracePt t="179078" x="2090738" y="4656138"/>
          <p14:tracePt t="179086" x="2139950" y="4656138"/>
          <p14:tracePt t="179094" x="2190750" y="4656138"/>
          <p14:tracePt t="179103" x="2278063" y="4656138"/>
          <p14:tracePt t="179110" x="2352675" y="4656138"/>
          <p14:tracePt t="179118" x="2403475" y="4656138"/>
          <p14:tracePt t="179126" x="2441575" y="4656138"/>
          <p14:tracePt t="179134" x="2465388" y="4656138"/>
          <p14:tracePt t="179142" x="2490788" y="4656138"/>
          <p14:tracePt t="179158" x="2503488" y="4656138"/>
          <p14:tracePt t="179206" x="2516188" y="4656138"/>
          <p14:tracePt t="179222" x="2528888" y="4656138"/>
          <p14:tracePt t="179230" x="2541588" y="4656138"/>
          <p14:tracePt t="179238" x="2578100" y="4656138"/>
          <p14:tracePt t="179246" x="2616200" y="4656138"/>
          <p14:tracePt t="179254" x="2628900" y="4656138"/>
          <p14:tracePt t="179262" x="2667000" y="4656138"/>
          <p14:tracePt t="179278" x="2678113" y="4656138"/>
          <p14:tracePt t="179286" x="2690813" y="4643438"/>
          <p14:tracePt t="179310" x="2703513" y="4643438"/>
          <p14:tracePt t="179318" x="2716213" y="4643438"/>
          <p14:tracePt t="179326" x="2728913" y="4643438"/>
          <p14:tracePt t="179350" x="2754313" y="4630738"/>
          <p14:tracePt t="179382" x="2767013" y="4630738"/>
          <p14:tracePt t="179390" x="2778125" y="4630738"/>
          <p14:tracePt t="179422" x="2790825" y="4630738"/>
          <p14:tracePt t="179430" x="2816225" y="4605338"/>
          <p14:tracePt t="179454" x="2828925" y="4592638"/>
          <p14:tracePt t="179470" x="2828925" y="4579938"/>
          <p14:tracePt t="179486" x="2828925" y="4554538"/>
          <p14:tracePt t="179510" x="2828925" y="4543425"/>
          <p14:tracePt t="179758" x="2828925" y="4530725"/>
          <p14:tracePt t="179766" x="2790825" y="4567238"/>
          <p14:tracePt t="179774" x="2741613" y="4656138"/>
          <p14:tracePt t="179782" x="2678113" y="4743450"/>
          <p14:tracePt t="179790" x="2628900" y="4805363"/>
          <p14:tracePt t="179798" x="2554288" y="4918075"/>
          <p14:tracePt t="179806" x="2541588" y="4968875"/>
          <p14:tracePt t="179814" x="2541588" y="4992688"/>
          <p14:tracePt t="179822" x="2541588" y="5030788"/>
          <p14:tracePt t="179830" x="2516188" y="5056188"/>
          <p14:tracePt t="179846" x="2516188" y="5068888"/>
          <p14:tracePt t="179870" x="2516188" y="5081588"/>
          <p14:tracePt t="179878" x="2516188" y="5092700"/>
          <p14:tracePt t="179886" x="2516188" y="5105400"/>
          <p14:tracePt t="179894" x="2503488" y="5118100"/>
          <p14:tracePt t="179902" x="2503488" y="5130800"/>
          <p14:tracePt t="179910" x="2503488" y="5143500"/>
          <p14:tracePt t="179918" x="2503488" y="5156200"/>
          <p14:tracePt t="179926" x="2503488" y="5168900"/>
          <p14:tracePt t="179934" x="2503488" y="5181600"/>
          <p14:tracePt t="179998" x="2503488" y="5194300"/>
          <p14:tracePt t="180022" x="2503488" y="5205413"/>
          <p14:tracePt t="180030" x="2490788" y="5230813"/>
          <p14:tracePt t="180062" x="2478088" y="5256213"/>
          <p14:tracePt t="180078" x="2478088" y="5268913"/>
          <p14:tracePt t="180094" x="2465388" y="5294313"/>
          <p14:tracePt t="180598" x="2465388" y="5305425"/>
          <p14:tracePt t="181502" x="2503488" y="5305425"/>
          <p14:tracePt t="181510" x="2516188" y="5305425"/>
          <p14:tracePt t="181518" x="2578100" y="5305425"/>
          <p14:tracePt t="181526" x="2690813" y="5330825"/>
          <p14:tracePt t="181534" x="2867025" y="5368925"/>
          <p14:tracePt t="181543" x="3154363" y="5407025"/>
          <p14:tracePt t="181550" x="3643313" y="5468938"/>
          <p14:tracePt t="181558" x="4105275" y="5556250"/>
          <p14:tracePt t="181566" x="4656138" y="5607050"/>
          <p14:tracePt t="181574" x="5094288" y="5668963"/>
          <p14:tracePt t="181582" x="5645150" y="5743575"/>
          <p14:tracePt t="181590" x="6045200" y="5807075"/>
          <p14:tracePt t="181598" x="6408738" y="5881688"/>
          <p14:tracePt t="181606" x="6596063" y="5894388"/>
          <p14:tracePt t="181614" x="6784975" y="5956300"/>
          <p14:tracePt t="181622" x="6910388" y="5994400"/>
          <p14:tracePt t="181631" x="7010400" y="6045200"/>
          <p14:tracePt t="181638" x="7097713" y="6069013"/>
          <p14:tracePt t="181646" x="7210425" y="6119813"/>
          <p14:tracePt t="181654" x="7310438" y="6157913"/>
          <p14:tracePt t="181662" x="7423150" y="6194425"/>
          <p14:tracePt t="181670" x="7561263" y="6257925"/>
          <p14:tracePt t="181678" x="7697788" y="6307138"/>
          <p14:tracePt t="181686" x="7810500" y="6332538"/>
          <p14:tracePt t="181694" x="7935913" y="6370638"/>
          <p14:tracePt t="181702" x="8023225" y="6394450"/>
          <p14:tracePt t="181710" x="8086725" y="6419850"/>
          <p14:tracePt t="181806" x="8110538" y="6419850"/>
          <p14:tracePt t="181815" x="8123238" y="6419850"/>
          <p14:tracePt t="181822" x="8148638" y="6419850"/>
          <p14:tracePt t="181830" x="8148638" y="6381750"/>
          <p14:tracePt t="181838" x="8148638" y="6345238"/>
          <p14:tracePt t="181846" x="8161338" y="6294438"/>
          <p14:tracePt t="181854" x="8161338" y="6257925"/>
          <p14:tracePt t="181862" x="8161338" y="6207125"/>
          <p14:tracePt t="181870" x="8161338" y="6145213"/>
          <p14:tracePt t="181878" x="8161338" y="6119813"/>
          <p14:tracePt t="181886" x="8161338" y="6081713"/>
          <p14:tracePt t="181894" x="8174038" y="6056313"/>
          <p14:tracePt t="181902" x="8174038" y="6032500"/>
          <p14:tracePt t="181910" x="8199438" y="6007100"/>
          <p14:tracePt t="181918" x="8199438" y="5981700"/>
          <p14:tracePt t="181927" x="8199438" y="5969000"/>
          <p14:tracePt t="181945" x="8199438" y="5932488"/>
          <p14:tracePt t="181950" x="8199438" y="5907088"/>
          <p14:tracePt t="181958" x="8199438" y="5894388"/>
          <p14:tracePt t="181966" x="8174038" y="5868988"/>
          <p14:tracePt t="181974" x="8148638" y="5843588"/>
          <p14:tracePt t="181982" x="8086725" y="5819775"/>
          <p14:tracePt t="181990" x="8074025" y="5819775"/>
          <p14:tracePt t="181999" x="8048625" y="5807075"/>
          <p14:tracePt t="182006" x="8023225" y="5794375"/>
          <p14:tracePt t="182015" x="7986713" y="5794375"/>
          <p14:tracePt t="182022" x="7974013" y="5794375"/>
          <p14:tracePt t="182030" x="7935913" y="5794375"/>
          <p14:tracePt t="182038" x="7910513" y="5794375"/>
          <p14:tracePt t="182046" x="7886700" y="5794375"/>
          <p14:tracePt t="182062" x="7861300" y="5794375"/>
          <p14:tracePt t="182070" x="7848600" y="5807075"/>
          <p14:tracePt t="182078" x="7848600" y="5843588"/>
          <p14:tracePt t="182086" x="7848600" y="5868988"/>
          <p14:tracePt t="182094" x="7848600" y="5919788"/>
          <p14:tracePt t="182102" x="7848600" y="5969000"/>
          <p14:tracePt t="182111" x="7848600" y="6007100"/>
          <p14:tracePt t="182118" x="7848600" y="6056313"/>
          <p14:tracePt t="182126" x="7897813" y="6094413"/>
          <p14:tracePt t="182134" x="7923213" y="6132513"/>
          <p14:tracePt t="182142" x="7974013" y="6157913"/>
          <p14:tracePt t="182150" x="8010525" y="6169025"/>
          <p14:tracePt t="182158" x="8048625" y="6181725"/>
          <p14:tracePt t="182166" x="8086725" y="6181725"/>
          <p14:tracePt t="182174" x="8123238" y="6181725"/>
          <p14:tracePt t="182183" x="8174038" y="6181725"/>
          <p14:tracePt t="182190" x="8235950" y="6181725"/>
          <p14:tracePt t="182198" x="8299450" y="6181725"/>
          <p14:tracePt t="182206" x="8361363" y="6169025"/>
          <p14:tracePt t="182214" x="8399463" y="6145213"/>
          <p14:tracePt t="182222" x="8424863" y="6119813"/>
          <p14:tracePt t="182230" x="8461375" y="6056313"/>
          <p14:tracePt t="182238" x="8461375" y="6045200"/>
          <p14:tracePt t="182246" x="8461375" y="6007100"/>
          <p14:tracePt t="182254" x="8461375" y="5956300"/>
          <p14:tracePt t="182262" x="8461375" y="5919788"/>
          <p14:tracePt t="182270" x="8461375" y="5907088"/>
          <p14:tracePt t="182278" x="8448675" y="5881688"/>
          <p14:tracePt t="182286" x="8435975" y="5856288"/>
          <p14:tracePt t="182295" x="8412163" y="5819775"/>
          <p14:tracePt t="182302" x="8399463" y="5807075"/>
          <p14:tracePt t="182310" x="8374063" y="5794375"/>
          <p14:tracePt t="182318" x="8361363" y="5781675"/>
          <p14:tracePt t="182326" x="8324850" y="5768975"/>
          <p14:tracePt t="182334" x="8299450" y="5768975"/>
          <p14:tracePt t="182342" x="8248650" y="5768975"/>
          <p14:tracePt t="182350" x="8212138" y="5768975"/>
          <p14:tracePt t="182358" x="8174038" y="5768975"/>
          <p14:tracePt t="182367" x="8110538" y="5781675"/>
          <p14:tracePt t="182374" x="8086725" y="5794375"/>
          <p14:tracePt t="182382" x="8035925" y="5843588"/>
          <p14:tracePt t="182390" x="8023225" y="5881688"/>
          <p14:tracePt t="182398" x="8010525" y="5919788"/>
          <p14:tracePt t="182406" x="8010525" y="5945188"/>
          <p14:tracePt t="182414" x="8010525" y="5981700"/>
          <p14:tracePt t="182422" x="8010525" y="6007100"/>
          <p14:tracePt t="182430" x="8010525" y="6019800"/>
          <p14:tracePt t="182438" x="8010525" y="6032500"/>
          <p14:tracePt t="182446" x="8035925" y="6056313"/>
          <p14:tracePt t="182454" x="8061325" y="6069013"/>
          <p14:tracePt t="182462" x="8086725" y="6081713"/>
          <p14:tracePt t="182470" x="8110538" y="6081713"/>
          <p14:tracePt t="182479" x="8123238" y="6081713"/>
          <p14:tracePt t="182486" x="8161338" y="6081713"/>
          <p14:tracePt t="182494" x="8199438" y="6081713"/>
          <p14:tracePt t="182502" x="8212138" y="6081713"/>
          <p14:tracePt t="182510" x="8235950" y="6081713"/>
          <p14:tracePt t="182518" x="8261350" y="6081713"/>
          <p14:tracePt t="182526" x="8312150" y="6032500"/>
          <p14:tracePt t="182534" x="8312150" y="6019800"/>
          <p14:tracePt t="182542" x="8348663" y="5981700"/>
          <p14:tracePt t="182550" x="8348663" y="5932488"/>
          <p14:tracePt t="182558" x="8348663" y="5894388"/>
          <p14:tracePt t="182567" x="8348663" y="5856288"/>
          <p14:tracePt t="182574" x="8335963" y="5832475"/>
          <p14:tracePt t="182582" x="8335963" y="5819775"/>
          <p14:tracePt t="182590" x="8299450" y="5794375"/>
          <p14:tracePt t="182598" x="8286750" y="5768975"/>
          <p14:tracePt t="182606" x="8274050" y="5768975"/>
          <p14:tracePt t="182622" x="8261350" y="5768975"/>
          <p14:tracePt t="182630" x="8235950" y="5768975"/>
          <p14:tracePt t="182638" x="8212138" y="5768975"/>
          <p14:tracePt t="182646" x="8174038" y="5768975"/>
          <p14:tracePt t="182654" x="8135938" y="5768975"/>
          <p14:tracePt t="182663" x="8110538" y="5807075"/>
          <p14:tracePt t="182670" x="8074025" y="5881688"/>
          <p14:tracePt t="182678" x="8074025" y="5956300"/>
          <p14:tracePt t="182686" x="8074025" y="6007100"/>
          <p14:tracePt t="182694" x="8074025" y="6045200"/>
          <p14:tracePt t="182702" x="8099425" y="6081713"/>
          <p14:tracePt t="182710" x="8123238" y="6107113"/>
          <p14:tracePt t="182718" x="8148638" y="6132513"/>
          <p14:tracePt t="182726" x="8186738" y="6157913"/>
          <p14:tracePt t="182734" x="8212138" y="6169025"/>
          <p14:tracePt t="182742" x="8235950" y="6181725"/>
          <p14:tracePt t="182751" x="8261350" y="6181725"/>
          <p14:tracePt t="182758" x="8299450" y="6181725"/>
          <p14:tracePt t="182774" x="8312150" y="6181725"/>
          <p14:tracePt t="182782" x="8348663" y="6181725"/>
          <p14:tracePt t="182790" x="8361363" y="6181725"/>
          <p14:tracePt t="182798" x="8386763" y="6181725"/>
          <p14:tracePt t="182806" x="8399463" y="6181725"/>
          <p14:tracePt t="182814" x="8399463" y="6157913"/>
          <p14:tracePt t="182822" x="8399463" y="6119813"/>
          <p14:tracePt t="182830" x="8399463" y="6107113"/>
          <p14:tracePt t="182838" x="8399463" y="6094413"/>
          <p14:tracePt t="182846" x="8399463" y="6069013"/>
          <p14:tracePt t="182854" x="8399463" y="6056313"/>
          <p14:tracePt t="182870" x="8386763" y="6056313"/>
          <p14:tracePt t="182878" x="8374063" y="6045200"/>
          <p14:tracePt t="182886" x="8361363" y="6045200"/>
          <p14:tracePt t="182894" x="8324850" y="6045200"/>
          <p14:tracePt t="182902" x="8299450" y="6045200"/>
          <p14:tracePt t="182910" x="8261350" y="6045200"/>
          <p14:tracePt t="182918" x="8235950" y="6069013"/>
          <p14:tracePt t="182926" x="8186738" y="6107113"/>
          <p14:tracePt t="182935" x="8161338" y="6132513"/>
          <p14:tracePt t="182942" x="8148638" y="6145213"/>
          <p14:tracePt t="182963" x="8148638" y="6157913"/>
          <p14:tracePt t="183014" x="8148638" y="6145213"/>
          <p14:tracePt t="183022" x="8161338" y="6094413"/>
          <p14:tracePt t="183030" x="8174038" y="6081713"/>
          <p14:tracePt t="183038" x="8174038" y="6045200"/>
          <p14:tracePt t="183047" x="8186738" y="6019800"/>
          <p14:tracePt t="183054" x="8186738" y="5981700"/>
          <p14:tracePt t="183062" x="8186738" y="5969000"/>
          <p14:tracePt t="183070" x="8186738" y="5956300"/>
          <p14:tracePt t="183078" x="8186738" y="5945188"/>
          <p14:tracePt t="183110" x="8186738" y="5932488"/>
          <p14:tracePt t="183135" x="8174038" y="5932488"/>
          <p14:tracePt t="183174" x="8161338" y="5932488"/>
          <p14:tracePt t="183814" x="8174038" y="5932488"/>
          <p14:tracePt t="183862" x="8186738" y="5932488"/>
          <p14:tracePt t="183870" x="8199438" y="5932488"/>
          <p14:tracePt t="183902" x="8212138" y="5932488"/>
          <p14:tracePt t="183918" x="8223250" y="5932488"/>
          <p14:tracePt t="183958" x="8235950" y="5932488"/>
          <p14:tracePt t="185550" x="8186738" y="5932488"/>
          <p14:tracePt t="185558" x="8123238" y="5956300"/>
          <p14:tracePt t="185566" x="8074025" y="5981700"/>
          <p14:tracePt t="185574" x="7986713" y="6007100"/>
          <p14:tracePt t="185582" x="7910513" y="6019800"/>
          <p14:tracePt t="185590" x="7848600" y="6032500"/>
          <p14:tracePt t="185598" x="7773988" y="6032500"/>
          <p14:tracePt t="185606" x="7723188" y="6032500"/>
          <p14:tracePt t="185614" x="7685088" y="6032500"/>
          <p14:tracePt t="185622" x="7635875" y="6032500"/>
          <p14:tracePt t="185630" x="7597775" y="6032500"/>
          <p14:tracePt t="185638" x="7548563" y="6032500"/>
          <p14:tracePt t="185646" x="7472363" y="6007100"/>
          <p14:tracePt t="185654" x="7410450" y="5994400"/>
          <p14:tracePt t="185662" x="7285038" y="5945188"/>
          <p14:tracePt t="185671" x="7123113" y="5932488"/>
          <p14:tracePt t="185678" x="6934200" y="5919788"/>
          <p14:tracePt t="185686" x="6784975" y="5881688"/>
          <p14:tracePt t="185694" x="6696075" y="5881688"/>
          <p14:tracePt t="185702" x="6608763" y="5856288"/>
          <p14:tracePt t="185710" x="6559550" y="5856288"/>
          <p14:tracePt t="185718" x="6508750" y="5843588"/>
          <p14:tracePt t="185726" x="6496050" y="5843588"/>
          <p14:tracePt t="185734" x="6483350" y="5843588"/>
          <p14:tracePt t="185774" x="6472238" y="5843588"/>
          <p14:tracePt t="185790" x="6446838" y="5843588"/>
          <p14:tracePt t="185798" x="6434138" y="5843588"/>
          <p14:tracePt t="185806" x="6396038" y="5843588"/>
          <p14:tracePt t="185814" x="6370638" y="5856288"/>
          <p14:tracePt t="185822" x="6346825" y="5856288"/>
          <p14:tracePt t="185830" x="6334125" y="5868988"/>
          <p14:tracePt t="185838" x="6308725" y="5868988"/>
          <p14:tracePt t="185846" x="6308725" y="5881688"/>
          <p14:tracePt t="185886" x="6296025" y="5881688"/>
          <p14:tracePt t="185894" x="6296025" y="5894388"/>
          <p14:tracePt t="185902" x="6296025" y="5907088"/>
          <p14:tracePt t="185910" x="6283325" y="5907088"/>
          <p14:tracePt t="185918" x="6270625" y="5932488"/>
          <p14:tracePt t="185938" x="6270625" y="5945188"/>
          <p14:tracePt t="185942" x="6270625" y="5956300"/>
          <p14:tracePt t="185958" x="6270625" y="5969000"/>
          <p14:tracePt t="186094" x="6270625" y="5981700"/>
          <p14:tracePt t="186102" x="6270625" y="5994400"/>
          <p14:tracePt t="186110" x="6270625" y="6007100"/>
          <p14:tracePt t="186127" x="6270625" y="6019800"/>
          <p14:tracePt t="186142" x="6270625" y="6032500"/>
          <p14:tracePt t="186158" x="6270625" y="6045200"/>
          <p14:tracePt t="186494" x="6296025" y="6045200"/>
          <p14:tracePt t="186510" x="6308725" y="6045200"/>
          <p14:tracePt t="186518" x="6346825" y="6045200"/>
          <p14:tracePt t="186526" x="6396038" y="6045200"/>
          <p14:tracePt t="186534" x="6459538" y="6045200"/>
          <p14:tracePt t="186542" x="6559550" y="6045200"/>
          <p14:tracePt t="186550" x="6708775" y="6045200"/>
          <p14:tracePt t="186558" x="6897688" y="6045200"/>
          <p14:tracePt t="186566" x="7146925" y="6045200"/>
          <p14:tracePt t="186574" x="7423150" y="6045200"/>
          <p14:tracePt t="186582" x="7723188" y="6045200"/>
          <p14:tracePt t="186590" x="8212138" y="6032500"/>
          <p14:tracePt t="186598" x="8524875" y="6019800"/>
          <p14:tracePt t="186607" x="8799513" y="6019800"/>
          <p14:tracePt t="186614" x="9137650" y="6019800"/>
          <p14:tracePt t="186622" x="9450388" y="6019800"/>
          <p14:tracePt t="186630" x="9650413" y="6019800"/>
          <p14:tracePt t="186638" x="9839325" y="6019800"/>
          <p14:tracePt t="186646" x="9963150" y="6019800"/>
          <p14:tracePt t="186654" x="10052050" y="6019800"/>
          <p14:tracePt t="186662" x="10101263" y="6019800"/>
          <p14:tracePt t="186670" x="10152063" y="6019800"/>
          <p14:tracePt t="186679" x="10177463" y="6019800"/>
          <p14:tracePt t="186686" x="10188575" y="6019800"/>
          <p14:tracePt t="186710" x="10213975" y="6019800"/>
          <p14:tracePt t="186726" x="10226675" y="6019800"/>
          <p14:tracePt t="186742" x="10239375" y="6019800"/>
          <p14:tracePt t="186750" x="10252075" y="6019800"/>
          <p14:tracePt t="186758" x="10264775" y="6019800"/>
          <p14:tracePt t="186774" x="10277475" y="6019800"/>
          <p14:tracePt t="186782" x="10288588" y="6019800"/>
          <p14:tracePt t="186791" x="10301288" y="6019800"/>
          <p14:tracePt t="186798" x="10326688" y="6019800"/>
          <p14:tracePt t="186806" x="10339388" y="6032500"/>
          <p14:tracePt t="186814" x="10364788" y="6032500"/>
          <p14:tracePt t="186822" x="10377488" y="6032500"/>
          <p14:tracePt t="186830" x="10401300" y="6032500"/>
          <p14:tracePt t="186838" x="10426700" y="6032500"/>
          <p14:tracePt t="186879" x="10439400" y="6032500"/>
          <p14:tracePt t="187038" x="10452100" y="6032500"/>
          <p14:tracePt t="187046" x="10464800" y="6032500"/>
          <p14:tracePt t="187063" x="10477500" y="6032500"/>
          <p14:tracePt t="187070" x="10490200" y="6032500"/>
          <p14:tracePt t="187078" x="10502900" y="6045200"/>
          <p14:tracePt t="187166" x="10502900" y="6056313"/>
          <p14:tracePt t="187182" x="10502900" y="6069013"/>
          <p14:tracePt t="187190" x="10514013" y="6094413"/>
          <p14:tracePt t="187198" x="10514013" y="6107113"/>
          <p14:tracePt t="187206" x="10514013" y="6119813"/>
          <p14:tracePt t="187214" x="10514013" y="6132513"/>
          <p14:tracePt t="187222" x="10514013" y="6145213"/>
          <p14:tracePt t="187230" x="10514013" y="6169025"/>
          <p14:tracePt t="187238" x="10514013" y="6194425"/>
          <p14:tracePt t="187247" x="10514013" y="6219825"/>
          <p14:tracePt t="187254" x="10502900" y="6232525"/>
          <p14:tracePt t="187262" x="10490200" y="6269038"/>
          <p14:tracePt t="187278" x="10490200" y="6281738"/>
          <p14:tracePt t="187286" x="10477500" y="6307138"/>
          <p14:tracePt t="187350" x="10452100" y="6319838"/>
          <p14:tracePt t="187382" x="10439400" y="6319838"/>
          <p14:tracePt t="187390" x="10426700" y="6319838"/>
          <p14:tracePt t="187398" x="10414000" y="6319838"/>
          <p14:tracePt t="187422" x="10401300" y="6319838"/>
          <p14:tracePt t="187454" x="10390188" y="6319838"/>
          <p14:tracePt t="187462" x="10390188" y="6332538"/>
          <p14:tracePt t="187526" x="10377488" y="6332538"/>
          <p14:tracePt t="188062" x="10364788" y="6332538"/>
          <p14:tracePt t="188070" x="10364788" y="6319838"/>
          <p14:tracePt t="188086" x="10364788" y="6294438"/>
          <p14:tracePt t="188094" x="10377488" y="6294438"/>
          <p14:tracePt t="188102" x="10377488" y="6281738"/>
          <p14:tracePt t="188126" x="10377488" y="6269038"/>
          <p14:tracePt t="188134" x="10377488" y="6257925"/>
          <p14:tracePt t="188150" x="10377488" y="6245225"/>
          <p14:tracePt t="188166" x="10364788" y="6245225"/>
          <p14:tracePt t="188222" x="10364788" y="6232525"/>
          <p14:tracePt t="188238" x="10352088" y="6232525"/>
          <p14:tracePt t="188254" x="10352088" y="6219825"/>
          <p14:tracePt t="188278" x="10352088" y="6207125"/>
          <p14:tracePt t="188286" x="10352088" y="6194425"/>
          <p14:tracePt t="188294" x="10352088" y="6181725"/>
          <p14:tracePt t="188310" x="10352088" y="6157913"/>
          <p14:tracePt t="188318" x="10352088" y="6145213"/>
          <p14:tracePt t="188326" x="10352088" y="6132513"/>
          <p14:tracePt t="188334" x="10352088" y="6119813"/>
          <p14:tracePt t="188342" x="10352088" y="6081713"/>
          <p14:tracePt t="188358" x="10352088" y="6056313"/>
          <p14:tracePt t="188366" x="10352088" y="6045200"/>
          <p14:tracePt t="188374" x="10352088" y="6019800"/>
          <p14:tracePt t="188382" x="10352088" y="5994400"/>
          <p14:tracePt t="188390" x="10339388" y="5981700"/>
          <p14:tracePt t="188398" x="10339388" y="5969000"/>
          <p14:tracePt t="188406" x="10326688" y="5956300"/>
          <p14:tracePt t="188414" x="10313988" y="5945188"/>
          <p14:tracePt t="188422" x="10301288" y="5945188"/>
          <p14:tracePt t="188430" x="10288588" y="5932488"/>
          <p14:tracePt t="188438" x="10277475" y="5932488"/>
          <p14:tracePt t="188446" x="10264775" y="5932488"/>
          <p14:tracePt t="188462" x="10252075" y="5932488"/>
          <p14:tracePt t="188470" x="10239375" y="5932488"/>
          <p14:tracePt t="188542" x="10226675" y="5945188"/>
          <p14:tracePt t="188550" x="10213975" y="5956300"/>
          <p14:tracePt t="188558" x="10201275" y="5969000"/>
          <p14:tracePt t="188686" x="10201275" y="5981700"/>
          <p14:tracePt t="188694" x="10188575" y="6032500"/>
          <p14:tracePt t="188702" x="10164763" y="6032500"/>
          <p14:tracePt t="188710" x="10139363" y="6069013"/>
          <p14:tracePt t="188718" x="10088563" y="6081713"/>
          <p14:tracePt t="188726" x="10064750" y="6107113"/>
          <p14:tracePt t="188734" x="10039350" y="6132513"/>
          <p14:tracePt t="188742" x="10026650" y="6157913"/>
          <p14:tracePt t="188750" x="10001250" y="6157913"/>
          <p14:tracePt t="188758" x="9988550" y="6169025"/>
          <p14:tracePt t="188902" x="9988550" y="6157913"/>
          <p14:tracePt t="188910" x="10001250" y="6157913"/>
          <p14:tracePt t="188918" x="10013950" y="6132513"/>
          <p14:tracePt t="188926" x="10026650" y="6119813"/>
          <p14:tracePt t="188935" x="10039350" y="6094413"/>
          <p14:tracePt t="188946" x="10039350" y="6081713"/>
          <p14:tracePt t="188950" x="10039350" y="6069013"/>
          <p14:tracePt t="188958" x="10064750" y="6045200"/>
          <p14:tracePt t="188974" x="10064750" y="6032500"/>
          <p14:tracePt t="188982" x="10064750" y="6007100"/>
          <p14:tracePt t="189006" x="10064750" y="5981700"/>
          <p14:tracePt t="189022" x="10064750" y="5956300"/>
          <p14:tracePt t="189038" x="10064750" y="5945188"/>
          <p14:tracePt t="189047" x="10052050" y="5932488"/>
          <p14:tracePt t="189070" x="10052050" y="5919788"/>
          <p14:tracePt t="189086" x="10052050" y="5907088"/>
          <p14:tracePt t="189094" x="10052050" y="5881688"/>
          <p14:tracePt t="189110" x="10064750" y="5881688"/>
          <p14:tracePt t="189119" x="10088563" y="5868988"/>
          <p14:tracePt t="189142" x="10101263" y="5856288"/>
          <p14:tracePt t="189414" x="10101263" y="5881688"/>
          <p14:tracePt t="189422" x="10101263" y="5945188"/>
          <p14:tracePt t="189430" x="10088563" y="6019800"/>
          <p14:tracePt t="189438" x="10075863" y="6094413"/>
          <p14:tracePt t="189446" x="10052050" y="6169025"/>
          <p14:tracePt t="189454" x="10052050" y="6219825"/>
          <p14:tracePt t="189462" x="10052050" y="6245225"/>
          <p14:tracePt t="189478" x="10052050" y="6281738"/>
          <p14:tracePt t="189518" x="10064750" y="6281738"/>
          <p14:tracePt t="189534" x="10075863" y="6281738"/>
          <p14:tracePt t="189566" x="10088563" y="6281738"/>
          <p14:tracePt t="189574" x="10101263" y="6281738"/>
          <p14:tracePt t="189582" x="10126663" y="6281738"/>
          <p14:tracePt t="189590" x="10152063" y="6269038"/>
          <p14:tracePt t="189598" x="10164763" y="6269038"/>
          <p14:tracePt t="189606" x="10188575" y="6257925"/>
          <p14:tracePt t="189614" x="10201275" y="6232525"/>
          <p14:tracePt t="189622" x="10213975" y="6232525"/>
          <p14:tracePt t="189638" x="10213975" y="6219825"/>
          <p14:tracePt t="189662" x="10213975" y="6207125"/>
          <p14:tracePt t="189670" x="10226675" y="6207125"/>
          <p14:tracePt t="189678" x="10226675" y="6194425"/>
          <p14:tracePt t="189694" x="10226675" y="6181725"/>
          <p14:tracePt t="189702" x="10239375" y="6157913"/>
          <p14:tracePt t="189854" x="10226675" y="6157913"/>
          <p14:tracePt t="190006" x="10239375" y="6157913"/>
          <p14:tracePt t="190038" x="10252075" y="6157913"/>
          <p14:tracePt t="190054" x="10264775" y="6157913"/>
          <p14:tracePt t="190062" x="10277475" y="6157913"/>
          <p14:tracePt t="190070" x="10288588" y="6157913"/>
          <p14:tracePt t="190078" x="10313988" y="6145213"/>
          <p14:tracePt t="190086" x="10326688" y="6132513"/>
          <p14:tracePt t="190118" x="10339388" y="6119813"/>
          <p14:tracePt t="190206" x="10352088" y="6107113"/>
          <p14:tracePt t="190214" x="10364788" y="6094413"/>
          <p14:tracePt t="190246" x="10377488" y="6094413"/>
          <p14:tracePt t="190278" x="10401300" y="6094413"/>
          <p14:tracePt t="190286" x="10439400" y="6094413"/>
          <p14:tracePt t="190294" x="10452100" y="6094413"/>
          <p14:tracePt t="190318" x="10477500" y="6107113"/>
          <p14:tracePt t="190326" x="10490200" y="6119813"/>
          <p14:tracePt t="190334" x="10502900" y="6132513"/>
          <p14:tracePt t="190374" x="10514013" y="6132513"/>
          <p14:tracePt t="190422" x="10539413" y="6132513"/>
          <p14:tracePt t="190430" x="10539413" y="6119813"/>
          <p14:tracePt t="190439" x="10539413" y="6107113"/>
          <p14:tracePt t="190446" x="10539413" y="6094413"/>
          <p14:tracePt t="190454" x="10539413" y="6081713"/>
          <p14:tracePt t="190462" x="10539413" y="6056313"/>
          <p14:tracePt t="190470" x="10539413" y="6045200"/>
          <p14:tracePt t="190526" x="10539413" y="6032500"/>
          <p14:tracePt t="190534" x="10539413" y="6019800"/>
          <p14:tracePt t="190542" x="10552113" y="6019800"/>
          <p14:tracePt t="190558" x="10564813" y="6019800"/>
          <p14:tracePt t="190582" x="10577513" y="6019800"/>
          <p14:tracePt t="190590" x="10590213" y="6019800"/>
          <p14:tracePt t="190606" x="10602913" y="6019800"/>
          <p14:tracePt t="190614" x="10614025" y="6019800"/>
          <p14:tracePt t="190622" x="10626725" y="6019800"/>
          <p14:tracePt t="190638" x="10639425" y="6019800"/>
          <p14:tracePt t="190654" x="10652125" y="6019800"/>
          <p14:tracePt t="190662" x="10664825" y="6019800"/>
          <p14:tracePt t="190678" x="10677525" y="6019800"/>
          <p14:tracePt t="190694" x="10690225" y="6019800"/>
          <p14:tracePt t="190774" x="10702925" y="6019800"/>
          <p14:tracePt t="190790" x="10715625" y="6019800"/>
          <p14:tracePt t="190798" x="10726738" y="6019800"/>
          <p14:tracePt t="190806" x="10739438" y="6019800"/>
          <p14:tracePt t="190822" x="10764838" y="6032500"/>
          <p14:tracePt t="190830" x="10777538" y="6032500"/>
          <p14:tracePt t="190838" x="10790238" y="6045200"/>
          <p14:tracePt t="190846" x="10802938" y="6045200"/>
          <p14:tracePt t="190854" x="10815638" y="6045200"/>
          <p14:tracePt t="190862" x="10828338" y="6045200"/>
          <p14:tracePt t="190910" x="10839450" y="6045200"/>
          <p14:tracePt t="191022" x="10852150" y="6045200"/>
          <p14:tracePt t="191038" x="10852150" y="6056313"/>
          <p14:tracePt t="191262" x="10864850" y="6069013"/>
          <p14:tracePt t="191382" x="10877550" y="6069013"/>
          <p14:tracePt t="191390" x="10902950" y="6094413"/>
          <p14:tracePt t="191398" x="10902950" y="6107113"/>
          <p14:tracePt t="191406" x="10915650" y="6119813"/>
          <p14:tracePt t="191422" x="10915650" y="6132513"/>
          <p14:tracePt t="191438" x="10928350" y="6132513"/>
          <p14:tracePt t="191454" x="10939463" y="6132513"/>
          <p14:tracePt t="191518" x="10952163" y="6132513"/>
          <p14:tracePt t="191526" x="10964863" y="6132513"/>
          <p14:tracePt t="191550" x="10977563" y="6132513"/>
          <p14:tracePt t="191558" x="10990263" y="6132513"/>
          <p14:tracePt t="191598" x="11002963" y="6119813"/>
          <p14:tracePt t="191614" x="11002963" y="6107113"/>
          <p14:tracePt t="191630" x="11002963" y="6094413"/>
          <p14:tracePt t="191638" x="11002963" y="6081713"/>
          <p14:tracePt t="191653" x="11002963" y="6069013"/>
          <p14:tracePt t="191662" x="11002963" y="6056313"/>
          <p14:tracePt t="191718" x="11015663" y="6045200"/>
          <p14:tracePt t="191750" x="11028363" y="6045200"/>
          <p14:tracePt t="191758" x="11052175" y="6045200"/>
          <p14:tracePt t="191766" x="11077575" y="6045200"/>
          <p14:tracePt t="191774" x="11102975" y="6045200"/>
          <p14:tracePt t="191782" x="11128375" y="6045200"/>
          <p14:tracePt t="191790" x="11141075" y="6032500"/>
          <p14:tracePt t="191798" x="11153775" y="6032500"/>
          <p14:tracePt t="191806" x="11164888" y="6019800"/>
          <p14:tracePt t="191814" x="11177588" y="6007100"/>
          <p14:tracePt t="191822" x="11202988" y="5994400"/>
          <p14:tracePt t="191830" x="11215688" y="5981700"/>
          <p14:tracePt t="191838" x="11228388" y="5981700"/>
          <p14:tracePt t="191846" x="11228388" y="5969000"/>
          <p14:tracePt t="191862" x="11241088" y="5969000"/>
          <p14:tracePt t="191974" x="11241088" y="5956300"/>
          <p14:tracePt t="192070" x="11253788" y="5956300"/>
          <p14:tracePt t="192110" x="11266488" y="5945188"/>
          <p14:tracePt t="192254" x="11277600" y="5945188"/>
          <p14:tracePt t="193486" x="11290300" y="5945188"/>
          <p14:tracePt t="195358" x="11290300" y="5932488"/>
          <p14:tracePt t="195478" x="11290300" y="5919788"/>
          <p14:tracePt t="195750" x="11277600" y="5881688"/>
          <p14:tracePt t="195758" x="11277600" y="5781675"/>
          <p14:tracePt t="195766" x="11277600" y="5619750"/>
          <p14:tracePt t="195774" x="11341100" y="5181600"/>
          <p14:tracePt t="195782" x="11603038" y="4405313"/>
          <p14:tracePt t="195790" x="11966575" y="3667125"/>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Entropy-Mathematical problem</a:t>
            </a:r>
            <a:endParaRPr lang="en-US" dirty="0"/>
          </a:p>
        </p:txBody>
      </p:sp>
      <p:pic>
        <p:nvPicPr>
          <p:cNvPr id="5" name="Content Placeholder 4" descr="maxresdefault (3).jpg"/>
          <p:cNvPicPr>
            <a:picLocks noGrp="1" noChangeAspect="1"/>
          </p:cNvPicPr>
          <p:nvPr>
            <p:ph idx="1"/>
          </p:nvPr>
        </p:nvPicPr>
        <p:blipFill>
          <a:blip r:embed="rId2"/>
          <a:stretch>
            <a:fillRect/>
          </a:stretch>
        </p:blipFill>
        <p:spPr>
          <a:xfrm>
            <a:off x="1243313" y="1347712"/>
            <a:ext cx="9822084" cy="5095213"/>
          </a:xfrm>
        </p:spPr>
      </p:pic>
    </p:spTree>
    <p:extLst>
      <p:ext uri="{BB962C8B-B14F-4D97-AF65-F5344CB8AC3E}">
        <p14:creationId xmlns:p14="http://schemas.microsoft.com/office/powerpoint/2010/main" val="31984819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Reversible Process </a:t>
            </a:r>
            <a:r>
              <a:rPr lang="en-US" b="1" dirty="0" err="1" smtClean="0"/>
              <a:t>vs</a:t>
            </a:r>
            <a:r>
              <a:rPr lang="en-US" b="1" dirty="0" smtClean="0"/>
              <a:t> Irreversible Process</a:t>
            </a:r>
            <a:endParaRPr lang="en-US" b="1" dirty="0"/>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9619" b="6434"/>
          <a:stretch/>
        </p:blipFill>
        <p:spPr bwMode="auto">
          <a:xfrm>
            <a:off x="722450" y="1528630"/>
            <a:ext cx="6639049" cy="504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0993" y="1574158"/>
            <a:ext cx="3938674" cy="498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2104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Heat Engine</a:t>
            </a:r>
            <a:endParaRPr lang="en-US" b="1" dirty="0"/>
          </a:p>
        </p:txBody>
      </p:sp>
      <p:sp>
        <p:nvSpPr>
          <p:cNvPr id="3" name="Content Placeholder 2"/>
          <p:cNvSpPr>
            <a:spLocks noGrp="1"/>
          </p:cNvSpPr>
          <p:nvPr>
            <p:ph idx="1"/>
          </p:nvPr>
        </p:nvSpPr>
        <p:spPr>
          <a:xfrm>
            <a:off x="497710" y="1825625"/>
            <a:ext cx="6041986" cy="4351338"/>
          </a:xfrm>
        </p:spPr>
        <p:txBody>
          <a:bodyPr>
            <a:normAutofit lnSpcReduction="10000"/>
          </a:bodyPr>
          <a:lstStyle/>
          <a:p>
            <a:pPr marL="285750" indent="-285750">
              <a:buFont typeface="Courier New" panose="02070309020205020404" pitchFamily="49" charset="0"/>
              <a:buChar char="o"/>
            </a:pPr>
            <a:r>
              <a:rPr lang="en-US" dirty="0">
                <a:solidFill>
                  <a:srgbClr val="002060"/>
                </a:solidFill>
              </a:rPr>
              <a:t>A </a:t>
            </a:r>
            <a:r>
              <a:rPr lang="en-US" b="1" dirty="0">
                <a:solidFill>
                  <a:srgbClr val="C00000"/>
                </a:solidFill>
              </a:rPr>
              <a:t>heat engine</a:t>
            </a:r>
            <a:r>
              <a:rPr lang="en-US" dirty="0">
                <a:solidFill>
                  <a:srgbClr val="002060"/>
                </a:solidFill>
              </a:rPr>
              <a:t> is a type of </a:t>
            </a:r>
            <a:r>
              <a:rPr lang="en-US" dirty="0" smtClean="0">
                <a:solidFill>
                  <a:srgbClr val="002060"/>
                </a:solidFill>
              </a:rPr>
              <a:t>engine, </a:t>
            </a:r>
            <a:r>
              <a:rPr lang="en-US" dirty="0">
                <a:solidFill>
                  <a:srgbClr val="002060"/>
                </a:solidFill>
              </a:rPr>
              <a:t>(like the motor in a car) that produces </a:t>
            </a:r>
            <a:r>
              <a:rPr lang="en-US" b="1" dirty="0">
                <a:solidFill>
                  <a:srgbClr val="C00000"/>
                </a:solidFill>
              </a:rPr>
              <a:t>macroscopic motion </a:t>
            </a:r>
            <a:r>
              <a:rPr lang="en-US" dirty="0">
                <a:solidFill>
                  <a:srgbClr val="002060"/>
                </a:solidFill>
              </a:rPr>
              <a:t>from </a:t>
            </a:r>
            <a:r>
              <a:rPr lang="en-US" dirty="0" smtClean="0">
                <a:solidFill>
                  <a:srgbClr val="002060"/>
                </a:solidFill>
              </a:rPr>
              <a:t>heat. </a:t>
            </a:r>
          </a:p>
          <a:p>
            <a:pPr marL="285750" indent="-285750">
              <a:buFont typeface="Courier New" panose="02070309020205020404" pitchFamily="49" charset="0"/>
              <a:buChar char="o"/>
            </a:pPr>
            <a:r>
              <a:rPr lang="en-US" dirty="0" smtClean="0">
                <a:solidFill>
                  <a:schemeClr val="tx1"/>
                </a:solidFill>
              </a:rPr>
              <a:t>When </a:t>
            </a:r>
            <a:r>
              <a:rPr lang="en-US" dirty="0">
                <a:solidFill>
                  <a:schemeClr val="tx1"/>
                </a:solidFill>
              </a:rPr>
              <a:t>people rub their hands together </a:t>
            </a:r>
            <a:r>
              <a:rPr lang="en-US" dirty="0" smtClean="0">
                <a:solidFill>
                  <a:schemeClr val="tx1"/>
                </a:solidFill>
              </a:rPr>
              <a:t>friction</a:t>
            </a:r>
            <a:r>
              <a:rPr lang="en-US" dirty="0">
                <a:solidFill>
                  <a:schemeClr val="tx1"/>
                </a:solidFill>
              </a:rPr>
              <a:t> turns </a:t>
            </a:r>
            <a:r>
              <a:rPr lang="en-US" b="1" dirty="0" smtClean="0">
                <a:solidFill>
                  <a:srgbClr val="C00000"/>
                </a:solidFill>
              </a:rPr>
              <a:t>mechanical energy </a:t>
            </a:r>
            <a:r>
              <a:rPr lang="en-US" dirty="0">
                <a:solidFill>
                  <a:schemeClr val="tx1"/>
                </a:solidFill>
              </a:rPr>
              <a:t> (the motion of our hands) into </a:t>
            </a:r>
            <a:r>
              <a:rPr lang="en-US" b="1" dirty="0" smtClean="0">
                <a:solidFill>
                  <a:srgbClr val="C00000"/>
                </a:solidFill>
              </a:rPr>
              <a:t>thermal energy </a:t>
            </a:r>
            <a:r>
              <a:rPr lang="en-US" dirty="0" smtClean="0">
                <a:solidFill>
                  <a:schemeClr val="tx1"/>
                </a:solidFill>
              </a:rPr>
              <a:t>(</a:t>
            </a:r>
            <a:r>
              <a:rPr lang="en-US" dirty="0">
                <a:solidFill>
                  <a:schemeClr val="tx1"/>
                </a:solidFill>
              </a:rPr>
              <a:t>the hands get warmer). </a:t>
            </a:r>
            <a:r>
              <a:rPr lang="en-US" dirty="0" smtClean="0">
                <a:solidFill>
                  <a:schemeClr val="tx1"/>
                </a:solidFill>
              </a:rPr>
              <a:t>Heat </a:t>
            </a:r>
            <a:r>
              <a:rPr lang="en-US" dirty="0">
                <a:solidFill>
                  <a:schemeClr val="tx1"/>
                </a:solidFill>
              </a:rPr>
              <a:t>engines do just the </a:t>
            </a:r>
            <a:r>
              <a:rPr lang="en-US" b="1" dirty="0">
                <a:solidFill>
                  <a:srgbClr val="C00000"/>
                </a:solidFill>
              </a:rPr>
              <a:t>opposite</a:t>
            </a:r>
            <a:r>
              <a:rPr lang="en-US" dirty="0">
                <a:solidFill>
                  <a:schemeClr val="tx1"/>
                </a:solidFill>
              </a:rPr>
              <a:t>; they take the </a:t>
            </a:r>
            <a:r>
              <a:rPr lang="en-US" b="1" dirty="0" smtClean="0">
                <a:solidFill>
                  <a:schemeClr val="tx1"/>
                </a:solidFill>
              </a:rPr>
              <a:t>energy </a:t>
            </a:r>
            <a:r>
              <a:rPr lang="en-US" dirty="0">
                <a:solidFill>
                  <a:schemeClr val="tx1"/>
                </a:solidFill>
              </a:rPr>
              <a:t> from being warm (compared to the surroundings) and turn that into </a:t>
            </a:r>
            <a:r>
              <a:rPr lang="en-US" b="1" dirty="0">
                <a:solidFill>
                  <a:schemeClr val="tx1"/>
                </a:solidFill>
              </a:rPr>
              <a:t>motion</a:t>
            </a:r>
            <a:r>
              <a:rPr lang="en-US" dirty="0">
                <a:solidFill>
                  <a:schemeClr val="tx1"/>
                </a:solidFill>
              </a:rPr>
              <a:t>. Often this motion is turned into </a:t>
            </a:r>
            <a:r>
              <a:rPr lang="en-US" dirty="0" smtClean="0">
                <a:solidFill>
                  <a:schemeClr val="tx1"/>
                </a:solidFill>
              </a:rPr>
              <a:t>electricity </a:t>
            </a:r>
            <a:r>
              <a:rPr lang="en-US" dirty="0">
                <a:solidFill>
                  <a:schemeClr val="tx1"/>
                </a:solidFill>
              </a:rPr>
              <a:t> with a </a:t>
            </a:r>
            <a:r>
              <a:rPr lang="en-US" dirty="0" smtClean="0">
                <a:solidFill>
                  <a:schemeClr val="tx1"/>
                </a:solidFill>
              </a:rPr>
              <a:t>generator.</a:t>
            </a:r>
          </a:p>
          <a:p>
            <a:pPr marL="285750" indent="-285750">
              <a:buFont typeface="Courier New" panose="02070309020205020404" pitchFamily="49" charset="0"/>
              <a:buChar char="o"/>
            </a:pPr>
            <a:r>
              <a:rPr lang="en-US" b="1" dirty="0">
                <a:solidFill>
                  <a:srgbClr val="FF0000"/>
                </a:solidFill>
              </a:rPr>
              <a:t>Example: </a:t>
            </a:r>
            <a:r>
              <a:rPr lang="en-US" b="1" dirty="0" smtClean="0">
                <a:solidFill>
                  <a:schemeClr val="accent1">
                    <a:lumMod val="75000"/>
                  </a:schemeClr>
                </a:solidFill>
              </a:rPr>
              <a:t>Gasoline </a:t>
            </a:r>
            <a:r>
              <a:rPr lang="en-US" b="1" dirty="0">
                <a:solidFill>
                  <a:schemeClr val="accent1">
                    <a:lumMod val="75000"/>
                  </a:schemeClr>
                </a:solidFill>
              </a:rPr>
              <a:t>and diesel engines, jet engines, and steam turbines that generate electricity</a:t>
            </a:r>
          </a:p>
        </p:txBody>
      </p:sp>
      <p:pic>
        <p:nvPicPr>
          <p:cNvPr id="3074" name="Picture 2" descr="Heat Engine: Animation Of Heat Engin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776160" y="2241366"/>
            <a:ext cx="5242220" cy="352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973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Carnot Engine</a:t>
            </a:r>
            <a:endParaRPr lang="en-US" b="1" dirty="0"/>
          </a:p>
        </p:txBody>
      </p:sp>
      <p:sp>
        <p:nvSpPr>
          <p:cNvPr id="3" name="Content Placeholder 2"/>
          <p:cNvSpPr>
            <a:spLocks noGrp="1"/>
          </p:cNvSpPr>
          <p:nvPr>
            <p:ph idx="1"/>
          </p:nvPr>
        </p:nvSpPr>
        <p:spPr>
          <a:xfrm>
            <a:off x="460376" y="1756176"/>
            <a:ext cx="6287666" cy="4852968"/>
          </a:xfrm>
        </p:spPr>
        <p:txBody>
          <a:bodyPr>
            <a:normAutofit/>
          </a:bodyPr>
          <a:lstStyle/>
          <a:p>
            <a:pPr marL="285750" indent="-285750">
              <a:buFont typeface="Courier New" panose="02070309020205020404" pitchFamily="49" charset="0"/>
              <a:buChar char="o"/>
            </a:pPr>
            <a:r>
              <a:rPr lang="en-US" dirty="0">
                <a:solidFill>
                  <a:srgbClr val="002060"/>
                </a:solidFill>
              </a:rPr>
              <a:t>The </a:t>
            </a:r>
            <a:r>
              <a:rPr lang="en-US" b="1" dirty="0">
                <a:solidFill>
                  <a:srgbClr val="C00000"/>
                </a:solidFill>
              </a:rPr>
              <a:t>Carnot engine </a:t>
            </a:r>
            <a:r>
              <a:rPr lang="en-US" dirty="0">
                <a:solidFill>
                  <a:srgbClr val="002060"/>
                </a:solidFill>
              </a:rPr>
              <a:t>is a theoretical thermodynamic cycle proposed by Leonard Carnot. It estimates the maximum possible efficiency that a heat engine during the conversion process of heat into work and, conversely, working between two reservoirs can possess</a:t>
            </a:r>
            <a:r>
              <a:rPr lang="en-US" dirty="0" smtClean="0">
                <a:solidFill>
                  <a:srgbClr val="002060"/>
                </a:solidFill>
              </a:rPr>
              <a:t>.</a:t>
            </a:r>
          </a:p>
          <a:p>
            <a:pPr marL="285750" indent="-285750">
              <a:buFont typeface="Courier New" panose="02070309020205020404" pitchFamily="49" charset="0"/>
              <a:buChar char="o"/>
            </a:pPr>
            <a:r>
              <a:rPr lang="en-US" dirty="0">
                <a:solidFill>
                  <a:schemeClr val="tx1"/>
                </a:solidFill>
              </a:rPr>
              <a:t>A </a:t>
            </a:r>
            <a:r>
              <a:rPr lang="en-US" b="1" dirty="0">
                <a:solidFill>
                  <a:srgbClr val="C00000"/>
                </a:solidFill>
              </a:rPr>
              <a:t>Carnot cycle </a:t>
            </a:r>
            <a:r>
              <a:rPr lang="en-US" dirty="0">
                <a:solidFill>
                  <a:schemeClr val="tx1"/>
                </a:solidFill>
              </a:rPr>
              <a:t>is defined as an ideal reversible closed thermodynamic cycle. </a:t>
            </a:r>
          </a:p>
          <a:p>
            <a:r>
              <a:rPr lang="en-US" dirty="0" smtClean="0">
                <a:solidFill>
                  <a:schemeClr val="tx1"/>
                </a:solidFill>
              </a:rPr>
              <a:t>Four </a:t>
            </a:r>
            <a:r>
              <a:rPr lang="en-US" dirty="0">
                <a:solidFill>
                  <a:schemeClr val="tx1"/>
                </a:solidFill>
              </a:rPr>
              <a:t>successive operations are involved: </a:t>
            </a:r>
            <a:r>
              <a:rPr lang="en-US" b="1" dirty="0">
                <a:solidFill>
                  <a:srgbClr val="C00000"/>
                </a:solidFill>
              </a:rPr>
              <a:t>isothermal expansion, adiabatic expansion, isothermal compression, and adiabatic compression.</a:t>
            </a:r>
          </a:p>
        </p:txBody>
      </p:sp>
      <p:sp>
        <p:nvSpPr>
          <p:cNvPr id="5" name="AutoShape 2" descr="The Carnot Cyc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The Carnot Cycl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7" descr="This Simplest Heat Engine Is Called The Carnot Engine, - Carnot Cycle  Animation Gif Transparent PNG - 720x229 - Free Download on Nice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3251" y="4512718"/>
            <a:ext cx="3810773" cy="1992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descr="Carnot Engine"/>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13562" y="1508265"/>
            <a:ext cx="3890462" cy="2762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038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Carnot Cycle</a:t>
            </a:r>
            <a:endParaRPr lang="en-US" b="1" dirty="0"/>
          </a:p>
        </p:txBody>
      </p:sp>
      <p:sp>
        <p:nvSpPr>
          <p:cNvPr id="3" name="Content Placeholder 2"/>
          <p:cNvSpPr>
            <a:spLocks noGrp="1"/>
          </p:cNvSpPr>
          <p:nvPr>
            <p:ph idx="1"/>
          </p:nvPr>
        </p:nvSpPr>
        <p:spPr>
          <a:xfrm>
            <a:off x="595133" y="1432085"/>
            <a:ext cx="10713334" cy="2546932"/>
          </a:xfrm>
        </p:spPr>
        <p:txBody>
          <a:bodyPr>
            <a:noAutofit/>
          </a:bodyPr>
          <a:lstStyle/>
          <a:p>
            <a:pPr algn="just">
              <a:lnSpc>
                <a:spcPct val="120000"/>
              </a:lnSpc>
              <a:spcBef>
                <a:spcPts val="0"/>
              </a:spcBef>
              <a:spcAft>
                <a:spcPts val="0"/>
              </a:spcAft>
            </a:pPr>
            <a:r>
              <a:rPr lang="en-US" sz="1400" dirty="0">
                <a:solidFill>
                  <a:schemeClr val="tx1"/>
                </a:solidFill>
              </a:rPr>
              <a:t>The </a:t>
            </a:r>
            <a:r>
              <a:rPr lang="en-US" sz="1400" b="1" dirty="0">
                <a:solidFill>
                  <a:srgbClr val="FF0000"/>
                </a:solidFill>
              </a:rPr>
              <a:t>Carnot cycle </a:t>
            </a:r>
            <a:r>
              <a:rPr lang="en-US" sz="1400" dirty="0">
                <a:solidFill>
                  <a:schemeClr val="tx1"/>
                </a:solidFill>
              </a:rPr>
              <a:t>consists of the following four processes:</a:t>
            </a:r>
          </a:p>
          <a:p>
            <a:pPr marL="457200" indent="-457200" algn="just">
              <a:lnSpc>
                <a:spcPct val="120000"/>
              </a:lnSpc>
              <a:spcBef>
                <a:spcPts val="0"/>
              </a:spcBef>
              <a:spcAft>
                <a:spcPts val="0"/>
              </a:spcAft>
              <a:buFont typeface="Courier New" panose="02070309020205020404" pitchFamily="49" charset="0"/>
              <a:buChar char="o"/>
            </a:pPr>
            <a:r>
              <a:rPr lang="en-US" sz="1400" dirty="0">
                <a:solidFill>
                  <a:schemeClr val="tx1"/>
                </a:solidFill>
              </a:rPr>
              <a:t>A reversible </a:t>
            </a:r>
            <a:r>
              <a:rPr lang="en-US" sz="1400" b="1" dirty="0">
                <a:solidFill>
                  <a:schemeClr val="tx1"/>
                </a:solidFill>
              </a:rPr>
              <a:t>isothermal gas expansion process</a:t>
            </a:r>
            <a:r>
              <a:rPr lang="en-US" sz="1400" dirty="0">
                <a:solidFill>
                  <a:schemeClr val="tx1"/>
                </a:solidFill>
              </a:rPr>
              <a:t>. In this process, the ideal gas in the system absorbs </a:t>
            </a:r>
            <a:r>
              <a:rPr lang="en-US" sz="1400" dirty="0" err="1" smtClean="0">
                <a:solidFill>
                  <a:schemeClr val="tx1"/>
                </a:solidFill>
              </a:rPr>
              <a:t>q</a:t>
            </a:r>
            <a:r>
              <a:rPr lang="en-US" sz="1400" baseline="-25000" dirty="0" err="1" smtClean="0">
                <a:solidFill>
                  <a:schemeClr val="tx1"/>
                </a:solidFill>
              </a:rPr>
              <a:t>in</a:t>
            </a:r>
            <a:r>
              <a:rPr lang="en-US" sz="1400" baseline="-25000" dirty="0" smtClean="0">
                <a:solidFill>
                  <a:schemeClr val="tx1"/>
                </a:solidFill>
              </a:rPr>
              <a:t> </a:t>
            </a:r>
            <a:r>
              <a:rPr lang="en-US" sz="1400" dirty="0" smtClean="0">
                <a:solidFill>
                  <a:schemeClr val="tx1"/>
                </a:solidFill>
              </a:rPr>
              <a:t>amount </a:t>
            </a:r>
            <a:r>
              <a:rPr lang="en-US" sz="1400" dirty="0">
                <a:solidFill>
                  <a:schemeClr val="tx1"/>
                </a:solidFill>
              </a:rPr>
              <a:t>heat from a heat source at a high temperature </a:t>
            </a:r>
            <a:r>
              <a:rPr lang="en-US" sz="1400" b="1" dirty="0" smtClean="0">
                <a:solidFill>
                  <a:schemeClr val="tx1"/>
                </a:solidFill>
              </a:rPr>
              <a:t>T</a:t>
            </a:r>
            <a:r>
              <a:rPr lang="en-US" sz="1400" b="1" baseline="-25000" dirty="0" smtClean="0">
                <a:solidFill>
                  <a:schemeClr val="tx1"/>
                </a:solidFill>
              </a:rPr>
              <a:t>high</a:t>
            </a:r>
            <a:r>
              <a:rPr lang="en-US" sz="1400" b="1" dirty="0" smtClean="0">
                <a:solidFill>
                  <a:schemeClr val="tx1"/>
                </a:solidFill>
              </a:rPr>
              <a:t>,</a:t>
            </a:r>
            <a:r>
              <a:rPr lang="en-US" sz="1400" dirty="0" smtClean="0">
                <a:solidFill>
                  <a:schemeClr val="tx1"/>
                </a:solidFill>
              </a:rPr>
              <a:t> </a:t>
            </a:r>
            <a:r>
              <a:rPr lang="en-US" sz="1400" dirty="0">
                <a:solidFill>
                  <a:schemeClr val="tx1"/>
                </a:solidFill>
              </a:rPr>
              <a:t>expands and does work on surroundings.</a:t>
            </a:r>
          </a:p>
          <a:p>
            <a:pPr marL="457200" indent="-457200" algn="just">
              <a:lnSpc>
                <a:spcPct val="120000"/>
              </a:lnSpc>
              <a:spcBef>
                <a:spcPts val="0"/>
              </a:spcBef>
              <a:spcAft>
                <a:spcPts val="0"/>
              </a:spcAft>
              <a:buFont typeface="Courier New" panose="02070309020205020404" pitchFamily="49" charset="0"/>
              <a:buChar char="o"/>
            </a:pPr>
            <a:r>
              <a:rPr lang="en-US" sz="1400" dirty="0">
                <a:solidFill>
                  <a:schemeClr val="tx1"/>
                </a:solidFill>
              </a:rPr>
              <a:t>A reversible </a:t>
            </a:r>
            <a:r>
              <a:rPr lang="en-US" sz="1400" b="1" dirty="0">
                <a:solidFill>
                  <a:schemeClr val="tx1"/>
                </a:solidFill>
              </a:rPr>
              <a:t>adiabatic gas expansion</a:t>
            </a:r>
            <a:r>
              <a:rPr lang="en-US" sz="1400" dirty="0">
                <a:solidFill>
                  <a:schemeClr val="tx1"/>
                </a:solidFill>
              </a:rPr>
              <a:t> process. In this process, the system is thermally insulated. The gas continues to expand and do work on surroundings, which causes the system to cool to a lower temperature</a:t>
            </a:r>
            <a:r>
              <a:rPr lang="en-US" sz="1400" b="1" dirty="0" smtClean="0">
                <a:solidFill>
                  <a:schemeClr val="tx1"/>
                </a:solidFill>
              </a:rPr>
              <a:t>,</a:t>
            </a:r>
            <a:r>
              <a:rPr lang="en-US" sz="1400" b="1" dirty="0">
                <a:solidFill>
                  <a:schemeClr val="tx1"/>
                </a:solidFill>
              </a:rPr>
              <a:t> </a:t>
            </a:r>
            <a:r>
              <a:rPr lang="en-US" sz="1400" b="1" dirty="0" err="1" smtClean="0">
                <a:solidFill>
                  <a:schemeClr val="tx1"/>
                </a:solidFill>
              </a:rPr>
              <a:t>T</a:t>
            </a:r>
            <a:r>
              <a:rPr lang="en-US" sz="1400" b="1" baseline="-25000" dirty="0" err="1" smtClean="0">
                <a:solidFill>
                  <a:schemeClr val="tx1"/>
                </a:solidFill>
              </a:rPr>
              <a:t>low</a:t>
            </a:r>
            <a:endParaRPr lang="en-US" sz="1400" b="1" baseline="-25000" dirty="0" smtClean="0">
              <a:solidFill>
                <a:schemeClr val="tx1"/>
              </a:solidFill>
            </a:endParaRPr>
          </a:p>
          <a:p>
            <a:pPr marL="457200" indent="-457200" algn="just">
              <a:lnSpc>
                <a:spcPct val="120000"/>
              </a:lnSpc>
              <a:spcBef>
                <a:spcPts val="0"/>
              </a:spcBef>
              <a:spcAft>
                <a:spcPts val="0"/>
              </a:spcAft>
              <a:buFont typeface="Courier New" panose="02070309020205020404" pitchFamily="49" charset="0"/>
              <a:buChar char="o"/>
            </a:pPr>
            <a:r>
              <a:rPr lang="en-US" sz="1400" dirty="0" smtClean="0">
                <a:solidFill>
                  <a:schemeClr val="tx1"/>
                </a:solidFill>
              </a:rPr>
              <a:t> A </a:t>
            </a:r>
            <a:r>
              <a:rPr lang="en-US" sz="1400" dirty="0">
                <a:solidFill>
                  <a:schemeClr val="tx1"/>
                </a:solidFill>
              </a:rPr>
              <a:t>reversible </a:t>
            </a:r>
            <a:r>
              <a:rPr lang="en-US" sz="1400" b="1" dirty="0">
                <a:solidFill>
                  <a:schemeClr val="tx1"/>
                </a:solidFill>
              </a:rPr>
              <a:t>isothermal gas compression</a:t>
            </a:r>
            <a:r>
              <a:rPr lang="en-US" sz="1400" dirty="0">
                <a:solidFill>
                  <a:schemeClr val="tx1"/>
                </a:solidFill>
              </a:rPr>
              <a:t> process. In this process, surroundings do work to the gas </a:t>
            </a:r>
            <a:r>
              <a:rPr lang="en-US" sz="1400" dirty="0" smtClean="0">
                <a:solidFill>
                  <a:schemeClr val="tx1"/>
                </a:solidFill>
              </a:rPr>
              <a:t>at </a:t>
            </a:r>
            <a:r>
              <a:rPr lang="en-US" sz="1400" dirty="0" err="1" smtClean="0">
                <a:solidFill>
                  <a:schemeClr val="tx1"/>
                </a:solidFill>
              </a:rPr>
              <a:t>T</a:t>
            </a:r>
            <a:r>
              <a:rPr lang="en-US" sz="1400" baseline="-25000" dirty="0" err="1" smtClean="0">
                <a:solidFill>
                  <a:schemeClr val="tx1"/>
                </a:solidFill>
              </a:rPr>
              <a:t>low</a:t>
            </a:r>
            <a:r>
              <a:rPr lang="en-US" sz="1400" dirty="0" smtClean="0">
                <a:solidFill>
                  <a:schemeClr val="tx1"/>
                </a:solidFill>
              </a:rPr>
              <a:t> and </a:t>
            </a:r>
            <a:r>
              <a:rPr lang="en-US" sz="1400" dirty="0">
                <a:solidFill>
                  <a:schemeClr val="tx1"/>
                </a:solidFill>
              </a:rPr>
              <a:t>causes a loss of heat, </a:t>
            </a:r>
            <a:r>
              <a:rPr lang="en-US" sz="1400" b="1" dirty="0" err="1" smtClean="0">
                <a:solidFill>
                  <a:schemeClr val="tx1"/>
                </a:solidFill>
              </a:rPr>
              <a:t>q</a:t>
            </a:r>
            <a:r>
              <a:rPr lang="en-US" sz="1400" b="1" baseline="-25000" dirty="0" err="1" smtClean="0">
                <a:solidFill>
                  <a:schemeClr val="tx1"/>
                </a:solidFill>
              </a:rPr>
              <a:t>out</a:t>
            </a:r>
            <a:endParaRPr lang="en-US" sz="1400" b="1" baseline="-25000" dirty="0" smtClean="0">
              <a:solidFill>
                <a:schemeClr val="tx1"/>
              </a:solidFill>
            </a:endParaRPr>
          </a:p>
          <a:p>
            <a:pPr marL="457200" indent="-457200" algn="just">
              <a:lnSpc>
                <a:spcPct val="120000"/>
              </a:lnSpc>
              <a:spcBef>
                <a:spcPts val="0"/>
              </a:spcBef>
              <a:spcAft>
                <a:spcPts val="0"/>
              </a:spcAft>
              <a:buFont typeface="Courier New" panose="02070309020205020404" pitchFamily="49" charset="0"/>
              <a:buChar char="o"/>
            </a:pPr>
            <a:r>
              <a:rPr lang="en-US" sz="1400" dirty="0" smtClean="0">
                <a:solidFill>
                  <a:schemeClr val="tx1"/>
                </a:solidFill>
              </a:rPr>
              <a:t>A </a:t>
            </a:r>
            <a:r>
              <a:rPr lang="en-US" sz="1400" dirty="0">
                <a:solidFill>
                  <a:schemeClr val="tx1"/>
                </a:solidFill>
              </a:rPr>
              <a:t>reversible </a:t>
            </a:r>
            <a:r>
              <a:rPr lang="en-US" sz="1400" b="1" dirty="0">
                <a:solidFill>
                  <a:schemeClr val="tx1"/>
                </a:solidFill>
              </a:rPr>
              <a:t>adiabatic gas compression </a:t>
            </a:r>
            <a:r>
              <a:rPr lang="en-US" sz="1400" dirty="0">
                <a:solidFill>
                  <a:schemeClr val="tx1"/>
                </a:solidFill>
              </a:rPr>
              <a:t>process. In this process, the system is thermally insulated. Surroundings continue to do work to the gas, which causes the temperature to rise back to </a:t>
            </a:r>
            <a:r>
              <a:rPr lang="en-US" sz="1400" b="1" dirty="0">
                <a:solidFill>
                  <a:schemeClr val="tx1"/>
                </a:solidFill>
              </a:rPr>
              <a:t>T</a:t>
            </a:r>
            <a:r>
              <a:rPr lang="en-US" sz="1400" b="1" baseline="-25000" dirty="0">
                <a:solidFill>
                  <a:schemeClr val="tx1"/>
                </a:solidFill>
              </a:rPr>
              <a:t>high</a:t>
            </a:r>
            <a:endParaRPr lang="en-US" sz="1400" b="1" dirty="0">
              <a:solidFill>
                <a:schemeClr val="tx1"/>
              </a:solidFill>
            </a:endParaRPr>
          </a:p>
        </p:txBody>
      </p:sp>
      <p:pic>
        <p:nvPicPr>
          <p:cNvPr id="2050" name="Picture 2" descr="4.6: The Carnot Cycle - Physics LibreTexts"/>
          <p:cNvPicPr>
            <a:picLocks noChangeAspect="1" noChangeArrowheads="1"/>
          </p:cNvPicPr>
          <p:nvPr/>
        </p:nvPicPr>
        <p:blipFill rotWithShape="1">
          <a:blip r:embed="rId2">
            <a:extLst>
              <a:ext uri="{28A0092B-C50C-407E-A947-70E740481C1C}">
                <a14:useLocalDpi xmlns:a14="http://schemas.microsoft.com/office/drawing/2010/main" val="0"/>
              </a:ext>
            </a:extLst>
          </a:blip>
          <a:srcRect b="4895"/>
          <a:stretch/>
        </p:blipFill>
        <p:spPr bwMode="auto">
          <a:xfrm>
            <a:off x="1273214" y="3979017"/>
            <a:ext cx="5231757" cy="2855349"/>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descr="Carnot Cycle - Definition, Theorem, Efficiency, Diagrams, Deriv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7226" t="7836" r="10950" b="4144"/>
          <a:stretch/>
        </p:blipFill>
        <p:spPr bwMode="auto">
          <a:xfrm>
            <a:off x="7106855" y="3858334"/>
            <a:ext cx="4074289" cy="270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21740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Efficiency </a:t>
            </a:r>
            <a:r>
              <a:rPr lang="en-US" b="1" dirty="0"/>
              <a:t>of Carnot Engine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825624"/>
                <a:ext cx="10551288" cy="4609899"/>
              </a:xfrm>
            </p:spPr>
            <p:txBody>
              <a:bodyPr>
                <a:normAutofit lnSpcReduction="10000"/>
              </a:bodyPr>
              <a:lstStyle/>
              <a:p>
                <a:pPr>
                  <a:lnSpc>
                    <a:spcPct val="100000"/>
                  </a:lnSpc>
                </a:pPr>
                <a:r>
                  <a:rPr lang="en-US" dirty="0" smtClean="0">
                    <a:solidFill>
                      <a:schemeClr val="tx1"/>
                    </a:solidFill>
                  </a:rPr>
                  <a:t>The </a:t>
                </a:r>
                <a:r>
                  <a:rPr lang="en-US" b="1" dirty="0" smtClean="0">
                    <a:solidFill>
                      <a:srgbClr val="C00000"/>
                    </a:solidFill>
                  </a:rPr>
                  <a:t>efficiency </a:t>
                </a:r>
                <a:r>
                  <a:rPr lang="en-US" dirty="0" smtClean="0">
                    <a:solidFill>
                      <a:schemeClr val="tx1"/>
                    </a:solidFill>
                  </a:rPr>
                  <a:t>of</a:t>
                </a:r>
                <a:r>
                  <a:rPr lang="en-US" b="1" dirty="0" smtClean="0">
                    <a:solidFill>
                      <a:srgbClr val="C00000"/>
                    </a:solidFill>
                  </a:rPr>
                  <a:t> </a:t>
                </a:r>
                <a:r>
                  <a:rPr lang="en-US" dirty="0" smtClean="0">
                    <a:solidFill>
                      <a:schemeClr val="tx1"/>
                    </a:solidFill>
                  </a:rPr>
                  <a:t>any </a:t>
                </a:r>
                <a:r>
                  <a:rPr lang="en-US" b="1" dirty="0" smtClean="0">
                    <a:solidFill>
                      <a:srgbClr val="C00000"/>
                    </a:solidFill>
                  </a:rPr>
                  <a:t>heat engine</a:t>
                </a:r>
                <a:r>
                  <a:rPr lang="en-US" dirty="0" smtClean="0">
                    <a:solidFill>
                      <a:schemeClr val="tx1"/>
                    </a:solidFill>
                  </a:rPr>
                  <a:t> is defined as the amount of useful work that is produced by the engine (</a:t>
                </a:r>
                <a:r>
                  <a:rPr lang="en-US" i="1" dirty="0">
                    <a:solidFill>
                      <a:schemeClr val="tx1"/>
                    </a:solidFill>
                  </a:rPr>
                  <a:t>W</a:t>
                </a:r>
                <a:r>
                  <a:rPr lang="en-US" dirty="0">
                    <a:solidFill>
                      <a:schemeClr val="tx1"/>
                    </a:solidFill>
                  </a:rPr>
                  <a:t>) divided by the heat that was added from the hot reservoir (</a:t>
                </a:r>
                <a:r>
                  <a:rPr lang="en-US" i="1" dirty="0">
                    <a:solidFill>
                      <a:schemeClr val="tx1"/>
                    </a:solidFill>
                  </a:rPr>
                  <a:t>Q</a:t>
                </a:r>
                <a:r>
                  <a:rPr lang="en-US" i="1" baseline="-25000" dirty="0">
                    <a:solidFill>
                      <a:schemeClr val="tx1"/>
                    </a:solidFill>
                  </a:rPr>
                  <a:t>H</a:t>
                </a:r>
                <a:r>
                  <a:rPr lang="en-US" dirty="0" smtClean="0">
                    <a:solidFill>
                      <a:schemeClr val="tx1"/>
                    </a:solidFill>
                  </a:rPr>
                  <a:t>).</a:t>
                </a:r>
              </a:p>
              <a:p>
                <a:pPr>
                  <a:lnSpc>
                    <a:spcPct val="100000"/>
                  </a:lnSpc>
                </a:pPr>
                <a:r>
                  <a:rPr lang="en-US" b="1" dirty="0" smtClean="0">
                    <a:solidFill>
                      <a:schemeClr val="tx1"/>
                    </a:solidFill>
                  </a:rPr>
                  <a:t>                                      </a:t>
                </a:r>
                <a:r>
                  <a:rPr lang="en-US" b="1" dirty="0" smtClean="0">
                    <a:solidFill>
                      <a:srgbClr val="C00000"/>
                    </a:solidFill>
                  </a:rPr>
                  <a:t>    </a:t>
                </a:r>
                <a14:m>
                  <m:oMath xmlns:m="http://schemas.openxmlformats.org/officeDocument/2006/math">
                    <m:r>
                      <a:rPr lang="en-US" b="1" i="0" smtClean="0">
                        <a:solidFill>
                          <a:srgbClr val="C00000"/>
                        </a:solidFill>
                        <a:latin typeface="Cambria Math"/>
                      </a:rPr>
                      <m:t>𝝶</m:t>
                    </m:r>
                    <m:r>
                      <a:rPr lang="en-US" b="1" i="0" smtClean="0">
                        <a:solidFill>
                          <a:srgbClr val="C00000"/>
                        </a:solidFill>
                        <a:latin typeface="Cambria Math"/>
                      </a:rPr>
                      <m:t>=</m:t>
                    </m:r>
                    <m:f>
                      <m:fPr>
                        <m:ctrlPr>
                          <a:rPr lang="en-US" b="1" i="1" smtClean="0">
                            <a:solidFill>
                              <a:srgbClr val="C00000"/>
                            </a:solidFill>
                            <a:latin typeface="Cambria Math"/>
                          </a:rPr>
                        </m:ctrlPr>
                      </m:fPr>
                      <m:num>
                        <m:r>
                          <m:rPr>
                            <m:nor/>
                          </m:rPr>
                          <a:rPr lang="en-US" b="1">
                            <a:solidFill>
                              <a:srgbClr val="C00000"/>
                            </a:solidFill>
                          </a:rPr>
                          <m:t>net</m:t>
                        </m:r>
                        <m:r>
                          <m:rPr>
                            <m:nor/>
                          </m:rPr>
                          <a:rPr lang="en-US" b="1">
                            <a:solidFill>
                              <a:srgbClr val="C00000"/>
                            </a:solidFill>
                          </a:rPr>
                          <m:t> </m:t>
                        </m:r>
                        <m:r>
                          <m:rPr>
                            <m:nor/>
                          </m:rPr>
                          <a:rPr lang="en-US" b="1">
                            <a:solidFill>
                              <a:srgbClr val="C00000"/>
                            </a:solidFill>
                          </a:rPr>
                          <m:t>work</m:t>
                        </m:r>
                        <m:r>
                          <m:rPr>
                            <m:nor/>
                          </m:rPr>
                          <a:rPr lang="en-US" b="1">
                            <a:solidFill>
                              <a:srgbClr val="C00000"/>
                            </a:solidFill>
                          </a:rPr>
                          <m:t> </m:t>
                        </m:r>
                        <m:r>
                          <m:rPr>
                            <m:nor/>
                          </m:rPr>
                          <a:rPr lang="en-US" b="1">
                            <a:solidFill>
                              <a:srgbClr val="C00000"/>
                            </a:solidFill>
                          </a:rPr>
                          <m:t>done</m:t>
                        </m:r>
                        <m:r>
                          <m:rPr>
                            <m:nor/>
                          </m:rPr>
                          <a:rPr lang="en-US" b="1">
                            <a:solidFill>
                              <a:srgbClr val="C00000"/>
                            </a:solidFill>
                          </a:rPr>
                          <m:t> </m:t>
                        </m:r>
                        <m:r>
                          <m:rPr>
                            <m:nor/>
                          </m:rPr>
                          <a:rPr lang="en-US" b="1">
                            <a:solidFill>
                              <a:srgbClr val="C00000"/>
                            </a:solidFill>
                          </a:rPr>
                          <m:t>by</m:t>
                        </m:r>
                        <m:r>
                          <m:rPr>
                            <m:nor/>
                          </m:rPr>
                          <a:rPr lang="en-US" b="1">
                            <a:solidFill>
                              <a:srgbClr val="C00000"/>
                            </a:solidFill>
                          </a:rPr>
                          <m:t> </m:t>
                        </m:r>
                        <m:r>
                          <m:rPr>
                            <m:nor/>
                          </m:rPr>
                          <a:rPr lang="en-US" b="1">
                            <a:solidFill>
                              <a:srgbClr val="C00000"/>
                            </a:solidFill>
                          </a:rPr>
                          <m:t>heat</m:t>
                        </m:r>
                        <m:r>
                          <m:rPr>
                            <m:nor/>
                          </m:rPr>
                          <a:rPr lang="en-US" b="1">
                            <a:solidFill>
                              <a:srgbClr val="C00000"/>
                            </a:solidFill>
                          </a:rPr>
                          <m:t> </m:t>
                        </m:r>
                        <m:r>
                          <m:rPr>
                            <m:nor/>
                          </m:rPr>
                          <a:rPr lang="en-US" b="1">
                            <a:solidFill>
                              <a:srgbClr val="C00000"/>
                            </a:solidFill>
                          </a:rPr>
                          <m:t>engine</m:t>
                        </m:r>
                      </m:num>
                      <m:den>
                        <m:r>
                          <m:rPr>
                            <m:nor/>
                          </m:rPr>
                          <a:rPr lang="en-US" b="1">
                            <a:solidFill>
                              <a:srgbClr val="C00000"/>
                            </a:solidFill>
                          </a:rPr>
                          <m:t>heat</m:t>
                        </m:r>
                        <m:r>
                          <m:rPr>
                            <m:nor/>
                          </m:rPr>
                          <a:rPr lang="en-US" b="1">
                            <a:solidFill>
                              <a:srgbClr val="C00000"/>
                            </a:solidFill>
                          </a:rPr>
                          <m:t> </m:t>
                        </m:r>
                        <m:r>
                          <m:rPr>
                            <m:nor/>
                          </m:rPr>
                          <a:rPr lang="en-US" b="1">
                            <a:solidFill>
                              <a:srgbClr val="C00000"/>
                            </a:solidFill>
                          </a:rPr>
                          <m:t>absorbed</m:t>
                        </m:r>
                        <m:r>
                          <m:rPr>
                            <m:nor/>
                          </m:rPr>
                          <a:rPr lang="en-US" b="1">
                            <a:solidFill>
                              <a:srgbClr val="C00000"/>
                            </a:solidFill>
                          </a:rPr>
                          <m:t> </m:t>
                        </m:r>
                        <m:r>
                          <m:rPr>
                            <m:nor/>
                          </m:rPr>
                          <a:rPr lang="en-US" b="1">
                            <a:solidFill>
                              <a:srgbClr val="C00000"/>
                            </a:solidFill>
                          </a:rPr>
                          <m:t>by</m:t>
                        </m:r>
                        <m:r>
                          <m:rPr>
                            <m:nor/>
                          </m:rPr>
                          <a:rPr lang="en-US" b="1">
                            <a:solidFill>
                              <a:srgbClr val="C00000"/>
                            </a:solidFill>
                          </a:rPr>
                          <m:t> </m:t>
                        </m:r>
                        <m:r>
                          <m:rPr>
                            <m:nor/>
                          </m:rPr>
                          <a:rPr lang="en-US" b="1">
                            <a:solidFill>
                              <a:srgbClr val="C00000"/>
                            </a:solidFill>
                          </a:rPr>
                          <m:t>heat</m:t>
                        </m:r>
                        <m:r>
                          <m:rPr>
                            <m:nor/>
                          </m:rPr>
                          <a:rPr lang="en-US" b="1">
                            <a:solidFill>
                              <a:srgbClr val="C00000"/>
                            </a:solidFill>
                          </a:rPr>
                          <m:t> </m:t>
                        </m:r>
                        <m:r>
                          <m:rPr>
                            <m:nor/>
                          </m:rPr>
                          <a:rPr lang="en-US" b="1">
                            <a:solidFill>
                              <a:srgbClr val="C00000"/>
                            </a:solidFill>
                          </a:rPr>
                          <m:t>engine</m:t>
                        </m:r>
                      </m:den>
                    </m:f>
                  </m:oMath>
                </a14:m>
                <a:r>
                  <a:rPr lang="en-US" b="1" dirty="0" smtClean="0">
                    <a:solidFill>
                      <a:srgbClr val="C00000"/>
                    </a:solidFill>
                  </a:rPr>
                  <a:t> =  </a:t>
                </a:r>
                <a14:m>
                  <m:oMath xmlns:m="http://schemas.openxmlformats.org/officeDocument/2006/math">
                    <m:f>
                      <m:fPr>
                        <m:ctrlPr>
                          <a:rPr lang="en-US" sz="2000" b="1" i="1" dirty="0" smtClean="0">
                            <a:solidFill>
                              <a:srgbClr val="C00000"/>
                            </a:solidFill>
                            <a:latin typeface="Cambria Math"/>
                          </a:rPr>
                        </m:ctrlPr>
                      </m:fPr>
                      <m:num>
                        <m:r>
                          <a:rPr lang="en-US" sz="2000" b="1" i="0" dirty="0" smtClean="0">
                            <a:solidFill>
                              <a:srgbClr val="C00000"/>
                            </a:solidFill>
                            <a:latin typeface="Cambria Math"/>
                          </a:rPr>
                          <m:t>𝐖</m:t>
                        </m:r>
                      </m:num>
                      <m:den>
                        <m:sSub>
                          <m:sSubPr>
                            <m:ctrlPr>
                              <a:rPr lang="en-US" sz="2000" b="1" i="1" dirty="0" smtClean="0">
                                <a:solidFill>
                                  <a:srgbClr val="C00000"/>
                                </a:solidFill>
                                <a:latin typeface="Cambria Math"/>
                              </a:rPr>
                            </m:ctrlPr>
                          </m:sSubPr>
                          <m:e>
                            <m:r>
                              <a:rPr lang="en-US" sz="2000" b="1" i="1" dirty="0" smtClean="0">
                                <a:solidFill>
                                  <a:srgbClr val="C00000"/>
                                </a:solidFill>
                                <a:latin typeface="Cambria Math"/>
                              </a:rPr>
                              <m:t>𝑸</m:t>
                            </m:r>
                          </m:e>
                          <m:sub>
                            <m:r>
                              <a:rPr lang="en-US" sz="2000" b="1" i="1" dirty="0" smtClean="0">
                                <a:solidFill>
                                  <a:srgbClr val="C00000"/>
                                </a:solidFill>
                                <a:latin typeface="Cambria Math"/>
                              </a:rPr>
                              <m:t>𝟏</m:t>
                            </m:r>
                          </m:sub>
                        </m:sSub>
                      </m:den>
                    </m:f>
                  </m:oMath>
                </a14:m>
                <a:r>
                  <a:rPr lang="en-US" sz="2000" b="1" dirty="0" smtClean="0">
                    <a:solidFill>
                      <a:srgbClr val="C00000"/>
                    </a:solidFill>
                  </a:rPr>
                  <a:t> =  </a:t>
                </a:r>
                <a14:m>
                  <m:oMath xmlns:m="http://schemas.openxmlformats.org/officeDocument/2006/math">
                    <m:f>
                      <m:fPr>
                        <m:ctrlPr>
                          <a:rPr lang="en-US" sz="2000" b="1" i="1" dirty="0" smtClean="0">
                            <a:solidFill>
                              <a:srgbClr val="C00000"/>
                            </a:solidFill>
                            <a:latin typeface="Cambria Math"/>
                          </a:rPr>
                        </m:ctrlPr>
                      </m:fPr>
                      <m:num>
                        <m:sSub>
                          <m:sSubPr>
                            <m:ctrlPr>
                              <a:rPr lang="en-US" sz="2000" b="1" i="1" dirty="0" smtClean="0">
                                <a:solidFill>
                                  <a:srgbClr val="C00000"/>
                                </a:solidFill>
                                <a:latin typeface="Cambria Math"/>
                              </a:rPr>
                            </m:ctrlPr>
                          </m:sSubPr>
                          <m:e>
                            <m:r>
                              <a:rPr lang="en-US" sz="2000" b="1" i="0" dirty="0" smtClean="0">
                                <a:solidFill>
                                  <a:srgbClr val="C00000"/>
                                </a:solidFill>
                                <a:latin typeface="Cambria Math"/>
                              </a:rPr>
                              <m:t>𝐐</m:t>
                            </m:r>
                          </m:e>
                          <m:sub>
                            <m:r>
                              <a:rPr lang="en-US" sz="2000" b="1" i="0" dirty="0" smtClean="0">
                                <a:solidFill>
                                  <a:srgbClr val="C00000"/>
                                </a:solidFill>
                                <a:latin typeface="Cambria Math"/>
                              </a:rPr>
                              <m:t>𝟐</m:t>
                            </m:r>
                          </m:sub>
                        </m:sSub>
                        <m:r>
                          <a:rPr lang="en-US" sz="2000" b="1" i="0" dirty="0" smtClean="0">
                            <a:solidFill>
                              <a:srgbClr val="C00000"/>
                            </a:solidFill>
                            <a:latin typeface="Cambria Math"/>
                          </a:rPr>
                          <m:t>−</m:t>
                        </m:r>
                        <m:sSub>
                          <m:sSubPr>
                            <m:ctrlPr>
                              <a:rPr lang="en-US" sz="2000" b="1" i="1" dirty="0" smtClean="0">
                                <a:solidFill>
                                  <a:srgbClr val="C00000"/>
                                </a:solidFill>
                                <a:latin typeface="Cambria Math"/>
                              </a:rPr>
                            </m:ctrlPr>
                          </m:sSubPr>
                          <m:e>
                            <m:r>
                              <a:rPr lang="en-US" sz="2000" b="1" i="0" dirty="0" smtClean="0">
                                <a:solidFill>
                                  <a:srgbClr val="C00000"/>
                                </a:solidFill>
                                <a:latin typeface="Cambria Math"/>
                              </a:rPr>
                              <m:t>𝐐</m:t>
                            </m:r>
                          </m:e>
                          <m:sub>
                            <m:r>
                              <a:rPr lang="en-US" sz="2000" b="1" i="0" dirty="0" smtClean="0">
                                <a:solidFill>
                                  <a:srgbClr val="C00000"/>
                                </a:solidFill>
                                <a:latin typeface="Cambria Math"/>
                              </a:rPr>
                              <m:t>𝟏</m:t>
                            </m:r>
                          </m:sub>
                        </m:sSub>
                      </m:num>
                      <m:den>
                        <m:sSub>
                          <m:sSubPr>
                            <m:ctrlPr>
                              <a:rPr lang="en-US" sz="2000" b="1" i="1" dirty="0" smtClean="0">
                                <a:solidFill>
                                  <a:srgbClr val="C00000"/>
                                </a:solidFill>
                                <a:latin typeface="Cambria Math"/>
                              </a:rPr>
                            </m:ctrlPr>
                          </m:sSubPr>
                          <m:e>
                            <m:r>
                              <a:rPr lang="en-US" sz="2000" b="1" i="0" dirty="0" smtClean="0">
                                <a:solidFill>
                                  <a:srgbClr val="C00000"/>
                                </a:solidFill>
                                <a:latin typeface="Cambria Math"/>
                              </a:rPr>
                              <m:t>𝐐</m:t>
                            </m:r>
                          </m:e>
                          <m:sub>
                            <m:r>
                              <a:rPr lang="en-US" sz="2000" b="1" i="0" dirty="0" smtClean="0">
                                <a:solidFill>
                                  <a:srgbClr val="C00000"/>
                                </a:solidFill>
                                <a:latin typeface="Cambria Math"/>
                              </a:rPr>
                              <m:t>𝟏</m:t>
                            </m:r>
                          </m:sub>
                        </m:sSub>
                      </m:den>
                    </m:f>
                  </m:oMath>
                </a14:m>
                <a:endParaRPr lang="en-US" sz="2000" b="1" dirty="0" smtClean="0">
                  <a:solidFill>
                    <a:schemeClr val="tx1"/>
                  </a:solidFill>
                </a:endParaRPr>
              </a:p>
              <a:p>
                <a:pPr>
                  <a:lnSpc>
                    <a:spcPct val="100000"/>
                  </a:lnSpc>
                </a:pPr>
                <a:r>
                  <a:rPr lang="en-US" b="1" dirty="0" smtClean="0">
                    <a:solidFill>
                      <a:schemeClr val="tx1"/>
                    </a:solidFill>
                  </a:rPr>
                  <a:t>                                    </a:t>
                </a:r>
                <a:r>
                  <a:rPr lang="en-US" b="1" dirty="0" smtClean="0">
                    <a:solidFill>
                      <a:srgbClr val="C00000"/>
                    </a:solidFill>
                  </a:rPr>
                  <a:t>=&gt; </a:t>
                </a:r>
                <a14:m>
                  <m:oMath xmlns:m="http://schemas.openxmlformats.org/officeDocument/2006/math">
                    <m:r>
                      <a:rPr lang="en-US" b="1" i="0">
                        <a:solidFill>
                          <a:srgbClr val="C00000"/>
                        </a:solidFill>
                        <a:latin typeface="Cambria Math"/>
                      </a:rPr>
                      <m:t>𝝶</m:t>
                    </m:r>
                  </m:oMath>
                </a14:m>
                <a:r>
                  <a:rPr lang="en-US" b="1" dirty="0" smtClean="0">
                    <a:solidFill>
                      <a:srgbClr val="C00000"/>
                    </a:solidFill>
                  </a:rPr>
                  <a:t> = 1 - </a:t>
                </a:r>
                <a14:m>
                  <m:oMath xmlns:m="http://schemas.openxmlformats.org/officeDocument/2006/math">
                    <m:f>
                      <m:fPr>
                        <m:ctrlPr>
                          <a:rPr lang="en-US" sz="2000" b="1" i="1" smtClean="0">
                            <a:solidFill>
                              <a:srgbClr val="C00000"/>
                            </a:solidFill>
                            <a:latin typeface="Cambria Math"/>
                          </a:rPr>
                        </m:ctrlPr>
                      </m:fPr>
                      <m:num>
                        <m:sSub>
                          <m:sSubPr>
                            <m:ctrlPr>
                              <a:rPr lang="en-US" sz="2000" b="1" i="1" smtClean="0">
                                <a:solidFill>
                                  <a:srgbClr val="C00000"/>
                                </a:solidFill>
                                <a:latin typeface="Cambria Math"/>
                              </a:rPr>
                            </m:ctrlPr>
                          </m:sSubPr>
                          <m:e>
                            <m:r>
                              <a:rPr lang="en-US" sz="2000" b="1" i="0" smtClean="0">
                                <a:solidFill>
                                  <a:srgbClr val="C00000"/>
                                </a:solidFill>
                                <a:latin typeface="Cambria Math"/>
                              </a:rPr>
                              <m:t>𝐓</m:t>
                            </m:r>
                          </m:e>
                          <m:sub>
                            <m:r>
                              <a:rPr lang="en-US" sz="2000" b="1" i="0" smtClean="0">
                                <a:solidFill>
                                  <a:srgbClr val="C00000"/>
                                </a:solidFill>
                                <a:latin typeface="Cambria Math"/>
                              </a:rPr>
                              <m:t>𝐇</m:t>
                            </m:r>
                          </m:sub>
                        </m:sSub>
                        <m:r>
                          <a:rPr lang="en-US" sz="2000" b="1" i="0" smtClean="0">
                            <a:solidFill>
                              <a:srgbClr val="C00000"/>
                            </a:solidFill>
                            <a:latin typeface="Cambria Math"/>
                          </a:rPr>
                          <m:t>−</m:t>
                        </m:r>
                        <m:sSub>
                          <m:sSubPr>
                            <m:ctrlPr>
                              <a:rPr lang="en-US" sz="2000" b="1" i="1" smtClean="0">
                                <a:solidFill>
                                  <a:srgbClr val="C00000"/>
                                </a:solidFill>
                                <a:latin typeface="Cambria Math"/>
                              </a:rPr>
                            </m:ctrlPr>
                          </m:sSubPr>
                          <m:e>
                            <m:r>
                              <a:rPr lang="en-US" sz="2000" b="1" i="0" smtClean="0">
                                <a:solidFill>
                                  <a:srgbClr val="C00000"/>
                                </a:solidFill>
                                <a:latin typeface="Cambria Math"/>
                              </a:rPr>
                              <m:t>𝐓</m:t>
                            </m:r>
                          </m:e>
                          <m:sub>
                            <m:r>
                              <a:rPr lang="en-US" sz="2000" b="1" i="0" smtClean="0">
                                <a:solidFill>
                                  <a:srgbClr val="C00000"/>
                                </a:solidFill>
                                <a:latin typeface="Cambria Math"/>
                              </a:rPr>
                              <m:t>𝐋</m:t>
                            </m:r>
                          </m:sub>
                        </m:sSub>
                      </m:num>
                      <m:den>
                        <m:sSub>
                          <m:sSubPr>
                            <m:ctrlPr>
                              <a:rPr lang="en-US" sz="2000" b="1" i="1" smtClean="0">
                                <a:solidFill>
                                  <a:srgbClr val="C00000"/>
                                </a:solidFill>
                                <a:latin typeface="Cambria Math"/>
                              </a:rPr>
                            </m:ctrlPr>
                          </m:sSubPr>
                          <m:e>
                            <m:r>
                              <a:rPr lang="en-US" sz="2000" b="1" i="0" smtClean="0">
                                <a:solidFill>
                                  <a:srgbClr val="C00000"/>
                                </a:solidFill>
                                <a:latin typeface="Cambria Math"/>
                              </a:rPr>
                              <m:t>𝐓</m:t>
                            </m:r>
                          </m:e>
                          <m:sub>
                            <m:r>
                              <a:rPr lang="en-US" sz="2000" b="1" i="0" smtClean="0">
                                <a:solidFill>
                                  <a:srgbClr val="C00000"/>
                                </a:solidFill>
                                <a:latin typeface="Cambria Math"/>
                              </a:rPr>
                              <m:t>𝐇</m:t>
                            </m:r>
                          </m:sub>
                        </m:sSub>
                      </m:den>
                    </m:f>
                  </m:oMath>
                </a14:m>
                <a:r>
                  <a:rPr lang="en-US" sz="2000" b="1" dirty="0" smtClean="0">
                    <a:solidFill>
                      <a:srgbClr val="C00000"/>
                    </a:solidFill>
                  </a:rPr>
                  <a:t> = </a:t>
                </a:r>
                <a:r>
                  <a:rPr lang="en-US" b="1" dirty="0" smtClean="0">
                    <a:solidFill>
                      <a:srgbClr val="C00000"/>
                    </a:solidFill>
                  </a:rPr>
                  <a:t>1 </a:t>
                </a:r>
                <a:r>
                  <a:rPr lang="en-US" sz="2000" b="1" dirty="0" smtClean="0">
                    <a:solidFill>
                      <a:srgbClr val="C00000"/>
                    </a:solidFill>
                  </a:rPr>
                  <a:t>- </a:t>
                </a:r>
                <a14:m>
                  <m:oMath xmlns:m="http://schemas.openxmlformats.org/officeDocument/2006/math">
                    <m:f>
                      <m:fPr>
                        <m:ctrlPr>
                          <a:rPr lang="en-US" sz="2000" b="1" i="1" smtClean="0">
                            <a:solidFill>
                              <a:srgbClr val="C00000"/>
                            </a:solidFill>
                            <a:latin typeface="Cambria Math"/>
                          </a:rPr>
                        </m:ctrlPr>
                      </m:fPr>
                      <m:num>
                        <m:sSub>
                          <m:sSubPr>
                            <m:ctrlPr>
                              <a:rPr lang="en-US" sz="2000" b="1" i="1" smtClean="0">
                                <a:solidFill>
                                  <a:srgbClr val="C00000"/>
                                </a:solidFill>
                                <a:latin typeface="Cambria Math"/>
                              </a:rPr>
                            </m:ctrlPr>
                          </m:sSubPr>
                          <m:e>
                            <m:r>
                              <a:rPr lang="en-US" sz="2000" b="1" i="0" smtClean="0">
                                <a:solidFill>
                                  <a:srgbClr val="C00000"/>
                                </a:solidFill>
                                <a:latin typeface="Cambria Math"/>
                              </a:rPr>
                              <m:t>𝐓</m:t>
                            </m:r>
                          </m:e>
                          <m:sub>
                            <m:r>
                              <a:rPr lang="en-US" sz="2000" b="1" i="0" smtClean="0">
                                <a:solidFill>
                                  <a:srgbClr val="C00000"/>
                                </a:solidFill>
                                <a:latin typeface="Cambria Math"/>
                              </a:rPr>
                              <m:t>𝟐</m:t>
                            </m:r>
                          </m:sub>
                        </m:sSub>
                      </m:num>
                      <m:den>
                        <m:sSub>
                          <m:sSubPr>
                            <m:ctrlPr>
                              <a:rPr lang="en-US" sz="2000" b="1" i="1" smtClean="0">
                                <a:solidFill>
                                  <a:srgbClr val="C00000"/>
                                </a:solidFill>
                                <a:latin typeface="Cambria Math"/>
                              </a:rPr>
                            </m:ctrlPr>
                          </m:sSubPr>
                          <m:e>
                            <m:r>
                              <a:rPr lang="en-US" sz="2000" b="1" i="0" smtClean="0">
                                <a:solidFill>
                                  <a:srgbClr val="C00000"/>
                                </a:solidFill>
                                <a:latin typeface="Cambria Math"/>
                              </a:rPr>
                              <m:t>𝐓</m:t>
                            </m:r>
                          </m:e>
                          <m:sub>
                            <m:r>
                              <a:rPr lang="en-US" sz="2000" b="1" i="0" smtClean="0">
                                <a:solidFill>
                                  <a:srgbClr val="C00000"/>
                                </a:solidFill>
                                <a:latin typeface="Cambria Math"/>
                              </a:rPr>
                              <m:t>𝟏</m:t>
                            </m:r>
                          </m:sub>
                        </m:sSub>
                      </m:den>
                    </m:f>
                  </m:oMath>
                </a14:m>
                <a:endParaRPr lang="en-US" sz="2000" b="1" dirty="0" smtClean="0"/>
              </a:p>
              <a:p>
                <a:pPr>
                  <a:lnSpc>
                    <a:spcPct val="100000"/>
                  </a:lnSpc>
                </a:pPr>
                <a:r>
                  <a:rPr lang="en-US" dirty="0" smtClean="0">
                    <a:solidFill>
                      <a:schemeClr val="tx1"/>
                    </a:solidFill>
                  </a:rPr>
                  <a:t>Where</a:t>
                </a:r>
                <a:r>
                  <a:rPr lang="en-US" b="1" dirty="0" smtClean="0">
                    <a:solidFill>
                      <a:schemeClr val="tx1"/>
                    </a:solidFill>
                  </a:rPr>
                  <a:t>,</a:t>
                </a:r>
                <a14:m>
                  <m:oMath xmlns:m="http://schemas.openxmlformats.org/officeDocument/2006/math">
                    <m:sSub>
                      <m:sSubPr>
                        <m:ctrlPr>
                          <a:rPr lang="en-US" b="1" i="1" smtClean="0">
                            <a:solidFill>
                              <a:schemeClr val="tx1"/>
                            </a:solidFill>
                            <a:latin typeface="Cambria Math"/>
                          </a:rPr>
                        </m:ctrlPr>
                      </m:sSubPr>
                      <m:e>
                        <m:r>
                          <a:rPr lang="en-US" b="1" i="0">
                            <a:solidFill>
                              <a:schemeClr val="tx1"/>
                            </a:solidFill>
                            <a:latin typeface="Cambria Math"/>
                          </a:rPr>
                          <m:t>𝐓</m:t>
                        </m:r>
                      </m:e>
                      <m:sub>
                        <m:r>
                          <a:rPr lang="en-US" b="1" i="0">
                            <a:solidFill>
                              <a:schemeClr val="tx1"/>
                            </a:solidFill>
                            <a:latin typeface="Cambria Math"/>
                          </a:rPr>
                          <m:t>𝐇</m:t>
                        </m:r>
                      </m:sub>
                    </m:sSub>
                  </m:oMath>
                </a14:m>
                <a:r>
                  <a:rPr lang="en-US" b="1" dirty="0" smtClean="0">
                    <a:solidFill>
                      <a:schemeClr val="tx1"/>
                    </a:solidFill>
                  </a:rPr>
                  <a:t>=</a:t>
                </a:r>
                <a:r>
                  <a:rPr lang="en-US" b="1" dirty="0">
                    <a:solidFill>
                      <a:schemeClr val="tx1"/>
                    </a:solidFill>
                  </a:rPr>
                  <a:t> maximum hot temperature reached by the gas</a:t>
                </a:r>
                <a:endParaRPr lang="en-US" b="1" dirty="0" smtClean="0">
                  <a:solidFill>
                    <a:schemeClr val="tx1"/>
                  </a:solidFill>
                </a:endParaRPr>
              </a:p>
              <a:p>
                <a:pPr>
                  <a:lnSpc>
                    <a:spcPct val="100000"/>
                  </a:lnSpc>
                </a:pPr>
                <a:r>
                  <a:rPr lang="en-US" b="1" dirty="0" smtClean="0">
                    <a:solidFill>
                      <a:schemeClr val="tx1"/>
                    </a:solidFill>
                  </a:rPr>
                  <a:t>            </a:t>
                </a:r>
                <a14:m>
                  <m:oMath xmlns:m="http://schemas.openxmlformats.org/officeDocument/2006/math">
                    <m:sSub>
                      <m:sSubPr>
                        <m:ctrlPr>
                          <a:rPr lang="en-US" b="1" i="1">
                            <a:solidFill>
                              <a:schemeClr val="tx1"/>
                            </a:solidFill>
                            <a:latin typeface="Cambria Math"/>
                          </a:rPr>
                        </m:ctrlPr>
                      </m:sSubPr>
                      <m:e>
                        <m:r>
                          <a:rPr lang="en-US" b="1" i="0">
                            <a:solidFill>
                              <a:schemeClr val="tx1"/>
                            </a:solidFill>
                            <a:latin typeface="Cambria Math"/>
                          </a:rPr>
                          <m:t>𝐓</m:t>
                        </m:r>
                      </m:e>
                      <m:sub>
                        <m:r>
                          <a:rPr lang="en-US" b="1" i="0" smtClean="0">
                            <a:solidFill>
                              <a:schemeClr val="tx1"/>
                            </a:solidFill>
                            <a:latin typeface="Cambria Math"/>
                          </a:rPr>
                          <m:t>𝐋</m:t>
                        </m:r>
                      </m:sub>
                    </m:sSub>
                  </m:oMath>
                </a14:m>
                <a:r>
                  <a:rPr lang="en-US" b="1" dirty="0" smtClean="0">
                    <a:solidFill>
                      <a:schemeClr val="tx1"/>
                    </a:solidFill>
                  </a:rPr>
                  <a:t>=</a:t>
                </a:r>
                <a:r>
                  <a:rPr lang="en-US" b="1" dirty="0">
                    <a:solidFill>
                      <a:schemeClr val="tx1"/>
                    </a:solidFill>
                  </a:rPr>
                  <a:t>coldest temperature during the </a:t>
                </a:r>
                <a:r>
                  <a:rPr lang="en-US" b="1" dirty="0" smtClean="0">
                    <a:solidFill>
                      <a:schemeClr val="tx1"/>
                    </a:solidFill>
                  </a:rPr>
                  <a:t>cycle</a:t>
                </a:r>
              </a:p>
              <a:p>
                <a:r>
                  <a:rPr lang="en-US" dirty="0">
                    <a:solidFill>
                      <a:schemeClr val="tx1"/>
                    </a:solidFill>
                  </a:rPr>
                  <a:t>The Second Law of Thermodynamics states that it is</a:t>
                </a:r>
                <a:r>
                  <a:rPr lang="en-US" b="1" dirty="0">
                    <a:solidFill>
                      <a:srgbClr val="C00000"/>
                    </a:solidFill>
                  </a:rPr>
                  <a:t> impossible </a:t>
                </a:r>
                <a:r>
                  <a:rPr lang="en-US" dirty="0">
                    <a:solidFill>
                      <a:schemeClr val="tx1"/>
                    </a:solidFill>
                  </a:rPr>
                  <a:t>for a heat engine to be </a:t>
                </a:r>
                <a:r>
                  <a:rPr lang="en-US" b="1" dirty="0">
                    <a:solidFill>
                      <a:srgbClr val="C00000"/>
                    </a:solidFill>
                  </a:rPr>
                  <a:t>100% efficient</a:t>
                </a:r>
                <a:r>
                  <a:rPr lang="en-US" dirty="0">
                    <a:solidFill>
                      <a:schemeClr val="tx1"/>
                    </a:solidFill>
                  </a:rPr>
                  <a:t>. Some heat will always be discharged to the cold reservoir and not be converted into useful work. However, the Carnot cycle is the most efficient thermodynamic cycle that is possible, and the efficiency of a Carnot engine, which is also the maximum possible efficiency of </a:t>
                </a:r>
                <a:r>
                  <a:rPr lang="en-US" dirty="0" smtClean="0">
                    <a:solidFill>
                      <a:schemeClr val="tx1"/>
                    </a:solidFill>
                  </a:rPr>
                  <a:t>any </a:t>
                </a:r>
                <a:r>
                  <a:rPr lang="en-US" dirty="0">
                    <a:solidFill>
                      <a:schemeClr val="tx1"/>
                    </a:solidFill>
                  </a:rPr>
                  <a:t>heat engine, </a:t>
                </a:r>
                <a:endParaRPr lang="en-US" b="1"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825624"/>
                <a:ext cx="10551288" cy="4609899"/>
              </a:xfrm>
              <a:blipFill rotWithShape="1">
                <a:blip r:embed="rId2"/>
                <a:stretch>
                  <a:fillRect l="-347" t="-1057"/>
                </a:stretch>
              </a:blipFill>
            </p:spPr>
            <p:txBody>
              <a:bodyPr/>
              <a:lstStyle/>
              <a:p>
                <a:r>
                  <a:rPr lang="en-US">
                    <a:noFill/>
                  </a:rPr>
                  <a:t> </a:t>
                </a:r>
              </a:p>
            </p:txBody>
          </p:sp>
        </mc:Fallback>
      </mc:AlternateContent>
    </p:spTree>
    <p:extLst>
      <p:ext uri="{BB962C8B-B14F-4D97-AF65-F5344CB8AC3E}">
        <p14:creationId xmlns:p14="http://schemas.microsoft.com/office/powerpoint/2010/main" val="64615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Mathematical Problem</a:t>
            </a:r>
            <a:endParaRPr lang="en-US" b="1" dirty="0"/>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51844"/>
          <a:stretch/>
        </p:blipFill>
        <p:spPr bwMode="auto">
          <a:xfrm>
            <a:off x="2028388" y="2511706"/>
            <a:ext cx="3960669" cy="406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57199"/>
          <a:stretch/>
        </p:blipFill>
        <p:spPr bwMode="auto">
          <a:xfrm>
            <a:off x="6829063" y="3197322"/>
            <a:ext cx="3680226" cy="335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740779" y="1565226"/>
            <a:ext cx="10544538" cy="923330"/>
          </a:xfrm>
          <a:prstGeom prst="rect">
            <a:avLst/>
          </a:prstGeom>
          <a:noFill/>
        </p:spPr>
        <p:txBody>
          <a:bodyPr wrap="square" rtlCol="0">
            <a:spAutoFit/>
          </a:bodyPr>
          <a:lstStyle/>
          <a:p>
            <a:pPr marL="285750" indent="-285750">
              <a:buFont typeface="Wingdings" panose="05000000000000000000" pitchFamily="2" charset="2"/>
              <a:buChar char="v"/>
            </a:pPr>
            <a:r>
              <a:rPr lang="en-US" b="1" dirty="0">
                <a:solidFill>
                  <a:srgbClr val="C00000"/>
                </a:solidFill>
              </a:rPr>
              <a:t>Calculate difference in efficiency of a Carnot energy working between:- </a:t>
            </a:r>
            <a:endParaRPr lang="en-US" b="1" dirty="0" smtClean="0">
              <a:solidFill>
                <a:srgbClr val="C00000"/>
              </a:solidFill>
            </a:endParaRPr>
          </a:p>
          <a:p>
            <a:r>
              <a:rPr lang="en-US" b="1" dirty="0">
                <a:solidFill>
                  <a:srgbClr val="C00000"/>
                </a:solidFill>
              </a:rPr>
              <a:t> </a:t>
            </a:r>
            <a:r>
              <a:rPr lang="en-US" b="1" dirty="0" smtClean="0">
                <a:solidFill>
                  <a:srgbClr val="C00000"/>
                </a:solidFill>
              </a:rPr>
              <a:t>    1</a:t>
            </a:r>
            <a:r>
              <a:rPr lang="en-US" b="1" dirty="0">
                <a:solidFill>
                  <a:srgbClr val="C00000"/>
                </a:solidFill>
              </a:rPr>
              <a:t>) 400K and 350K </a:t>
            </a:r>
            <a:endParaRPr lang="en-US" b="1" dirty="0" smtClean="0">
              <a:solidFill>
                <a:srgbClr val="C00000"/>
              </a:solidFill>
            </a:endParaRPr>
          </a:p>
          <a:p>
            <a:r>
              <a:rPr lang="en-US" b="1" dirty="0" smtClean="0">
                <a:solidFill>
                  <a:srgbClr val="C00000"/>
                </a:solidFill>
              </a:rPr>
              <a:t>     2</a:t>
            </a:r>
            <a:r>
              <a:rPr lang="en-US" b="1" dirty="0">
                <a:solidFill>
                  <a:srgbClr val="C00000"/>
                </a:solidFill>
              </a:rPr>
              <a:t>) 350K and </a:t>
            </a:r>
            <a:r>
              <a:rPr lang="en-US" b="1" dirty="0" smtClean="0">
                <a:solidFill>
                  <a:srgbClr val="C00000"/>
                </a:solidFill>
              </a:rPr>
              <a:t>300K</a:t>
            </a:r>
            <a:endParaRPr lang="en-US" b="1" dirty="0">
              <a:solidFill>
                <a:srgbClr val="C00000"/>
              </a:solidFill>
            </a:endParaRPr>
          </a:p>
        </p:txBody>
      </p:sp>
      <p:pic>
        <p:nvPicPr>
          <p:cNvPr id="410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47536" b="44274"/>
          <a:stretch/>
        </p:blipFill>
        <p:spPr bwMode="auto">
          <a:xfrm>
            <a:off x="6581574" y="2511706"/>
            <a:ext cx="3927715" cy="68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740779" y="2715617"/>
            <a:ext cx="1342664" cy="369332"/>
          </a:xfrm>
          <a:prstGeom prst="rect">
            <a:avLst/>
          </a:prstGeom>
          <a:noFill/>
        </p:spPr>
        <p:txBody>
          <a:bodyPr wrap="square" rtlCol="0">
            <a:spAutoFit/>
          </a:bodyPr>
          <a:lstStyle/>
          <a:p>
            <a:r>
              <a:rPr lang="en-US" b="1" u="sng" dirty="0" smtClean="0">
                <a:solidFill>
                  <a:srgbClr val="C00000"/>
                </a:solidFill>
              </a:rPr>
              <a:t>Solution:</a:t>
            </a:r>
            <a:endParaRPr lang="en-US" b="1" u="sng" dirty="0">
              <a:solidFill>
                <a:srgbClr val="C00000"/>
              </a:solidFill>
            </a:endParaRPr>
          </a:p>
        </p:txBody>
      </p:sp>
    </p:spTree>
    <p:extLst>
      <p:ext uri="{BB962C8B-B14F-4D97-AF65-F5344CB8AC3E}">
        <p14:creationId xmlns:p14="http://schemas.microsoft.com/office/powerpoint/2010/main" val="63318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spTree>
    <p:custDataLst>
      <p:tags r:id="rId1"/>
    </p:custDataLst>
    <p:extLst>
      <p:ext uri="{BB962C8B-B14F-4D97-AF65-F5344CB8AC3E}">
        <p14:creationId xmlns:p14="http://schemas.microsoft.com/office/powerpoint/2010/main" val="705712618"/>
      </p:ext>
    </p:extLst>
  </p:cSld>
  <p:clrMapOvr>
    <a:masterClrMapping/>
  </p:clrMapOvr>
  <mc:AlternateContent xmlns:mc="http://schemas.openxmlformats.org/markup-compatibility/2006" xmlns:p14="http://schemas.microsoft.com/office/powerpoint/2010/main">
    <mc:Choice Requires="p14">
      <p:transition p14:dur="10" advTm="7699"/>
    </mc:Choice>
    <mc:Fallback xmlns="">
      <p:transition advTm="7699"/>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UUID" val="{9C17D5C7-7128-4E7B-9DB3-D628A81EFA79}"/>
  <p:tag name="ISPRING_RESOURCE_FOLDER" val="C:\Users\Misbah Babu\Desktop\CSE-Summer-2020\Re-Heat and thermodynamics, oscillations and optics\"/>
  <p:tag name="ISPRING_PRESENTATION_PATH" val="C:\Users\Misbah Babu\Desktop\CSE-Summer-2020\Re-Heat and thermodynamics, oscillations and optics.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TIMING" val="|2.9"/>
</p:tagLst>
</file>

<file path=ppt/tags/tag3.xml><?xml version="1.0" encoding="utf-8"?>
<p:tagLst xmlns:a="http://schemas.openxmlformats.org/drawingml/2006/main" xmlns:r="http://schemas.openxmlformats.org/officeDocument/2006/relationships" xmlns:p="http://schemas.openxmlformats.org/presentationml/2006/main">
  <p:tag name="TIMING" val="|4.2|42.4|25|21.3|33.9"/>
</p:tagLst>
</file>

<file path=ppt/tags/tag4.xml><?xml version="1.0" encoding="utf-8"?>
<p:tagLst xmlns:a="http://schemas.openxmlformats.org/drawingml/2006/main" xmlns:r="http://schemas.openxmlformats.org/officeDocument/2006/relationships" xmlns:p="http://schemas.openxmlformats.org/presentationml/2006/main">
  <p:tag name="TIMING" val="|1.9|0.9|11.6"/>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3.xml><?xml version="1.0" encoding="utf-8"?>
<ds:datastoreItem xmlns:ds="http://schemas.openxmlformats.org/officeDocument/2006/customXml" ds:itemID="{B970C04F-E7AC-41AB-9C6D-1B1BB88BFF7F}">
  <ds:schemaRefs>
    <ds:schemaRef ds:uri="http://www.w3.org/XML/1998/namespace"/>
    <ds:schemaRef ds:uri="http://purl.org/dc/terms/"/>
    <ds:schemaRef ds:uri="http://purl.org/dc/elements/1.1/"/>
    <ds:schemaRef ds:uri="http://schemas.microsoft.com/office/2006/metadata/properties"/>
    <ds:schemaRef ds:uri="http://purl.org/dc/dcmitype/"/>
    <ds:schemaRef ds:uri="http://schemas.microsoft.com/office/2006/documentManagement/types"/>
    <ds:schemaRef ds:uri="4873beb7-5857-4685-be1f-d57550cc96cc"/>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2785</TotalTime>
  <Words>451</Words>
  <Application>Microsoft Office PowerPoint</Application>
  <PresentationFormat>Custom</PresentationFormat>
  <Paragraphs>50</Paragraphs>
  <Slides>11</Slides>
  <Notes>4</Notes>
  <HiddenSlides>0</HiddenSlides>
  <MMClips>1</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WelcomeDoc</vt:lpstr>
      <vt:lpstr>Physics (PHY 102)Thermodynamics</vt:lpstr>
      <vt:lpstr>Objectives</vt:lpstr>
      <vt:lpstr>     Entropy</vt:lpstr>
      <vt:lpstr>Entropy-Mathematical problem</vt:lpstr>
      <vt:lpstr>Reversible Process vs Irreversible Process</vt:lpstr>
      <vt:lpstr>Heat Engine</vt:lpstr>
      <vt:lpstr>Carnot Engine</vt:lpstr>
      <vt:lpstr>Carnot Cycle</vt:lpstr>
      <vt:lpstr>Efficiency of Carnot Engine</vt:lpstr>
      <vt:lpstr>Mathematical Problem</vt:lpstr>
      <vt:lpstr>Conclusions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User</cp:lastModifiedBy>
  <cp:revision>206</cp:revision>
  <dcterms:created xsi:type="dcterms:W3CDTF">2020-06-02T04:52:33Z</dcterms:created>
  <dcterms:modified xsi:type="dcterms:W3CDTF">2024-04-25T04:27:09Z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
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56" r:id="rId5"/>
    <p:sldId id="280" r:id="rId6"/>
    <p:sldId id="271" r:id="rId7"/>
    <p:sldId id="272" r:id="rId8"/>
    <p:sldId id="270" r:id="rId9"/>
    <p:sldId id="273" r:id="rId10"/>
    <p:sldId id="275" r:id="rId11"/>
    <p:sldId id="276" r:id="rId12"/>
    <p:sldId id="281" r:id="rId13"/>
    <p:sldId id="282" r:id="rId14"/>
    <p:sldId id="277"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Impress, Work Together" id="{B9B51309-D148-4332-87C2-07BE32FBCA3B}">
          <p14:sldIdLst>
            <p14:sldId id="280"/>
            <p14:sldId id="271"/>
            <p14:sldId id="272"/>
            <p14:sldId id="270"/>
            <p14:sldId id="273"/>
            <p14:sldId id="275"/>
            <p14:sldId id="276"/>
            <p14:sldId id="281"/>
            <p14:sldId id="282"/>
            <p14:sldId id="277"/>
          </p14:sldIdLst>
        </p14:section>
        <p14:section name="Learn More"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462F"/>
    <a:srgbClr val="D24726"/>
    <a:srgbClr val="734F29"/>
    <a:srgbClr val="D2B4A6"/>
    <a:srgbClr val="AEB785"/>
    <a:srgbClr val="EFD5A2"/>
    <a:srgbClr val="3B3026"/>
    <a:srgbClr val="ECE1CA"/>
    <a:srgbClr val="79553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80" autoAdjust="0"/>
  </p:normalViewPr>
  <p:slideViewPr>
    <p:cSldViewPr snapToGrid="0">
      <p:cViewPr varScale="1">
        <p:scale>
          <a:sx n="68" d="100"/>
          <a:sy n="68" d="100"/>
        </p:scale>
        <p:origin x="81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5/26/2024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2</a:t>
            </a:fld>
            <a:endParaRPr lang="en-US"/>
          </a:p>
        </p:txBody>
      </p:sp>
    </p:spTree>
    <p:extLst>
      <p:ext uri="{BB962C8B-B14F-4D97-AF65-F5344CB8AC3E}">
        <p14:creationId xmlns:p14="http://schemas.microsoft.com/office/powerpoint/2010/main" val="1103650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3</a:t>
            </a:fld>
            <a:endParaRPr lang="en-US"/>
          </a:p>
        </p:txBody>
      </p:sp>
    </p:spTree>
    <p:extLst>
      <p:ext uri="{BB962C8B-B14F-4D97-AF65-F5344CB8AC3E}">
        <p14:creationId xmlns:p14="http://schemas.microsoft.com/office/powerpoint/2010/main" val="3038532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4</a:t>
            </a:fld>
            <a:endParaRPr lang="en-US"/>
          </a:p>
        </p:txBody>
      </p:sp>
    </p:spTree>
    <p:extLst>
      <p:ext uri="{BB962C8B-B14F-4D97-AF65-F5344CB8AC3E}">
        <p14:creationId xmlns:p14="http://schemas.microsoft.com/office/powerpoint/2010/main" val="3346663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5</a:t>
            </a:fld>
            <a:endParaRPr lang="en-US"/>
          </a:p>
        </p:txBody>
      </p:sp>
    </p:spTree>
    <p:extLst>
      <p:ext uri="{BB962C8B-B14F-4D97-AF65-F5344CB8AC3E}">
        <p14:creationId xmlns:p14="http://schemas.microsoft.com/office/powerpoint/2010/main" val="3461044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6</a:t>
            </a:fld>
            <a:endParaRPr lang="en-US"/>
          </a:p>
        </p:txBody>
      </p:sp>
    </p:spTree>
    <p:extLst>
      <p:ext uri="{BB962C8B-B14F-4D97-AF65-F5344CB8AC3E}">
        <p14:creationId xmlns:p14="http://schemas.microsoft.com/office/powerpoint/2010/main" val="538921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7</a:t>
            </a:fld>
            <a:endParaRPr lang="en-US"/>
          </a:p>
        </p:txBody>
      </p:sp>
    </p:spTree>
    <p:extLst>
      <p:ext uri="{BB962C8B-B14F-4D97-AF65-F5344CB8AC3E}">
        <p14:creationId xmlns:p14="http://schemas.microsoft.com/office/powerpoint/2010/main" val="1521171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8</a:t>
            </a:fld>
            <a:endParaRPr lang="en-US"/>
          </a:p>
        </p:txBody>
      </p:sp>
    </p:spTree>
    <p:extLst>
      <p:ext uri="{BB962C8B-B14F-4D97-AF65-F5344CB8AC3E}">
        <p14:creationId xmlns:p14="http://schemas.microsoft.com/office/powerpoint/2010/main" val="40619342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9</a:t>
            </a:fld>
            <a:endParaRPr lang="en-US"/>
          </a:p>
        </p:txBody>
      </p:sp>
    </p:spTree>
    <p:extLst>
      <p:ext uri="{BB962C8B-B14F-4D97-AF65-F5344CB8AC3E}">
        <p14:creationId xmlns:p14="http://schemas.microsoft.com/office/powerpoint/2010/main" val="38651493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10</a:t>
            </a:fld>
            <a:endParaRPr lang="en-US"/>
          </a:p>
        </p:txBody>
      </p:sp>
    </p:spTree>
    <p:extLst>
      <p:ext uri="{BB962C8B-B14F-4D97-AF65-F5344CB8AC3E}">
        <p14:creationId xmlns:p14="http://schemas.microsoft.com/office/powerpoint/2010/main" val="1992794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11</a:t>
            </a:fld>
            <a:endParaRPr lang="en-US"/>
          </a:p>
        </p:txBody>
      </p:sp>
    </p:spTree>
    <p:extLst>
      <p:ext uri="{BB962C8B-B14F-4D97-AF65-F5344CB8AC3E}">
        <p14:creationId xmlns:p14="http://schemas.microsoft.com/office/powerpoint/2010/main" val="2904157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838200" y="2061006"/>
            <a:ext cx="10515600" cy="2387600"/>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838202" y="5110609"/>
            <a:ext cx="6705599" cy="1137793"/>
          </a:xfrm>
        </p:spPr>
        <p:txBody>
          <a:bodyPr>
            <a:normAutofit/>
          </a:bodyPr>
          <a:lstStyle>
            <a:lvl1pPr marL="0" indent="0" algn="l">
              <a:lnSpc>
                <a:spcPct val="150000"/>
              </a:lnSpc>
              <a:spcBef>
                <a:spcPts val="600"/>
              </a:spcBef>
              <a:buNone/>
              <a:defRPr sz="2800">
                <a:solidFill>
                  <a:srgbClr val="D24726"/>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BEEBAAA-29B5-4AF5-BC5F-7E580C29002D}" type="datetimeFigureOut">
              <a:rPr lang="en-US" smtClean="0"/>
              <a:t>5/26/2024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4434" y="0"/>
            <a:ext cx="10749367" cy="1208868"/>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838201" y="1825625"/>
            <a:ext cx="4167753" cy="4351338"/>
          </a:xfrm>
        </p:spPr>
        <p:txBody>
          <a:bodyPr>
            <a:normAutofit/>
          </a:bodyPr>
          <a:lstStyle>
            <a:lvl1pPr marL="0" indent="0">
              <a:lnSpc>
                <a:spcPct val="150000"/>
              </a:lnSpc>
              <a:spcAft>
                <a:spcPts val="1200"/>
              </a:spcAft>
              <a:buNone/>
              <a:defRPr sz="1600">
                <a:solidFill>
                  <a:schemeClr val="bg1">
                    <a:lumMod val="50000"/>
                  </a:schemeClr>
                </a:solidFill>
              </a:defRPr>
            </a:lvl1pPr>
            <a:lvl2pPr>
              <a:lnSpc>
                <a:spcPct val="150000"/>
              </a:lnSpc>
              <a:spcAft>
                <a:spcPts val="1200"/>
              </a:spcAft>
              <a:defRPr sz="1400">
                <a:solidFill>
                  <a:schemeClr val="bg1">
                    <a:lumMod val="50000"/>
                  </a:schemeClr>
                </a:solidFill>
              </a:defRPr>
            </a:lvl2pPr>
            <a:lvl3pPr>
              <a:lnSpc>
                <a:spcPct val="150000"/>
              </a:lnSpc>
              <a:spcAft>
                <a:spcPts val="1200"/>
              </a:spcAft>
              <a:defRPr sz="1200">
                <a:solidFill>
                  <a:schemeClr val="bg1">
                    <a:lumMod val="50000"/>
                  </a:schemeClr>
                </a:solidFill>
              </a:defRPr>
            </a:lvl3pPr>
            <a:lvl4pPr>
              <a:lnSpc>
                <a:spcPct val="150000"/>
              </a:lnSpc>
              <a:spcAft>
                <a:spcPts val="1200"/>
              </a:spcAft>
              <a:defRPr sz="1100">
                <a:solidFill>
                  <a:schemeClr val="bg1">
                    <a:lumMod val="50000"/>
                  </a:schemeClr>
                </a:solidFill>
              </a:defRPr>
            </a:lvl4pPr>
            <a:lvl5pPr>
              <a:lnSpc>
                <a:spcPct val="150000"/>
              </a:lnSpc>
              <a:spcAft>
                <a:spcPts val="1200"/>
              </a:spcAft>
              <a:defRPr sz="1100">
                <a:solidFill>
                  <a:schemeClr val="bg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t>5/26/2024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838201" y="2402238"/>
            <a:ext cx="4508715" cy="2187227"/>
          </a:xfrm>
        </p:spPr>
        <p:txBody>
          <a:bodyPr anchor="ctr">
            <a:noAutofit/>
          </a:bodyPr>
          <a:lstStyle>
            <a:lvl1pPr algn="l">
              <a:defRPr sz="4800">
                <a:solidFill>
                  <a:srgbClr val="D247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6323308" y="2402237"/>
            <a:ext cx="5269424" cy="2187226"/>
          </a:xfrm>
        </p:spPr>
        <p:txBody>
          <a:bodyPr anchor="ctr">
            <a:normAutofit/>
          </a:bodyPr>
          <a:lstStyle>
            <a:lvl1pPr marL="0" indent="0">
              <a:lnSpc>
                <a:spcPct val="150000"/>
              </a:lnSpc>
              <a:buNone/>
              <a:defRPr sz="2800">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8BEEBAAA-29B5-4AF5-BC5F-7E580C29002D}" type="datetimeFigureOut">
              <a:rPr lang="en-US" smtClean="0"/>
              <a:t>5/26/2024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35655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4" name="Content Placeholder 3"/>
          <p:cNvSpPr>
            <a:spLocks noGrp="1"/>
          </p:cNvSpPr>
          <p:nvPr>
            <p:ph sz="half" idx="2"/>
          </p:nvPr>
        </p:nvSpPr>
        <p:spPr>
          <a:xfrm>
            <a:off x="6172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5" name="Date Placeholder 4"/>
          <p:cNvSpPr>
            <a:spLocks noGrp="1"/>
          </p:cNvSpPr>
          <p:nvPr>
            <p:ph type="dt" sz="half" idx="10"/>
          </p:nvPr>
        </p:nvSpPr>
        <p:spPr/>
        <p:txBody>
          <a:bodyPr/>
          <a:lstStyle/>
          <a:p>
            <a:fld id="{8BEEBAAA-29B5-4AF5-BC5F-7E580C29002D}" type="datetimeFigureOut">
              <a:rPr lang="en-US" smtClean="0"/>
              <a:t>5/26/2024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
        <p:nvSpPr>
          <p:cNvPr id="9" name="Rectangle 8"/>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32822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0"/>
            <a:ext cx="10737851" cy="1228436"/>
          </a:xfrm>
        </p:spPr>
        <p:txBody>
          <a:bodyPr anchor="b">
            <a:normAutofit/>
          </a:bodyPr>
          <a:lstStyle>
            <a:lvl1pPr>
              <a:defRPr sz="36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1" y="1489075"/>
            <a:ext cx="5156200"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1851" y="2193927"/>
            <a:ext cx="5156200"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endParaRPr lang="en-US" dirty="0"/>
          </a:p>
        </p:txBody>
      </p:sp>
      <p:sp>
        <p:nvSpPr>
          <p:cNvPr id="5" name="Text Placeholder 4"/>
          <p:cNvSpPr>
            <a:spLocks noGrp="1"/>
          </p:cNvSpPr>
          <p:nvPr>
            <p:ph type="body" sz="quarter" idx="3"/>
          </p:nvPr>
        </p:nvSpPr>
        <p:spPr>
          <a:xfrm>
            <a:off x="6189664" y="1489075"/>
            <a:ext cx="5157787"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9664" y="2193927"/>
            <a:ext cx="5157787"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7" name="Date Placeholder 6"/>
          <p:cNvSpPr>
            <a:spLocks noGrp="1"/>
          </p:cNvSpPr>
          <p:nvPr>
            <p:ph type="dt" sz="half" idx="10"/>
          </p:nvPr>
        </p:nvSpPr>
        <p:spPr/>
        <p:txBody>
          <a:bodyPr/>
          <a:lstStyle/>
          <a:p>
            <a:fld id="{8BEEBAAA-29B5-4AF5-BC5F-7E580C29002D}" type="datetimeFigureOut">
              <a:rPr lang="en-US" smtClean="0"/>
              <a:t>5/26/2024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60EDB8-5305-433F-BE41-D7A86D811DB3}" type="slidenum">
              <a:rPr lang="en-US" smtClean="0"/>
              <a:t>‹#›</a:t>
            </a:fld>
            <a:endParaRPr lang="en-US"/>
          </a:p>
        </p:txBody>
      </p:sp>
      <p:sp>
        <p:nvSpPr>
          <p:cNvPr id="11" name="Rectangle 10"/>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606029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EEBAAA-29B5-4AF5-BC5F-7E580C29002D}" type="datetimeFigureOut">
              <a:rPr lang="en-US" smtClean="0"/>
              <a:t>5/26/2024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60EDB8-5305-433F-BE41-D7A86D811DB3}" type="slidenum">
              <a:rPr lang="en-US" smtClean="0"/>
              <a:t>‹#›</a:t>
            </a:fld>
            <a:endParaRPr lang="en-US"/>
          </a:p>
        </p:txBody>
      </p:sp>
      <p:sp>
        <p:nvSpPr>
          <p:cNvPr id="7" name="Rectangle 6"/>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00814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EEBAAA-29B5-4AF5-BC5F-7E580C29002D}" type="datetimeFigureOut">
              <a:rPr lang="en-US" smtClean="0"/>
              <a:t>5/26/2024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4037432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t>5/26/2024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1784193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t>5/26/2024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3161095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EEBAAA-29B5-4AF5-BC5F-7E580C29002D}" type="datetimeFigureOut">
              <a:rPr lang="en-US" smtClean="0"/>
              <a:t>5/26/2024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596921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Vertical Title 1"/>
          <p:cNvSpPr>
            <a:spLocks noGrp="1"/>
          </p:cNvSpPr>
          <p:nvPr>
            <p:ph type="title" orient="vert"/>
          </p:nvPr>
        </p:nvSpPr>
        <p:spPr>
          <a:xfrm>
            <a:off x="10215419" y="365125"/>
            <a:ext cx="1819564" cy="5811838"/>
          </a:xfrm>
        </p:spPr>
        <p:txBody>
          <a:bodyPr vert="eaVert" anchor="b">
            <a:normAutofit/>
          </a:bodyPr>
          <a:lstStyle>
            <a:lvl1pPr>
              <a:defRPr sz="3600">
                <a:solidFill>
                  <a:schemeClr val="bg1"/>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EEBAAA-29B5-4AF5-BC5F-7E580C29002D}" type="datetimeFigureOut">
              <a:rPr lang="en-US" smtClean="0"/>
              <a:t>5/26/2024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02266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EBAAA-29B5-4AF5-BC5F-7E580C29002D}" type="datetimeFigureOut">
              <a:rPr lang="en-US" smtClean="0"/>
              <a:t>5/26/2024</a:t>
            </a:fld>
            <a:endParaRPr lang="en-US"/>
          </a:p>
        </p:txBody>
      </p:sp>
      <p:sp>
        <p:nvSpPr>
          <p:cNvPr id="5" name="Footer Placeholder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0EDB8-5305-433F-BE41-D7A86D811DB3}" type="slidenum">
              <a:rPr lang="en-US" smtClean="0"/>
              <a:t>‹#›</a:t>
            </a:fld>
            <a:endParaRPr lang="en-US"/>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2.jpe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5.gif"/><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4.gif"/><Relationship Id="rId5" Type="http://schemas.openxmlformats.org/officeDocument/2006/relationships/image" Target="../media/image3.gif"/><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6.gif"/><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7.gif"/><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notesSlide" Target="../notesSlides/notesSlide7.xml"/><Relationship Id="rId7" Type="http://schemas.openxmlformats.org/officeDocument/2006/relationships/image" Target="NUL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png"/><Relationship Id="rId9" Type="http://schemas.openxmlformats.org/officeDocument/2006/relationships/image" Target="../media/image8.JP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video" Target="../media/media1.mp4"/><Relationship Id="rId7" Type="http://schemas.openxmlformats.org/officeDocument/2006/relationships/image" Target="../media/image11.png"/><Relationship Id="rId2" Type="http://schemas.microsoft.com/office/2007/relationships/media" Target="../media/media1.mp4"/><Relationship Id="rId1" Type="http://schemas.openxmlformats.org/officeDocument/2006/relationships/tags" Target="../tags/tag9.xml"/><Relationship Id="rId6" Type="http://schemas.openxmlformats.org/officeDocument/2006/relationships/image" Target="../media/image1.png"/><Relationship Id="rId5" Type="http://schemas.openxmlformats.org/officeDocument/2006/relationships/notesSlide" Target="../notesSlides/notesSlide9.xml"/><Relationship Id="rId4" Type="http://schemas.openxmlformats.org/officeDocument/2006/relationships/slideLayout" Target="../slideLayouts/slideLayout2.xml"/><Relationship Id="rId9"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7227" y="2235200"/>
            <a:ext cx="10515600" cy="2387600"/>
          </a:xfrm>
        </p:spPr>
        <p:txBody>
          <a:bodyPr/>
          <a:lstStyle/>
          <a:p>
            <a:r>
              <a:rPr lang="en-US" b="1" dirty="0"/>
              <a:t>Physics (PHY 102)</a:t>
            </a:r>
            <a:r>
              <a:rPr lang="en-US" sz="2400" b="1" dirty="0">
                <a:solidFill>
                  <a:schemeClr val="accent4"/>
                </a:solidFill>
              </a:rPr>
              <a:t>Thermodynamics</a:t>
            </a:r>
            <a:endParaRPr lang="en-US" b="1" dirty="0">
              <a:solidFill>
                <a:schemeClr val="accent4"/>
              </a:solidFill>
            </a:endParaRPr>
          </a:p>
        </p:txBody>
      </p:sp>
      <p:sp>
        <p:nvSpPr>
          <p:cNvPr id="3" name="Subtitle 2"/>
          <p:cNvSpPr>
            <a:spLocks noGrp="1"/>
          </p:cNvSpPr>
          <p:nvPr>
            <p:ph type="subTitle" idx="1"/>
          </p:nvPr>
        </p:nvSpPr>
        <p:spPr>
          <a:xfrm>
            <a:off x="317227" y="5127905"/>
            <a:ext cx="3989292" cy="1137793"/>
          </a:xfrm>
        </p:spPr>
        <p:txBody>
          <a:bodyPr>
            <a:normAutofit fontScale="55000" lnSpcReduction="20000"/>
          </a:bodyPr>
          <a:lstStyle/>
          <a:p>
            <a:r>
              <a:rPr lang="en-US" b="1" dirty="0" err="1"/>
              <a:t>Farjana</a:t>
            </a:r>
            <a:r>
              <a:rPr lang="en-US" b="1" dirty="0"/>
              <a:t> </a:t>
            </a:r>
            <a:r>
              <a:rPr lang="en-US" b="1" dirty="0" err="1"/>
              <a:t>Yeasmin</a:t>
            </a:r>
            <a:endParaRPr lang="en-US" b="1"/>
          </a:p>
          <a:p>
            <a:r>
              <a:rPr lang="en-US" b="1"/>
              <a:t>Lecturer </a:t>
            </a:r>
            <a:r>
              <a:rPr lang="en-US" b="1" dirty="0"/>
              <a:t>in Physics, Basic Science Division</a:t>
            </a:r>
          </a:p>
          <a:p>
            <a:r>
              <a:rPr lang="en-US" b="1" dirty="0"/>
              <a:t>World University of Bangladesh, Dhaka-1205</a:t>
            </a:r>
          </a:p>
        </p:txBody>
      </p:sp>
      <p:pic>
        <p:nvPicPr>
          <p:cNvPr id="4" name="Picture 5" descr="World University of Bangladesh (WUB) | Ranking and Admiss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32827" y="0"/>
            <a:ext cx="1359173" cy="1161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1807738"/>
      </p:ext>
    </p:extLst>
  </p:cSld>
  <p:clrMapOvr>
    <a:masterClrMapping/>
  </p:clrMapOvr>
  <mc:AlternateContent xmlns:mc="http://schemas.openxmlformats.org/markup-compatibility/2006" xmlns:p14="http://schemas.microsoft.com/office/powerpoint/2010/main">
    <mc:Choice Requires="p14">
      <p:transition spd="slow" p14:dur="2000" advTm="14666"/>
    </mc:Choice>
    <mc:Fallback xmlns="">
      <p:transition spd="slow" advTm="1466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Objectives</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9775BF7-2548-4421-B6D6-D3074714DEBC}"/>
              </a:ext>
            </a:extLst>
          </p:cNvPr>
          <p:cNvSpPr txBox="1"/>
          <p:nvPr/>
        </p:nvSpPr>
        <p:spPr>
          <a:xfrm>
            <a:off x="2465394" y="2827849"/>
            <a:ext cx="5776390" cy="923330"/>
          </a:xfrm>
          <a:prstGeom prst="rect">
            <a:avLst/>
          </a:prstGeom>
          <a:noFill/>
        </p:spPr>
        <p:txBody>
          <a:bodyPr wrap="none" rtlCol="0">
            <a:spAutoFit/>
          </a:bodyPr>
          <a:lstStyle/>
          <a:p>
            <a:r>
              <a:rPr lang="en-US" sz="5400" b="1" dirty="0">
                <a:cs typeface="Times New Roman" panose="02020603050405020304" pitchFamily="18" charset="0"/>
              </a:rPr>
              <a:t>Thermodynamics</a:t>
            </a:r>
          </a:p>
        </p:txBody>
      </p:sp>
      <p:pic>
        <p:nvPicPr>
          <p:cNvPr id="16" name="Picture 4" descr="Writing Hand | Free Vectors, Stock Photos &amp; PSD">
            <a:extLst>
              <a:ext uri="{FF2B5EF4-FFF2-40B4-BE49-F238E27FC236}">
                <a16:creationId xmlns:a16="http://schemas.microsoft.com/office/drawing/2014/main" id="{5A50438D-3358-4F16-9C98-383C91F5E31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7203" t="17225" r="6215"/>
          <a:stretch/>
        </p:blipFill>
        <p:spPr bwMode="auto">
          <a:xfrm rot="21042646">
            <a:off x="10104816" y="4705761"/>
            <a:ext cx="1736153" cy="215420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554033091"/>
      </p:ext>
    </p:extLst>
  </p:cSld>
  <p:clrMapOvr>
    <a:masterClrMapping/>
  </p:clrMapOvr>
  <mc:AlternateContent xmlns:mc="http://schemas.openxmlformats.org/markup-compatibility/2006" xmlns:p14="http://schemas.microsoft.com/office/powerpoint/2010/main">
    <mc:Choice Requires="p14">
      <p:transition p14:dur="10" advTm="16472"/>
    </mc:Choice>
    <mc:Fallback xmlns="">
      <p:transition advTm="1647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iterate type="lt">
                                    <p:tmPct val="6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0" presetClass="path" presetSubtype="0" accel="3000" fill="hold" nodeType="withEffect">
                                  <p:stCondLst>
                                    <p:cond delay="0"/>
                                  </p:stCondLst>
                                  <p:childTnLst>
                                    <p:animMotion origin="layout" path="M -0.61328 -0.33797 L -0.61328 -0.33774 C -0.59727 -0.34098 -0.60677 -0.34213 -0.59805 -0.33797 C -0.59466 -0.33612 -0.58789 -0.33334 -0.58789 -0.33311 C -0.57799 -0.32153 -0.58776 -0.33542 -0.60065 -0.322 C -0.60104 -0.32153 -0.59831 -0.30764 -0.59805 -0.30625 C -0.59766 -0.29121 -0.60247 -0.27223 -0.59687 -0.26112 C -0.58138 -0.23033 -0.57734 -0.25834 -0.57526 -0.27014 C -0.57214 -0.30741 -0.57526 -0.26297 -0.57526 -0.33334 C -0.57526 -0.34005 -0.57487 -0.31968 -0.57396 -0.31297 C -0.57357 -0.31042 -0.57227 -0.30857 -0.57135 -0.30625 C -0.57096 -0.30186 -0.57018 -0.29283 -0.56888 -0.2882 C -0.5681 -0.28565 -0.56719 -0.28357 -0.56628 -0.28125 C -0.56549 -0.28727 -0.56484 -0.29352 -0.5638 -0.29954 C -0.56328 -0.30162 -0.56315 -0.30417 -0.5625 -0.30625 C -0.56185 -0.30857 -0.56081 -0.31065 -0.5599 -0.31297 C -0.55781 -0.31227 -0.55534 -0.31297 -0.55365 -0.31065 C -0.54466 -0.29885 -0.55378 -0.30209 -0.54727 -0.2926 C -0.54622 -0.29121 -0.54466 -0.29121 -0.54336 -0.29051 C -0.53411 -0.29121 -0.52435 -0.28797 -0.51549 -0.2926 C -0.51328 -0.29375 -0.51641 -0.30116 -0.51797 -0.30394 C -0.51927 -0.30625 -0.52135 -0.30556 -0.52305 -0.30625 C -0.52734 -0.30463 -0.53177 -0.30463 -0.53581 -0.30162 C -0.54023 -0.29838 -0.53802 -0.28218 -0.53711 -0.27917 C -0.5362 -0.27616 -0.53372 -0.2757 -0.53203 -0.27454 C -0.52565 -0.27084 -0.52057 -0.26968 -0.51419 -0.26783 C -0.51328 -0.27014 -0.51198 -0.272 -0.51159 -0.27454 C -0.51094 -0.28102 -0.51302 -0.30116 -0.50781 -0.30857 C -0.50677 -0.30996 -0.50534 -0.30996 -0.50404 -0.31065 C -0.49974 -0.30996 -0.49531 -0.31112 -0.49128 -0.30857 C -0.48997 -0.30764 -0.49036 -0.30394 -0.48997 -0.30162 C -0.48932 -0.29653 -0.48893 -0.28889 -0.4875 -0.28357 C -0.48685 -0.28125 -0.48581 -0.27917 -0.4849 -0.27686 C -0.48177 -0.25973 -0.48542 -0.27616 -0.48242 -0.29491 C -0.48138 -0.30116 -0.47747 -0.30232 -0.47474 -0.30394 C -0.47174 -0.30255 -0.46823 -0.30301 -0.46589 -0.29954 C -0.4638 -0.2963 -0.46328 -0.28588 -0.46328 -0.28565 C -0.46289 -0.28889 -0.46289 -0.29213 -0.46211 -0.29491 C -0.46055 -0.29954 -0.4569 -0.30325 -0.45443 -0.30625 C -0.45208 -0.30186 -0.44948 -0.29838 -0.44805 -0.2926 C -0.44701 -0.2882 -0.44557 -0.27917 -0.44557 -0.27894 C -0.44505 -0.27315 -0.44622 -0.26598 -0.44427 -0.26112 C -0.44206 -0.25556 -0.43568 -0.26991 -0.43529 -0.27014 C -0.43294 -0.272 -0.43021 -0.27153 -0.42773 -0.27223 C -0.42643 -0.27385 -0.42474 -0.27454 -0.42396 -0.27686 C -0.42253 -0.28079 -0.42135 -0.29051 -0.42135 -0.29028 C -0.42227 -0.29352 -0.4224 -0.29723 -0.42396 -0.29954 C -0.42526 -0.30139 -0.42734 -0.30047 -0.42904 -0.30162 C -0.44128 -0.31112 -0.42331 -0.30209 -0.43789 -0.30857 C -0.44089 -0.29792 -0.44427 -0.29028 -0.43789 -0.27686 C -0.43529 -0.2713 -0.42643 -0.27014 -0.42643 -0.26991 C -0.42266 -0.27153 -0.41875 -0.27292 -0.41497 -0.27454 C -0.41367 -0.27524 -0.4125 -0.27732 -0.4112 -0.27686 C -0.40964 -0.27639 -0.40872 -0.27338 -0.40742 -0.27223 C -0.40573 -0.27107 -0.40404 -0.27084 -0.40234 -0.27014 C -0.40182 -0.27917 -0.40169 -0.2882 -0.40104 -0.29723 C -0.40078 -0.29954 -0.40065 -0.30232 -0.39974 -0.30394 C -0.39883 -0.30556 -0.39714 -0.30533 -0.39596 -0.30625 C -0.39414 -0.30764 -0.39258 -0.30926 -0.39089 -0.31065 C -0.38867 -0.30996 -0.38607 -0.31112 -0.38451 -0.30857 C -0.38255 -0.3051 -0.3819 -0.29491 -0.3819 -0.29468 C -0.38242 -0.29121 -0.38203 -0.28681 -0.3832 -0.28357 C -0.38398 -0.28172 -0.38568 -0.28125 -0.38698 -0.28125 C -0.39167 -0.28125 -0.39635 -0.28287 -0.40104 -0.28357 C -0.40143 -0.28588 -0.40234 -0.28797 -0.40234 -0.29051 C -0.40234 -0.29491 -0.40208 -0.29977 -0.40104 -0.30394 C -0.40026 -0.30695 -0.3987 -0.3088 -0.39727 -0.31065 C -0.3944 -0.31412 -0.39141 -0.31575 -0.38828 -0.3176 C -0.38789 -0.31968 -0.38763 -0.32223 -0.38698 -0.32431 C -0.38216 -0.3419 -0.38646 -0.32084 -0.3832 -0.33797 C -0.38359 -0.31899 -0.38542 -0.30024 -0.38451 -0.28125 C -0.38437 -0.27871 -0.38151 -0.28357 -0.38073 -0.28588 C -0.3793 -0.28982 -0.37904 -0.29491 -0.37812 -0.29954 C -0.37617 -0.30996 -0.37708 -0.30394 -0.37565 -0.3176 C -0.37344 -0.31598 -0.37096 -0.31551 -0.36927 -0.31297 C -0.36823 -0.31158 -0.36862 -0.30834 -0.36797 -0.30625 C -0.36302 -0.29051 -0.36523 -0.29375 -0.35781 -0.29051 C -0.35521 -0.29121 -0.34935 -0.297 -0.35013 -0.2926 C -0.35052 -0.29051 -0.35117 -0.2882 -0.35143 -0.28588 C -0.35182 -0.28218 -0.35208 -0.27825 -0.35273 -0.27454 C -0.35326 -0.2713 -0.3543 -0.26852 -0.35521 -0.26551 C -0.35716 -0.25973 -0.35872 -0.25649 -0.36159 -0.25209 C -0.36315 -0.24954 -0.36484 -0.247 -0.36667 -0.24514 C -0.36784 -0.24399 -0.36927 -0.24375 -0.37044 -0.24283 C -0.37096 -0.24514 -0.37174 -0.24723 -0.37174 -0.24977 C -0.37174 -0.25787 -0.36979 -0.26227 -0.36536 -0.26551 C -0.35716 -0.27176 -0.34557 -0.2713 -0.3375 -0.27223 C -0.33698 -0.28218 -0.33685 -0.2919 -0.3362 -0.30162 C -0.33607 -0.30417 -0.3362 -0.30811 -0.3349 -0.30857 C -0.33112 -0.30973 -0.32721 -0.30695 -0.32344 -0.30625 C -0.3194 -0.28473 -0.32122 -0.29746 -0.31966 -0.26783 C -0.31237 -0.28727 -0.32109 -0.26274 -0.31589 -0.28125 C -0.3151 -0.2838 -0.31419 -0.28588 -0.31328 -0.2882 C -0.31289 -0.2919 -0.31315 -0.29607 -0.31198 -0.29954 C -0.31029 -0.30463 -0.30417 -0.30533 -0.30182 -0.30625 C -0.29805 -0.30556 -0.29362 -0.30764 -0.29036 -0.30394 C -0.2862 -0.29931 -0.29531 -0.29051 -0.29544 -0.29051 C -0.29922 -0.28866 -0.30312 -0.28889 -0.3069 -0.2882 C -0.30781 -0.28588 -0.30924 -0.28403 -0.30951 -0.28125 C -0.30964 -0.27894 -0.30898 -0.27639 -0.3082 -0.27454 C -0.30599 -0.26968 -0.30234 -0.26922 -0.29935 -0.26783 C -0.29701 -0.26922 -0.2901 -0.272 -0.28789 -0.27686 C -0.28698 -0.27871 -0.28698 -0.28125 -0.28659 -0.28357 C -0.2862 -0.28056 -0.28646 -0.27709 -0.28529 -0.27454 C -0.28451 -0.27269 -0.28268 -0.27338 -0.28151 -0.27223 C -0.28008 -0.27107 -0.27891 -0.26922 -0.27773 -0.26783 C -0.27721 -0.27686 -0.27839 -0.28658 -0.27643 -0.29491 C -0.27552 -0.29862 -0.27227 -0.29815 -0.27005 -0.29954 C -0.26836 -0.30047 -0.26667 -0.30093 -0.26497 -0.30162 C -0.26367 -0.30232 -0.26237 -0.30325 -0.2612 -0.30394 C -0.25951 -0.30325 -0.25742 -0.30371 -0.25612 -0.30162 C -0.25469 -0.29954 -0.25299 -0.28959 -0.25221 -0.28588 C -0.25104 -0.28889 -0.25 -0.29237 -0.24844 -0.29491 C -0.23997 -0.30996 -0.24883 -0.2882 -0.24206 -0.30625 C -0.24036 -0.30556 -0.23815 -0.30625 -0.23698 -0.30394 C -0.23568 -0.30093 -0.23646 -0.2963 -0.23568 -0.2926 C -0.23516 -0.29005 -0.23398 -0.2882 -0.2332 -0.28588 C -0.23294 -0.28172 -0.23516 -0.26112 -0.22812 -0.2632 C -0.22656 -0.26366 -0.22552 -0.26621 -0.22435 -0.26783 C -0.22383 -0.27084 -0.22344 -0.27385 -0.22305 -0.27686 C -0.22266 -0.27917 -0.22201 -0.28125 -0.22174 -0.28357 C -0.22109 -0.29121 -0.22096 -0.29862 -0.22044 -0.30625 C -0.22005 -0.30255 -0.21979 -0.29862 -0.21914 -0.29491 C -0.21888 -0.2926 -0.21823 -0.29051 -0.21797 -0.2882 C -0.21732 -0.28218 -0.21797 -0.2757 -0.21667 -0.27014 C -0.21615 -0.2676 -0.21406 -0.26713 -0.21289 -0.26551 C -0.21237 -0.26783 -0.21185 -0.26991 -0.21159 -0.27223 C -0.21107 -0.27616 -0.21159 -0.28056 -0.21029 -0.28357 C -0.20833 -0.28866 -0.19974 -0.28982 -0.19753 -0.29051 C -0.19466 -0.30625 -0.19245 -0.30255 -0.19883 -0.30625 C -0.20104 -0.30556 -0.20339 -0.30579 -0.20521 -0.30394 C -0.21185 -0.29746 -0.21185 -0.28936 -0.20898 -0.27686 C -0.20807 -0.27246 -0.20182 -0.27084 -0.20013 -0.27014 C -0.19753 -0.27084 -0.19466 -0.26991 -0.19245 -0.27223 C -0.18672 -0.27871 -0.19245 -0.28149 -0.18867 -0.2882 C -0.18776 -0.28982 -0.1862 -0.28982 -0.1849 -0.29051 C -0.17487 -0.29514 -0.17617 -0.29445 -0.16706 -0.29723 C -0.16745 -0.30325 -0.16549 -0.31204 -0.16836 -0.31528 C -0.17448 -0.32223 -0.18047 -0.31366 -0.1849 -0.30857 C -0.18529 -0.30625 -0.18711 -0.30348 -0.1862 -0.30162 C -0.18021 -0.29121 -0.17201 -0.2919 -0.16458 -0.29051 C -0.16497 -0.28658 -0.16471 -0.28241 -0.16576 -0.27917 C -0.16654 -0.27686 -0.16823 -0.2757 -0.16966 -0.27454 C -0.17201 -0.27269 -0.17474 -0.27153 -0.17721 -0.27014 C -0.18945 -0.26274 -0.18242 -0.26783 -0.1543 -0.26783 L -0.1543 -0.2676 " pathEditMode="relative" rAng="0" ptsTypes="AAAAAAAAAAAAAAAAAAAAAAAAAAAAAAAAAAAAAAAAAAAAAAAAAAAAAAAAAAAAAAAAAAAAAAAAAAAAAAAAAAAAAAAAAAAAAAAAAAAAAAAAAAAAAAAAAAAAAAAAAAAAAAAAAAAAAAAAAAAAAAAAAA">
                                      <p:cBhvr>
                                        <p:cTn id="9" dur="4000" fill="hold"/>
                                        <p:tgtEl>
                                          <p:spTgt spid="16"/>
                                        </p:tgtEl>
                                        <p:attrNameLst>
                                          <p:attrName>ppt_x</p:attrName>
                                          <p:attrName>ppt_y</p:attrName>
                                        </p:attrNameLst>
                                      </p:cBhvr>
                                      <p:rCtr x="22943" y="4606"/>
                                    </p:animMotion>
                                  </p:childTnLst>
                                </p:cTn>
                              </p:par>
                            </p:childTnLst>
                          </p:cTn>
                        </p:par>
                        <p:par>
                          <p:cTn id="10" fill="hold">
                            <p:stCondLst>
                              <p:cond delay="4400"/>
                            </p:stCondLst>
                            <p:childTnLst>
                              <p:par>
                                <p:cTn id="11" presetID="2" presetClass="exit" presetSubtype="4" fill="hold" nodeType="afterEffect">
                                  <p:stCondLst>
                                    <p:cond delay="0"/>
                                  </p:stCondLst>
                                  <p:childTnLst>
                                    <p:anim calcmode="lin" valueType="num">
                                      <p:cBhvr additive="base">
                                        <p:cTn id="12" dur="500"/>
                                        <p:tgtEl>
                                          <p:spTgt spid="16"/>
                                        </p:tgtEl>
                                        <p:attrNameLst>
                                          <p:attrName>ppt_x</p:attrName>
                                        </p:attrNameLst>
                                      </p:cBhvr>
                                      <p:tavLst>
                                        <p:tav tm="0">
                                          <p:val>
                                            <p:strVal val="ppt_x"/>
                                          </p:val>
                                        </p:tav>
                                        <p:tav tm="100000">
                                          <p:val>
                                            <p:strVal val="ppt_x"/>
                                          </p:val>
                                        </p:tav>
                                      </p:tavLst>
                                    </p:anim>
                                    <p:anim calcmode="lin" valueType="num">
                                      <p:cBhvr additive="base">
                                        <p:cTn id="13" dur="500"/>
                                        <p:tgtEl>
                                          <p:spTgt spid="16"/>
                                        </p:tgtEl>
                                        <p:attrNameLst>
                                          <p:attrName>ppt_y</p:attrName>
                                        </p:attrNameLst>
                                      </p:cBhvr>
                                      <p:tavLst>
                                        <p:tav tm="0">
                                          <p:val>
                                            <p:strVal val="ppt_y"/>
                                          </p:val>
                                        </p:tav>
                                        <p:tav tm="100000">
                                          <p:val>
                                            <p:strVal val="1+ppt_h/2"/>
                                          </p:val>
                                        </p:tav>
                                      </p:tavLst>
                                    </p:anim>
                                    <p:set>
                                      <p:cBhvr>
                                        <p:cTn id="14"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First law of Thermodynamics-Applications</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64404" y="105672"/>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15037" y="1637014"/>
            <a:ext cx="2080057" cy="369332"/>
          </a:xfrm>
          <a:prstGeom prst="rect">
            <a:avLst/>
          </a:prstGeom>
        </p:spPr>
        <p:txBody>
          <a:bodyPr wrap="none">
            <a:spAutoFit/>
          </a:bodyPr>
          <a:lstStyle/>
          <a:p>
            <a:pPr marL="285750" indent="-285750">
              <a:buFont typeface="Courier New" panose="02070309020205020404" pitchFamily="49" charset="0"/>
              <a:buChar char="o"/>
            </a:pPr>
            <a:r>
              <a:rPr lang="en-US" b="1" dirty="0">
                <a:solidFill>
                  <a:srgbClr val="FF0000"/>
                </a:solidFill>
                <a:latin typeface="Times New Roman" panose="02020603050405020304" pitchFamily="18" charset="0"/>
                <a:cs typeface="Times New Roman" panose="02020603050405020304" pitchFamily="18" charset="0"/>
              </a:rPr>
              <a:t>Isobaric</a:t>
            </a:r>
            <a:r>
              <a:rPr lang="en-US" b="1" dirty="0">
                <a:solidFill>
                  <a:srgbClr val="FF0000"/>
                </a:solidFill>
                <a:latin typeface="Open Sans" panose="020B0606030504020204" pitchFamily="34" charset="0"/>
              </a:rPr>
              <a:t> </a:t>
            </a:r>
            <a:r>
              <a:rPr lang="en-US" b="1" dirty="0">
                <a:solidFill>
                  <a:srgbClr val="FF0000"/>
                </a:solidFill>
                <a:latin typeface="Times New Roman" panose="02020603050405020304" pitchFamily="18" charset="0"/>
                <a:cs typeface="Times New Roman" panose="02020603050405020304" pitchFamily="18" charset="0"/>
              </a:rPr>
              <a:t>Process</a:t>
            </a:r>
            <a:endParaRPr lang="en-US" b="1" i="0" dirty="0">
              <a:solidFill>
                <a:srgbClr val="FF0000"/>
              </a:solidFill>
              <a:effectLst/>
              <a:latin typeface="Times New Roman" panose="02020603050405020304" pitchFamily="18" charset="0"/>
              <a:cs typeface="Times New Roman" panose="02020603050405020304" pitchFamily="18" charset="0"/>
            </a:endParaRPr>
          </a:p>
        </p:txBody>
      </p:sp>
      <p:pic>
        <p:nvPicPr>
          <p:cNvPr id="5122" name="Picture 2" descr="http://i.imgur.com/GP78veB.gif"/>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487497" y="4142723"/>
            <a:ext cx="2951609" cy="223305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15037" y="2144411"/>
            <a:ext cx="3704296" cy="1323439"/>
          </a:xfrm>
          <a:prstGeom prst="rect">
            <a:avLst/>
          </a:prstGeom>
        </p:spPr>
        <p:txBody>
          <a:bodyPr wrap="square">
            <a:spAutoFit/>
          </a:bodyPr>
          <a:lstStyle/>
          <a:p>
            <a:pPr marL="285750" indent="-285750" algn="just">
              <a:buFont typeface="Wingdings" panose="05000000000000000000" pitchFamily="2" charset="2"/>
              <a:buChar char="ü"/>
            </a:pPr>
            <a:r>
              <a:rPr lang="en-US" sz="1600" dirty="0">
                <a:solidFill>
                  <a:srgbClr val="1A1A1A"/>
                </a:solidFill>
                <a:latin typeface="Times New Roman" panose="02020603050405020304" pitchFamily="18" charset="0"/>
                <a:cs typeface="Times New Roman" panose="02020603050405020304" pitchFamily="18" charset="0"/>
              </a:rPr>
              <a:t>It is a process which occurs at constant pressure. The animation is that of a process whereby the pressure remains constant while temperature and volume vary in a system.</a:t>
            </a:r>
            <a:endParaRPr lang="en-US" sz="1600" dirty="0">
              <a:latin typeface="Times New Roman" panose="02020603050405020304" pitchFamily="18" charset="0"/>
              <a:cs typeface="Times New Roman" panose="02020603050405020304" pitchFamily="18" charset="0"/>
            </a:endParaRPr>
          </a:p>
        </p:txBody>
      </p:sp>
      <p:sp>
        <p:nvSpPr>
          <p:cNvPr id="5" name="Rectangle 4"/>
          <p:cNvSpPr/>
          <p:nvPr/>
        </p:nvSpPr>
        <p:spPr>
          <a:xfrm>
            <a:off x="3819333" y="1612854"/>
            <a:ext cx="2168222" cy="369332"/>
          </a:xfrm>
          <a:prstGeom prst="rect">
            <a:avLst/>
          </a:prstGeom>
        </p:spPr>
        <p:txBody>
          <a:bodyPr wrap="none">
            <a:spAutoFit/>
          </a:bodyPr>
          <a:lstStyle/>
          <a:p>
            <a:pPr marL="285750" indent="-285750">
              <a:buFont typeface="Courier New" panose="02070309020205020404" pitchFamily="49" charset="0"/>
              <a:buChar char="o"/>
            </a:pPr>
            <a:r>
              <a:rPr lang="en-US" b="1" dirty="0">
                <a:solidFill>
                  <a:srgbClr val="FF0000"/>
                </a:solidFill>
                <a:latin typeface="Times New Roman" panose="02020603050405020304" pitchFamily="18" charset="0"/>
                <a:cs typeface="Times New Roman" panose="02020603050405020304" pitchFamily="18" charset="0"/>
              </a:rPr>
              <a:t>Isochoric process</a:t>
            </a:r>
            <a:endParaRPr lang="en-US" b="1" i="0" dirty="0">
              <a:solidFill>
                <a:srgbClr val="FF0000"/>
              </a:solidFill>
              <a:effectLst/>
              <a:latin typeface="Times New Roman" panose="02020603050405020304" pitchFamily="18" charset="0"/>
              <a:cs typeface="Times New Roman" panose="02020603050405020304" pitchFamily="18" charset="0"/>
            </a:endParaRPr>
          </a:p>
        </p:txBody>
      </p:sp>
      <p:pic>
        <p:nvPicPr>
          <p:cNvPr id="5124" name="Picture 4" descr="http://i.imgur.com/jKcUN7o.gif"/>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8642994" y="4289901"/>
            <a:ext cx="2784634" cy="2109413"/>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p:cNvSpPr/>
          <p:nvPr/>
        </p:nvSpPr>
        <p:spPr>
          <a:xfrm>
            <a:off x="3819333" y="2025210"/>
            <a:ext cx="4356479" cy="2062103"/>
          </a:xfrm>
          <a:prstGeom prst="rect">
            <a:avLst/>
          </a:prstGeom>
        </p:spPr>
        <p:txBody>
          <a:bodyPr wrap="square">
            <a:spAutoFit/>
          </a:bodyPr>
          <a:lstStyle/>
          <a:p>
            <a:pPr marL="285750" indent="-285750" algn="just">
              <a:buFont typeface="Wingdings" panose="05000000000000000000" pitchFamily="2" charset="2"/>
              <a:buChar char="ü"/>
            </a:pPr>
            <a:r>
              <a:rPr lang="en-US" sz="1600" dirty="0">
                <a:solidFill>
                  <a:srgbClr val="1A1A1A"/>
                </a:solidFill>
                <a:latin typeface="Times New Roman" panose="02020603050405020304" pitchFamily="18" charset="0"/>
                <a:cs typeface="Times New Roman" panose="02020603050405020304" pitchFamily="18" charset="0"/>
              </a:rPr>
              <a:t>An isochoric process is that process which occurs at constant volume. The animation shows a cycle using two constant pressure processes and two constant volume processes. Its representation in a P-V diagram is a rectangle. The rectangle horizontal sides are the isobars and the rectangle vertical sides are the isochoric.</a:t>
            </a:r>
            <a:endParaRPr lang="en-US" sz="1600" dirty="0">
              <a:latin typeface="Times New Roman" panose="02020603050405020304" pitchFamily="18" charset="0"/>
              <a:cs typeface="Times New Roman" panose="02020603050405020304" pitchFamily="18" charset="0"/>
            </a:endParaRPr>
          </a:p>
        </p:txBody>
      </p:sp>
      <p:sp>
        <p:nvSpPr>
          <p:cNvPr id="19" name="Rectangle 18"/>
          <p:cNvSpPr/>
          <p:nvPr/>
        </p:nvSpPr>
        <p:spPr>
          <a:xfrm>
            <a:off x="8293371" y="1612854"/>
            <a:ext cx="2334935" cy="369332"/>
          </a:xfrm>
          <a:prstGeom prst="rect">
            <a:avLst/>
          </a:prstGeom>
        </p:spPr>
        <p:txBody>
          <a:bodyPr wrap="none">
            <a:spAutoFit/>
          </a:bodyPr>
          <a:lstStyle/>
          <a:p>
            <a:pPr marL="285750" indent="-285750">
              <a:buFont typeface="Courier New" panose="02070309020205020404" pitchFamily="49" charset="0"/>
              <a:buChar char="o"/>
            </a:pPr>
            <a:r>
              <a:rPr lang="en-US" b="1" dirty="0">
                <a:solidFill>
                  <a:srgbClr val="FF0000"/>
                </a:solidFill>
                <a:latin typeface="Times New Roman" panose="02020603050405020304" pitchFamily="18" charset="0"/>
                <a:cs typeface="Times New Roman" panose="02020603050405020304" pitchFamily="18" charset="0"/>
              </a:rPr>
              <a:t>Isothermal process</a:t>
            </a:r>
            <a:endParaRPr lang="en-US" b="1" i="0" dirty="0">
              <a:solidFill>
                <a:srgbClr val="FF0000"/>
              </a:solidFill>
              <a:effectLst/>
              <a:latin typeface="Times New Roman" panose="02020603050405020304" pitchFamily="18" charset="0"/>
              <a:cs typeface="Times New Roman" panose="02020603050405020304" pitchFamily="18" charset="0"/>
            </a:endParaRPr>
          </a:p>
        </p:txBody>
      </p:sp>
      <p:pic>
        <p:nvPicPr>
          <p:cNvPr id="5126" name="Picture 6" descr="http://i.imgur.com/2SGHPdW.gif"/>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4200270" y="4242824"/>
            <a:ext cx="1406347" cy="2156490"/>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p:cNvSpPr/>
          <p:nvPr/>
        </p:nvSpPr>
        <p:spPr>
          <a:xfrm>
            <a:off x="8293371" y="2006346"/>
            <a:ext cx="3674511" cy="1815882"/>
          </a:xfrm>
          <a:prstGeom prst="rect">
            <a:avLst/>
          </a:prstGeom>
        </p:spPr>
        <p:txBody>
          <a:bodyPr wrap="square">
            <a:spAutoFit/>
          </a:bodyPr>
          <a:lstStyle/>
          <a:p>
            <a:pPr marL="285750" indent="-285750" algn="just">
              <a:buFont typeface="Wingdings" panose="05000000000000000000" pitchFamily="2" charset="2"/>
              <a:buChar char="ü"/>
            </a:pPr>
            <a:r>
              <a:rPr lang="en-US" sz="1600" dirty="0">
                <a:solidFill>
                  <a:srgbClr val="1A1A1A"/>
                </a:solidFill>
                <a:latin typeface="Times New Roman" panose="02020603050405020304" pitchFamily="18" charset="0"/>
                <a:cs typeface="Times New Roman" panose="02020603050405020304" pitchFamily="18" charset="0"/>
              </a:rPr>
              <a:t>Occurs at a constant temperature, this typically occurs when a system is in contact with an outside thermal reservoir, and the change occurs slowly enough to allow the system to continually adjust to the temperature of the reservoir through heat exchange.</a:t>
            </a:r>
            <a:endParaRPr lang="en-US" sz="16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2562298145"/>
      </p:ext>
    </p:extLst>
  </p:cSld>
  <p:clrMapOvr>
    <a:masterClrMapping/>
  </p:clrMapOvr>
  <mc:AlternateContent xmlns:mc="http://schemas.openxmlformats.org/markup-compatibility/2006" xmlns:p14="http://schemas.microsoft.com/office/powerpoint/2010/main">
    <mc:Choice Requires="p14">
      <p:transition p14:dur="10" advTm="260429"/>
    </mc:Choice>
    <mc:Fallback xmlns="">
      <p:transition advTm="26042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10" presetClass="entr" presetSubtype="0" fill="hold" nodeType="withEffect">
                                  <p:stCondLst>
                                    <p:cond delay="0"/>
                                  </p:stCondLst>
                                  <p:childTnLst>
                                    <p:set>
                                      <p:cBhvr>
                                        <p:cTn id="20" dur="1" fill="hold">
                                          <p:stCondLst>
                                            <p:cond delay="0"/>
                                          </p:stCondLst>
                                        </p:cTn>
                                        <p:tgtEl>
                                          <p:spTgt spid="5122"/>
                                        </p:tgtEl>
                                        <p:attrNameLst>
                                          <p:attrName>style.visibility</p:attrName>
                                        </p:attrNameLst>
                                      </p:cBhvr>
                                      <p:to>
                                        <p:strVal val="visible"/>
                                      </p:to>
                                    </p:set>
                                    <p:animEffect transition="in" filter="fade">
                                      <p:cBhvr>
                                        <p:cTn id="21" dur="500"/>
                                        <p:tgtEl>
                                          <p:spTgt spid="512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nodeType="withEffect">
                                  <p:stCondLst>
                                    <p:cond delay="0"/>
                                  </p:stCondLst>
                                  <p:childTnLst>
                                    <p:set>
                                      <p:cBhvr>
                                        <p:cTn id="28" dur="1" fill="hold">
                                          <p:stCondLst>
                                            <p:cond delay="0"/>
                                          </p:stCondLst>
                                        </p:cTn>
                                        <p:tgtEl>
                                          <p:spTgt spid="5126"/>
                                        </p:tgtEl>
                                        <p:attrNameLst>
                                          <p:attrName>style.visibility</p:attrName>
                                        </p:attrNameLst>
                                      </p:cBhvr>
                                      <p:to>
                                        <p:strVal val="visible"/>
                                      </p:to>
                                    </p:set>
                                    <p:animEffect transition="in" filter="fade">
                                      <p:cBhvr>
                                        <p:cTn id="29" dur="500"/>
                                        <p:tgtEl>
                                          <p:spTgt spid="51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par>
                                <p:cTn id="35" presetID="10" presetClass="entr" presetSubtype="0" fill="hold" nodeType="withEffect">
                                  <p:stCondLst>
                                    <p:cond delay="0"/>
                                  </p:stCondLst>
                                  <p:childTnLst>
                                    <p:set>
                                      <p:cBhvr>
                                        <p:cTn id="36" dur="1" fill="hold">
                                          <p:stCondLst>
                                            <p:cond delay="0"/>
                                          </p:stCondLst>
                                        </p:cTn>
                                        <p:tgtEl>
                                          <p:spTgt spid="5124"/>
                                        </p:tgtEl>
                                        <p:attrNameLst>
                                          <p:attrName>style.visibility</p:attrName>
                                        </p:attrNameLst>
                                      </p:cBhvr>
                                      <p:to>
                                        <p:strVal val="visible"/>
                                      </p:to>
                                    </p:set>
                                    <p:animEffect transition="in" filter="fade">
                                      <p:cBhvr>
                                        <p:cTn id="37" dur="500"/>
                                        <p:tgtEl>
                                          <p:spTgt spid="5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18" grpId="0"/>
      <p:bldP spid="19" grpId="0"/>
      <p:bldP spid="20" grpId="0"/>
    </p:bldLst>
  </p:timing>
  <p:extLst>
    <p:ext uri="{3A86A75C-4F4B-4683-9AE1-C65F6400EC91}">
      <p14:laserTraceLst xmlns:p14="http://schemas.microsoft.com/office/powerpoint/2010/main">
        <p14:tracePtLst>
          <p14:tracePt t="2645" x="6546850" y="2765425"/>
          <p14:tracePt t="2653" x="6584950" y="2603500"/>
          <p14:tracePt t="2660" x="6596063" y="2414588"/>
          <p14:tracePt t="2669" x="6621463" y="2252663"/>
          <p14:tracePt t="2677" x="6621463" y="2101850"/>
          <p14:tracePt t="2685" x="6621463" y="1965325"/>
          <p14:tracePt t="2692" x="6621463" y="1839913"/>
          <p14:tracePt t="2701" x="6621463" y="1701800"/>
          <p14:tracePt t="2708" x="6621463" y="1601788"/>
          <p14:tracePt t="2717" x="6621463" y="1514475"/>
          <p14:tracePt t="2725" x="6608763" y="1427163"/>
          <p14:tracePt t="2733" x="6596063" y="1389063"/>
          <p14:tracePt t="2741" x="6596063" y="1363663"/>
          <p14:tracePt t="2749" x="6596063" y="1327150"/>
          <p14:tracePt t="2757" x="6596063" y="1314450"/>
          <p14:tracePt t="2765" x="6596063" y="1301750"/>
          <p14:tracePt t="2773" x="6596063" y="1289050"/>
          <p14:tracePt t="2789" x="6596063" y="1276350"/>
          <p14:tracePt t="2853" x="6596063" y="1263650"/>
          <p14:tracePt t="2860" x="6646863" y="1263650"/>
          <p14:tracePt t="2869" x="6734175" y="1263650"/>
          <p14:tracePt t="2877" x="6846888" y="1263650"/>
          <p14:tracePt t="2885" x="6997700" y="1263650"/>
          <p14:tracePt t="2893" x="7146925" y="1263650"/>
          <p14:tracePt t="2901" x="7372350" y="1263650"/>
          <p14:tracePt t="2908" x="7561263" y="1238250"/>
          <p14:tracePt t="2917" x="7723188" y="1238250"/>
          <p14:tracePt t="2925" x="7910513" y="1238250"/>
          <p14:tracePt t="2933" x="8023225" y="1227138"/>
          <p14:tracePt t="2947" x="8148638" y="1201738"/>
          <p14:tracePt t="2949" x="8235950" y="1201738"/>
          <p14:tracePt t="2957" x="8274050" y="1176338"/>
          <p14:tracePt t="2965" x="8286750" y="1176338"/>
          <p14:tracePt t="2973" x="8299450" y="1176338"/>
          <p14:tracePt t="3053" x="8286750" y="1176338"/>
          <p14:tracePt t="3061" x="8248650" y="1176338"/>
          <p14:tracePt t="3069" x="8186738" y="1176338"/>
          <p14:tracePt t="3077" x="8074025" y="1176338"/>
          <p14:tracePt t="3085" x="7886700" y="1176338"/>
          <p14:tracePt t="3092" x="7635875" y="1176338"/>
          <p14:tracePt t="3101" x="7259638" y="1176338"/>
          <p14:tracePt t="3109" x="6721475" y="1176338"/>
          <p14:tracePt t="3117" x="6270625" y="1150938"/>
          <p14:tracePt t="3125" x="5757863" y="1150938"/>
          <p14:tracePt t="3133" x="5281613" y="1150938"/>
          <p14:tracePt t="3141" x="4794250" y="1114425"/>
          <p14:tracePt t="3149" x="4430713" y="1050925"/>
          <p14:tracePt t="3157" x="4081463" y="1014413"/>
          <p14:tracePt t="3164" x="3892550" y="989013"/>
          <p14:tracePt t="3173" x="3717925" y="950913"/>
          <p14:tracePt t="3181" x="3541713" y="950913"/>
          <p14:tracePt t="3189" x="3392488" y="950913"/>
          <p14:tracePt t="3197" x="3228975" y="950913"/>
          <p14:tracePt t="3205" x="3092450" y="950913"/>
          <p14:tracePt t="3212" x="2979738" y="950913"/>
          <p14:tracePt t="3221" x="2867025" y="950913"/>
          <p14:tracePt t="3228" x="2790825" y="963613"/>
          <p14:tracePt t="3237" x="2703513" y="976313"/>
          <p14:tracePt t="3245" x="2616200" y="976313"/>
          <p14:tracePt t="3253" x="2554288" y="976313"/>
          <p14:tracePt t="3260" x="2478088" y="976313"/>
          <p14:tracePt t="3269" x="2428875" y="976313"/>
          <p14:tracePt t="3276" x="2378075" y="976313"/>
          <p14:tracePt t="3285" x="2328863" y="976313"/>
          <p14:tracePt t="3293" x="2252663" y="976313"/>
          <p14:tracePt t="3301" x="2178050" y="976313"/>
          <p14:tracePt t="3309" x="2103438" y="976313"/>
          <p14:tracePt t="3317" x="2039938" y="976313"/>
          <p14:tracePt t="3325" x="1939925" y="976313"/>
          <p14:tracePt t="3333" x="1852613" y="976313"/>
          <p14:tracePt t="3341" x="1765300" y="976313"/>
          <p14:tracePt t="3349" x="1689100" y="963613"/>
          <p14:tracePt t="3357" x="1652588" y="963613"/>
          <p14:tracePt t="3365" x="1639888" y="963613"/>
          <p14:tracePt t="3373" x="1601788" y="950913"/>
          <p14:tracePt t="3382" x="1589088" y="925513"/>
          <p14:tracePt t="3389" x="1565275" y="925513"/>
          <p14:tracePt t="3405" x="1552575" y="925513"/>
          <p14:tracePt t="3413" x="1514475" y="925513"/>
          <p14:tracePt t="3421" x="1501775" y="925513"/>
          <p14:tracePt t="3428" x="1452563" y="925513"/>
          <p14:tracePt t="3437" x="1414463" y="925513"/>
          <p14:tracePt t="3445" x="1363663" y="925513"/>
          <p14:tracePt t="3453" x="1301750" y="925513"/>
          <p14:tracePt t="3461" x="1214438" y="925513"/>
          <p14:tracePt t="3469" x="1150938" y="925513"/>
          <p14:tracePt t="3477" x="1076325" y="925513"/>
          <p14:tracePt t="3485" x="1027113" y="925513"/>
          <p14:tracePt t="3493" x="976313" y="925513"/>
          <p14:tracePt t="3501" x="938213" y="925513"/>
          <p14:tracePt t="3509" x="889000" y="925513"/>
          <p14:tracePt t="3517" x="863600" y="925513"/>
          <p14:tracePt t="3524" x="825500" y="925513"/>
          <p14:tracePt t="3533" x="763588" y="925513"/>
          <p14:tracePt t="3541" x="712788" y="925513"/>
          <p14:tracePt t="3549" x="625475" y="938213"/>
          <p14:tracePt t="3557" x="563563" y="950913"/>
          <p14:tracePt t="3566" x="488950" y="976313"/>
          <p14:tracePt t="3573" x="438150" y="989013"/>
          <p14:tracePt t="3580" x="376238" y="989013"/>
          <p14:tracePt t="3589" x="350838" y="1001713"/>
          <p14:tracePt t="3596" x="338138" y="1001713"/>
          <p14:tracePt t="3613" x="325438" y="1001713"/>
          <p14:tracePt t="3629" x="312738" y="1001713"/>
          <p14:tracePt t="3661" x="300038" y="1001713"/>
          <p14:tracePt t="3677" x="274638" y="1025525"/>
          <p14:tracePt t="3685" x="263525" y="1025525"/>
          <p14:tracePt t="3693" x="250825" y="1025525"/>
          <p14:tracePt t="3701" x="250825" y="1038225"/>
          <p14:tracePt t="3708" x="238125" y="1038225"/>
          <p14:tracePt t="3741" x="225425" y="1063625"/>
          <p14:tracePt t="3757" x="212725" y="1089025"/>
          <p14:tracePt t="3764" x="212725" y="1101725"/>
          <p14:tracePt t="3781" x="212725" y="1114425"/>
          <p14:tracePt t="3797" x="212725" y="1138238"/>
          <p14:tracePt t="3812" x="212725" y="1150938"/>
          <p14:tracePt t="3821" x="212725" y="1176338"/>
          <p14:tracePt t="3837" x="212725" y="1189038"/>
          <p14:tracePt t="3844" x="225425" y="1201738"/>
          <p14:tracePt t="3853" x="238125" y="1227138"/>
          <p14:tracePt t="3860" x="274638" y="1238250"/>
          <p14:tracePt t="3869" x="338138" y="1263650"/>
          <p14:tracePt t="3876" x="350838" y="1276350"/>
          <p14:tracePt t="3885" x="387350" y="1301750"/>
          <p14:tracePt t="3892" x="450850" y="1327150"/>
          <p14:tracePt t="3901" x="488950" y="1339850"/>
          <p14:tracePt t="3908" x="563563" y="1363663"/>
          <p14:tracePt t="3917" x="612775" y="1389063"/>
          <p14:tracePt t="3924" x="676275" y="1389063"/>
          <p14:tracePt t="3934" x="750888" y="1401763"/>
          <p14:tracePt t="3941" x="788988" y="1401763"/>
          <p14:tracePt t="3949" x="838200" y="1401763"/>
          <p14:tracePt t="3956" x="863600" y="1401763"/>
          <p14:tracePt t="3964" x="876300" y="1401763"/>
          <p14:tracePt t="3973" x="914400" y="1401763"/>
          <p14:tracePt t="3980" x="938213" y="1389063"/>
          <p14:tracePt t="3989" x="989013" y="1363663"/>
          <p14:tracePt t="3996" x="1027113" y="1339850"/>
          <p14:tracePt t="4005" x="1050925" y="1327150"/>
          <p14:tracePt t="4012" x="1101725" y="1289050"/>
          <p14:tracePt t="4021" x="1127125" y="1289050"/>
          <p14:tracePt t="4029" x="1163638" y="1276350"/>
          <p14:tracePt t="4037" x="1201738" y="1263650"/>
          <p14:tracePt t="4044" x="1239838" y="1238250"/>
          <p14:tracePt t="4053" x="1263650" y="1238250"/>
          <p14:tracePt t="4061" x="1289050" y="1238250"/>
          <p14:tracePt t="4069" x="1301750" y="1238250"/>
          <p14:tracePt t="4076" x="1314450" y="1238250"/>
          <p14:tracePt t="4085" x="1327150" y="1238250"/>
          <p14:tracePt t="4092" x="1339850" y="1238250"/>
          <p14:tracePt t="4100" x="1376363" y="1238250"/>
          <p14:tracePt t="4109" x="1414463" y="1238250"/>
          <p14:tracePt t="4117" x="1439863" y="1238250"/>
          <p14:tracePt t="4124" x="1501775" y="1238250"/>
          <p14:tracePt t="4132" x="1527175" y="1238250"/>
          <p14:tracePt t="4141" x="1601788" y="1238250"/>
          <p14:tracePt t="4148" x="1701800" y="1238250"/>
          <p14:tracePt t="4157" x="1790700" y="1238250"/>
          <p14:tracePt t="4164" x="1878013" y="1238250"/>
          <p14:tracePt t="4172" x="1952625" y="1238250"/>
          <p14:tracePt t="4180" x="2027238" y="1238250"/>
          <p14:tracePt t="4189" x="2090738" y="1238250"/>
          <p14:tracePt t="4196" x="2152650" y="1227138"/>
          <p14:tracePt t="4205" x="2203450" y="1214438"/>
          <p14:tracePt t="4213" x="2228850" y="1214438"/>
          <p14:tracePt t="4221" x="2252663" y="1214438"/>
          <p14:tracePt t="4229" x="2278063" y="1201738"/>
          <p14:tracePt t="4237" x="2303463" y="1201738"/>
          <p14:tracePt t="4244" x="2316163" y="1201738"/>
          <p14:tracePt t="4253" x="2328863" y="1201738"/>
          <p14:tracePt t="4261" x="2339975" y="1201738"/>
          <p14:tracePt t="4277" x="2352675" y="1201738"/>
          <p14:tracePt t="4284" x="2390775" y="1201738"/>
          <p14:tracePt t="4293" x="2416175" y="1201738"/>
          <p14:tracePt t="4301" x="2428875" y="1201738"/>
          <p14:tracePt t="4309" x="2452688" y="1201738"/>
          <p14:tracePt t="4318" x="2478088" y="1201738"/>
          <p14:tracePt t="4325" x="2503488" y="1201738"/>
          <p14:tracePt t="4332" x="2541588" y="1201738"/>
          <p14:tracePt t="4341" x="2565400" y="1201738"/>
          <p14:tracePt t="4349" x="2603500" y="1201738"/>
          <p14:tracePt t="4357" x="2641600" y="1201738"/>
          <p14:tracePt t="4364" x="2678113" y="1201738"/>
          <p14:tracePt t="4373" x="2728913" y="1201738"/>
          <p14:tracePt t="4381" x="2767013" y="1201738"/>
          <p14:tracePt t="4389" x="2828925" y="1201738"/>
          <p14:tracePt t="4396" x="2890838" y="1201738"/>
          <p14:tracePt t="4405" x="2954338" y="1201738"/>
          <p14:tracePt t="4413" x="3028950" y="1201738"/>
          <p14:tracePt t="4421" x="3141663" y="1176338"/>
          <p14:tracePt t="4429" x="3228975" y="1176338"/>
          <p14:tracePt t="4437" x="3328988" y="1150938"/>
          <p14:tracePt t="4445" x="3454400" y="1125538"/>
          <p14:tracePt t="4453" x="3554413" y="1114425"/>
          <p14:tracePt t="4461" x="3667125" y="1114425"/>
          <p14:tracePt t="4469" x="3792538" y="1101725"/>
          <p14:tracePt t="4477" x="3905250" y="1089025"/>
          <p14:tracePt t="4485" x="3992563" y="1089025"/>
          <p14:tracePt t="4493" x="4043363" y="1089025"/>
          <p14:tracePt t="4502" x="4117975" y="1089025"/>
          <p14:tracePt t="4509" x="4156075" y="1089025"/>
          <p14:tracePt t="4517" x="4205288" y="1089025"/>
          <p14:tracePt t="4525" x="4243388" y="1089025"/>
          <p14:tracePt t="4533" x="4305300" y="1089025"/>
          <p14:tracePt t="4541" x="4368800" y="1089025"/>
          <p14:tracePt t="4548" x="4418013" y="1089025"/>
          <p14:tracePt t="4557" x="4506913" y="1089025"/>
          <p14:tracePt t="4564" x="4594225" y="1089025"/>
          <p14:tracePt t="4573" x="4668838" y="1089025"/>
          <p14:tracePt t="4581" x="4756150" y="1089025"/>
          <p14:tracePt t="4589" x="4832350" y="1089025"/>
          <p14:tracePt t="4597" x="4894263" y="1089025"/>
          <p14:tracePt t="4605" x="4981575" y="1089025"/>
          <p14:tracePt t="4613" x="5045075" y="1089025"/>
          <p14:tracePt t="4621" x="5119688" y="1089025"/>
          <p14:tracePt t="4629" x="5181600" y="1089025"/>
          <p14:tracePt t="4637" x="5232400" y="1089025"/>
          <p14:tracePt t="4645" x="5319713" y="1089025"/>
          <p14:tracePt t="4653" x="5383213" y="1089025"/>
          <p14:tracePt t="4661" x="5419725" y="1089025"/>
          <p14:tracePt t="4669" x="5483225" y="1089025"/>
          <p14:tracePt t="4677" x="5519738" y="1089025"/>
          <p14:tracePt t="4685" x="5570538" y="1089025"/>
          <p14:tracePt t="4693" x="5595938" y="1089025"/>
          <p14:tracePt t="4701" x="5632450" y="1089025"/>
          <p14:tracePt t="4709" x="5670550" y="1089025"/>
          <p14:tracePt t="4717" x="5719763" y="1076325"/>
          <p14:tracePt t="4725" x="5757863" y="1063625"/>
          <p14:tracePt t="4733" x="5770563" y="1063625"/>
          <p14:tracePt t="4741" x="5783263" y="1063625"/>
          <p14:tracePt t="4749" x="5821363" y="1063625"/>
          <p14:tracePt t="4781" x="5832475" y="1063625"/>
          <p14:tracePt t="4829" x="5845175" y="1050925"/>
          <p14:tracePt t="4845" x="5857875" y="1050925"/>
          <p14:tracePt t="4861" x="5870575" y="1050925"/>
          <p14:tracePt t="4869" x="5883275" y="1050925"/>
          <p14:tracePt t="4877" x="5895975" y="1063625"/>
          <p14:tracePt t="4893" x="5908675" y="1063625"/>
          <p14:tracePt t="4900" x="5921375" y="1063625"/>
          <p14:tracePt t="4908" x="5932488" y="1063625"/>
          <p14:tracePt t="4925" x="5932488" y="1076325"/>
          <p14:tracePt t="5029" x="5945188" y="1076325"/>
          <p14:tracePt t="5045" x="5945188" y="1089025"/>
          <p14:tracePt t="5117" x="5957888" y="1089025"/>
          <p14:tracePt t="5125" x="5957888" y="1101725"/>
          <p14:tracePt t="5173" x="5957888" y="1114425"/>
          <p14:tracePt t="5189" x="5957888" y="1125538"/>
          <p14:tracePt t="5205" x="5957888" y="1150938"/>
          <p14:tracePt t="5221" x="5932488" y="1176338"/>
          <p14:tracePt t="5236" x="5921375" y="1176338"/>
          <p14:tracePt t="5245" x="5908675" y="1176338"/>
          <p14:tracePt t="5253" x="5895975" y="1189038"/>
          <p14:tracePt t="5301" x="5883275" y="1189038"/>
          <p14:tracePt t="5317" x="5870575" y="1189038"/>
          <p14:tracePt t="5333" x="5857875" y="1189038"/>
          <p14:tracePt t="5365" x="5845175" y="1189038"/>
          <p14:tracePt t="5405" x="5832475" y="1189038"/>
          <p14:tracePt t="5413" x="5821363" y="1189038"/>
          <p14:tracePt t="5453" x="5808663" y="1189038"/>
          <p14:tracePt t="5461" x="5795963" y="1189038"/>
          <p14:tracePt t="5477" x="5783263" y="1189038"/>
          <p14:tracePt t="5501" x="5770563" y="1189038"/>
          <p14:tracePt t="5509" x="5757863" y="1189038"/>
          <p14:tracePt t="5516" x="5745163" y="1214438"/>
          <p14:tracePt t="5532" x="5732463" y="1214438"/>
          <p14:tracePt t="5541" x="5719763" y="1214438"/>
          <p14:tracePt t="5548" x="5708650" y="1214438"/>
          <p14:tracePt t="5581" x="5695950" y="1214438"/>
          <p14:tracePt t="5613" x="5683250" y="1214438"/>
          <p14:tracePt t="5628" x="5670550" y="1214438"/>
          <p14:tracePt t="5653" x="5657850" y="1214438"/>
          <p14:tracePt t="6429" x="5632450" y="1214438"/>
          <p14:tracePt t="6437" x="5557838" y="1214438"/>
          <p14:tracePt t="6445" x="5507038" y="1214438"/>
          <p14:tracePt t="6452" x="5394325" y="1214438"/>
          <p14:tracePt t="6461" x="5294313" y="1214438"/>
          <p14:tracePt t="6468" x="5194300" y="1214438"/>
          <p14:tracePt t="6477" x="5145088" y="1214438"/>
          <p14:tracePt t="6485" x="5094288" y="1214438"/>
          <p14:tracePt t="6493" x="5057775" y="1214438"/>
          <p14:tracePt t="6500" x="5045075" y="1214438"/>
          <p14:tracePt t="6509" x="5032375" y="1214438"/>
          <p14:tracePt t="7301" x="5032375" y="1227138"/>
          <p14:tracePt t="7317" x="5032375" y="1238250"/>
          <p14:tracePt t="7324" x="5032375" y="1250950"/>
          <p14:tracePt t="7340" x="5032375" y="1263650"/>
          <p14:tracePt t="7348" x="5032375" y="1289050"/>
          <p14:tracePt t="7365" x="5032375" y="1301750"/>
          <p14:tracePt t="7372" x="5032375" y="1314450"/>
          <p14:tracePt t="7381" x="5032375" y="1327150"/>
          <p14:tracePt t="7388" x="5032375" y="1339850"/>
          <p14:tracePt t="7397" x="5032375" y="1350963"/>
          <p14:tracePt t="7404" x="5032375" y="1376363"/>
          <p14:tracePt t="7413" x="5019675" y="1401763"/>
          <p14:tracePt t="7421" x="4994275" y="1450975"/>
          <p14:tracePt t="7429" x="4968875" y="1476375"/>
          <p14:tracePt t="7437" x="4919663" y="1539875"/>
          <p14:tracePt t="7444" x="4881563" y="1601788"/>
          <p14:tracePt t="7453" x="4794250" y="1663700"/>
          <p14:tracePt t="7461" x="4694238" y="1739900"/>
          <p14:tracePt t="7469" x="4556125" y="1814513"/>
          <p14:tracePt t="7477" x="4394200" y="1914525"/>
          <p14:tracePt t="7485" x="4217988" y="1989138"/>
          <p14:tracePt t="7493" x="4030663" y="2078038"/>
          <p14:tracePt t="7501" x="3856038" y="2114550"/>
          <p14:tracePt t="7509" x="3705225" y="2152650"/>
          <p14:tracePt t="7517" x="3567113" y="2178050"/>
          <p14:tracePt t="7524" x="3467100" y="2214563"/>
          <p14:tracePt t="7533" x="3367088" y="2227263"/>
          <p14:tracePt t="7540" x="3279775" y="2227263"/>
          <p14:tracePt t="7548" x="3179763" y="2239963"/>
          <p14:tracePt t="7557" x="3092450" y="2252663"/>
          <p14:tracePt t="7565" x="2992438" y="2278063"/>
          <p14:tracePt t="7572" x="2916238" y="2290763"/>
          <p14:tracePt t="7581" x="2816225" y="2303463"/>
          <p14:tracePt t="7588" x="2754313" y="2303463"/>
          <p14:tracePt t="7597" x="2678113" y="2314575"/>
          <p14:tracePt t="7605" x="2628900" y="2314575"/>
          <p14:tracePt t="7613" x="2565400" y="2327275"/>
          <p14:tracePt t="7621" x="2516188" y="2327275"/>
          <p14:tracePt t="7629" x="2478088" y="2327275"/>
          <p14:tracePt t="7636" x="2465388" y="2327275"/>
          <p14:tracePt t="7644" x="2441575" y="2327275"/>
          <p14:tracePt t="7653" x="2428875" y="2327275"/>
          <p14:tracePt t="7661" x="2390775" y="2327275"/>
          <p14:tracePt t="7668" x="2352675" y="2327275"/>
          <p14:tracePt t="7677" x="2328863" y="2327275"/>
          <p14:tracePt t="7685" x="2290763" y="2327275"/>
          <p14:tracePt t="7693" x="2252663" y="2339975"/>
          <p14:tracePt t="7701" x="2239963" y="2339975"/>
          <p14:tracePt t="7708" x="2216150" y="2352675"/>
          <p14:tracePt t="7717" x="2203450" y="2352675"/>
          <p14:tracePt t="7724" x="2178050" y="2352675"/>
          <p14:tracePt t="7773" x="2165350" y="2352675"/>
          <p14:tracePt t="7781" x="2127250" y="2390775"/>
          <p14:tracePt t="7789" x="2090738" y="2390775"/>
          <p14:tracePt t="7797" x="2052638" y="2427288"/>
          <p14:tracePt t="7805" x="2003425" y="2452688"/>
          <p14:tracePt t="7813" x="1952625" y="2478088"/>
          <p14:tracePt t="7820" x="1890713" y="2503488"/>
          <p14:tracePt t="7829" x="1852613" y="2540000"/>
          <p14:tracePt t="7837" x="1814513" y="2552700"/>
          <p14:tracePt t="7845" x="1801813" y="2552700"/>
          <p14:tracePt t="7853" x="1778000" y="2565400"/>
          <p14:tracePt t="7861" x="1765300" y="2565400"/>
          <p14:tracePt t="7869" x="1739900" y="2565400"/>
          <p14:tracePt t="7878" x="1727200" y="2590800"/>
          <p14:tracePt t="8189" x="1714500" y="2603500"/>
          <p14:tracePt t="8197" x="1677988" y="2627313"/>
          <p14:tracePt t="8204" x="1639888" y="2640013"/>
          <p14:tracePt t="8213" x="1601788" y="2678113"/>
          <p14:tracePt t="8220" x="1527175" y="2690813"/>
          <p14:tracePt t="8229" x="1427163" y="2703513"/>
          <p14:tracePt t="8237" x="1339850" y="2716213"/>
          <p14:tracePt t="8246" x="1252538" y="2716213"/>
          <p14:tracePt t="8253" x="1150938" y="2716213"/>
          <p14:tracePt t="8261" x="1076325" y="2716213"/>
          <p14:tracePt t="8269" x="938213" y="2690813"/>
          <p14:tracePt t="8277" x="825500" y="2652713"/>
          <p14:tracePt t="8285" x="725488" y="2590800"/>
          <p14:tracePt t="8292" x="638175" y="2552700"/>
          <p14:tracePt t="8301" x="563563" y="2527300"/>
          <p14:tracePt t="8308" x="525463" y="2527300"/>
          <p14:tracePt t="8317" x="488950" y="2490788"/>
          <p14:tracePt t="8324" x="476250" y="2490788"/>
          <p14:tracePt t="8421" x="476250" y="2465388"/>
          <p14:tracePt t="8429" x="476250" y="2452688"/>
          <p14:tracePt t="8437" x="450850" y="2414588"/>
          <p14:tracePt t="8445" x="400050" y="2365375"/>
          <p14:tracePt t="8453" x="376238" y="2327275"/>
          <p14:tracePt t="8460" x="338138" y="2303463"/>
          <p14:tracePt t="8469" x="325438" y="2290763"/>
          <p14:tracePt t="8476" x="312738" y="2278063"/>
          <p14:tracePt t="8485" x="300038" y="2278063"/>
          <p14:tracePt t="8501" x="300038" y="2265363"/>
          <p14:tracePt t="8596" x="312738" y="2265363"/>
          <p14:tracePt t="8613" x="325438" y="2265363"/>
          <p14:tracePt t="8621" x="338138" y="2265363"/>
          <p14:tracePt t="8701" x="363538" y="2265363"/>
          <p14:tracePt t="8709" x="376238" y="2265363"/>
          <p14:tracePt t="8812" x="387350" y="2265363"/>
          <p14:tracePt t="8820" x="400050" y="2265363"/>
          <p14:tracePt t="8828" x="412750" y="2265363"/>
          <p14:tracePt t="8836" x="412750" y="2252663"/>
          <p14:tracePt t="8844" x="438150" y="2239963"/>
          <p14:tracePt t="8852" x="438150" y="2227263"/>
          <p14:tracePt t="8860" x="450850" y="2214563"/>
          <p14:tracePt t="8869" x="450850" y="2201863"/>
          <p14:tracePt t="8876" x="463550" y="2201863"/>
          <p14:tracePt t="8885" x="476250" y="2190750"/>
          <p14:tracePt t="8892" x="476250" y="2178050"/>
          <p14:tracePt t="8901" x="500063" y="2152650"/>
          <p14:tracePt t="8908" x="512763" y="2127250"/>
          <p14:tracePt t="8916" x="525463" y="2101850"/>
          <p14:tracePt t="8924" x="538163" y="2078038"/>
          <p14:tracePt t="8932" x="538163" y="2065338"/>
          <p14:tracePt t="8956" x="538163" y="2052638"/>
          <p14:tracePt t="9052" x="525463" y="2052638"/>
          <p14:tracePt t="9060" x="512763" y="2052638"/>
          <p14:tracePt t="9087" x="500063" y="2052638"/>
          <p14:tracePt t="9092" x="488950" y="2052638"/>
          <p14:tracePt t="9141" x="476250" y="2052638"/>
          <p14:tracePt t="9292" x="488950" y="2052638"/>
          <p14:tracePt t="9301" x="500063" y="2052638"/>
          <p14:tracePt t="9340" x="525463" y="2052638"/>
          <p14:tracePt t="9348" x="538163" y="2052638"/>
          <p14:tracePt t="9364" x="550863" y="2052638"/>
          <p14:tracePt t="9373" x="563563" y="2065338"/>
          <p14:tracePt t="9381" x="588963" y="2078038"/>
          <p14:tracePt t="9389" x="600075" y="2078038"/>
          <p14:tracePt t="9397" x="638175" y="2101850"/>
          <p14:tracePt t="9405" x="663575" y="2101850"/>
          <p14:tracePt t="9412" x="688975" y="2114550"/>
          <p14:tracePt t="9420" x="712788" y="2114550"/>
          <p14:tracePt t="9428" x="725488" y="2114550"/>
          <p14:tracePt t="9437" x="738188" y="2114550"/>
          <p14:tracePt t="9444" x="750888" y="2114550"/>
          <p14:tracePt t="9460" x="763588" y="2114550"/>
          <p14:tracePt t="9469" x="776288" y="2114550"/>
          <p14:tracePt t="9476" x="801688" y="2114550"/>
          <p14:tracePt t="9485" x="838200" y="2114550"/>
          <p14:tracePt t="9492" x="863600" y="2114550"/>
          <p14:tracePt t="9501" x="914400" y="2114550"/>
          <p14:tracePt t="9508" x="989013" y="2114550"/>
          <p14:tracePt t="9517" x="1063625" y="2114550"/>
          <p14:tracePt t="9524" x="1114425" y="2114550"/>
          <p14:tracePt t="9533" x="1176338" y="2114550"/>
          <p14:tracePt t="9541" x="1214438" y="2114550"/>
          <p14:tracePt t="9549" x="1276350" y="2114550"/>
          <p14:tracePt t="9557" x="1339850" y="2114550"/>
          <p14:tracePt t="9566" x="1389063" y="2114550"/>
          <p14:tracePt t="9573" x="1439863" y="2114550"/>
          <p14:tracePt t="9580" x="1489075" y="2101850"/>
          <p14:tracePt t="9589" x="1539875" y="2101850"/>
          <p14:tracePt t="9596" x="1601788" y="2089150"/>
          <p14:tracePt t="9605" x="1639888" y="2089150"/>
          <p14:tracePt t="9612" x="1652588" y="2078038"/>
          <p14:tracePt t="9621" x="1677988" y="2078038"/>
          <p14:tracePt t="9628" x="1689100" y="2078038"/>
          <p14:tracePt t="9644" x="1714500" y="2078038"/>
          <p14:tracePt t="9661" x="1727200" y="2078038"/>
          <p14:tracePt t="9677" x="1739900" y="2078038"/>
          <p14:tracePt t="9685" x="1752600" y="2078038"/>
          <p14:tracePt t="9692" x="1765300" y="2078038"/>
          <p14:tracePt t="9700" x="1790700" y="2052638"/>
          <p14:tracePt t="9708" x="1801813" y="2052638"/>
          <p14:tracePt t="9733" x="1814513" y="2052638"/>
          <p14:tracePt t="9845" x="1827213" y="2052638"/>
          <p14:tracePt t="9885" x="1839913" y="2052638"/>
          <p14:tracePt t="10501" x="1865313" y="2052638"/>
          <p14:tracePt t="10508" x="1903413" y="2065338"/>
          <p14:tracePt t="10516" x="1952625" y="2078038"/>
          <p14:tracePt t="10524" x="1990725" y="2089150"/>
          <p14:tracePt t="10532" x="2090738" y="2114550"/>
          <p14:tracePt t="10540" x="2216150" y="2139950"/>
          <p14:tracePt t="10548" x="2328863" y="2190750"/>
          <p14:tracePt t="10557" x="2503488" y="2227263"/>
          <p14:tracePt t="10564" x="2667000" y="2252663"/>
          <p14:tracePt t="10573" x="2890838" y="2303463"/>
          <p14:tracePt t="10580" x="3054350" y="2314575"/>
          <p14:tracePt t="10589" x="3254375" y="2327275"/>
          <p14:tracePt t="10596" x="3505200" y="2327275"/>
          <p14:tracePt t="10604" x="3679825" y="2339975"/>
          <p14:tracePt t="10612" x="3843338" y="2339975"/>
          <p14:tracePt t="10620" x="3992563" y="2339975"/>
          <p14:tracePt t="10628" x="4117975" y="2339975"/>
          <p14:tracePt t="10636" x="4181475" y="2339975"/>
          <p14:tracePt t="10644" x="4230688" y="2339975"/>
          <p14:tracePt t="10653" x="4256088" y="2365375"/>
          <p14:tracePt t="10757" x="4268788" y="2365375"/>
          <p14:tracePt t="10764" x="4318000" y="2314575"/>
          <p14:tracePt t="10773" x="4318000" y="2265363"/>
          <p14:tracePt t="10780" x="4318000" y="2214563"/>
          <p14:tracePt t="10789" x="4318000" y="2165350"/>
          <p14:tracePt t="10796" x="4318000" y="2127250"/>
          <p14:tracePt t="10805" x="4318000" y="2101850"/>
          <p14:tracePt t="10812" x="4318000" y="2065338"/>
          <p14:tracePt t="10820" x="4318000" y="2052638"/>
          <p14:tracePt t="10828" x="4318000" y="2027238"/>
          <p14:tracePt t="10853" x="4318000" y="2014538"/>
          <p14:tracePt t="10925" x="4330700" y="2027238"/>
          <p14:tracePt t="10933" x="4356100" y="2027238"/>
          <p14:tracePt t="10941" x="4394200" y="2039938"/>
          <p14:tracePt t="10949" x="4418013" y="2052638"/>
          <p14:tracePt t="10957" x="4443413" y="2065338"/>
          <p14:tracePt t="10964" x="4456113" y="2078038"/>
          <p14:tracePt t="10973" x="4481513" y="2078038"/>
          <p14:tracePt t="10989" x="4494213" y="2089150"/>
          <p14:tracePt t="11004" x="4506913" y="2101850"/>
          <p14:tracePt t="11053" x="4518025" y="2101850"/>
          <p14:tracePt t="11069" x="4530725" y="2101850"/>
          <p14:tracePt t="11085" x="4543425" y="2101850"/>
          <p14:tracePt t="11093" x="4556125" y="2101850"/>
          <p14:tracePt t="11108" x="4581525" y="2101850"/>
          <p14:tracePt t="11116" x="4619625" y="2101850"/>
          <p14:tracePt t="11125" x="4656138" y="2101850"/>
          <p14:tracePt t="11132" x="4694238" y="2114550"/>
          <p14:tracePt t="11142" x="4743450" y="2114550"/>
          <p14:tracePt t="11149" x="4794250" y="2114550"/>
          <p14:tracePt t="11157" x="4843463" y="2114550"/>
          <p14:tracePt t="11164" x="4894263" y="2114550"/>
          <p14:tracePt t="11173" x="4945063" y="2114550"/>
          <p14:tracePt t="11181" x="5019675" y="2114550"/>
          <p14:tracePt t="11188" x="5068888" y="2114550"/>
          <p14:tracePt t="11197" x="5132388" y="2114550"/>
          <p14:tracePt t="11204" x="5181600" y="2114550"/>
          <p14:tracePt t="11212" x="5219700" y="2114550"/>
          <p14:tracePt t="11220" x="5270500" y="2114550"/>
          <p14:tracePt t="11228" x="5307013" y="2114550"/>
          <p14:tracePt t="11237" x="5332413" y="2114550"/>
          <p14:tracePt t="11244" x="5370513" y="2114550"/>
          <p14:tracePt t="11254" x="5407025" y="2114550"/>
          <p14:tracePt t="11261" x="5419725" y="2114550"/>
          <p14:tracePt t="11268" x="5445125" y="2114550"/>
          <p14:tracePt t="11277" x="5457825" y="2114550"/>
          <p14:tracePt t="11284" x="5483225" y="2114550"/>
          <p14:tracePt t="11292" x="5507038" y="2114550"/>
          <p14:tracePt t="11309" x="5532438" y="2114550"/>
          <p14:tracePt t="11316" x="5545138" y="2114550"/>
          <p14:tracePt t="11332" x="5570538" y="2114550"/>
          <p14:tracePt t="11341" x="5583238" y="2114550"/>
          <p14:tracePt t="11373" x="5607050" y="2101850"/>
          <p14:tracePt t="11421" x="5619750" y="2101850"/>
          <p14:tracePt t="11549" x="5645150" y="2101850"/>
          <p14:tracePt t="12028" x="5657850" y="2101850"/>
          <p14:tracePt t="12053" x="5670550" y="2101850"/>
          <p14:tracePt t="12061" x="5683250" y="2101850"/>
          <p14:tracePt t="12068" x="5695950" y="2101850"/>
          <p14:tracePt t="12077" x="5719763" y="2101850"/>
          <p14:tracePt t="12084" x="5770563" y="2101850"/>
          <p14:tracePt t="12093" x="5821363" y="2101850"/>
          <p14:tracePt t="12101" x="5895975" y="2101850"/>
          <p14:tracePt t="12108" x="6008688" y="2127250"/>
          <p14:tracePt t="12116" x="6146800" y="2139950"/>
          <p14:tracePt t="12124" x="6321425" y="2152650"/>
          <p14:tracePt t="12132" x="6559550" y="2201863"/>
          <p14:tracePt t="12141" x="6834188" y="2201863"/>
          <p14:tracePt t="12148" x="7172325" y="2201863"/>
          <p14:tracePt t="12157" x="7572375" y="2201863"/>
          <p14:tracePt t="12164" x="7986713" y="2201863"/>
          <p14:tracePt t="12173" x="8361363" y="2201863"/>
          <p14:tracePt t="12180" x="8637588" y="2201863"/>
          <p14:tracePt t="12189" x="8874125" y="2201863"/>
          <p14:tracePt t="12196" x="9112250" y="2201863"/>
          <p14:tracePt t="12204" x="9263063" y="2201863"/>
          <p14:tracePt t="12212" x="9401175" y="2201863"/>
          <p14:tracePt t="12220" x="9488488" y="2201863"/>
          <p14:tracePt t="12228" x="9525000" y="2201863"/>
          <p14:tracePt t="12236" x="9537700" y="2201863"/>
          <p14:tracePt t="12389" x="9537700" y="2165350"/>
          <p14:tracePt t="12396" x="9525000" y="2152650"/>
          <p14:tracePt t="12404" x="9488488" y="2114550"/>
          <p14:tracePt t="12413" x="9424988" y="2052638"/>
          <p14:tracePt t="12420" x="9388475" y="2039938"/>
          <p14:tracePt t="12429" x="9324975" y="2001838"/>
          <p14:tracePt t="12436" x="9312275" y="1989138"/>
          <p14:tracePt t="12445" x="9288463" y="1978025"/>
          <p14:tracePt t="12452" x="9263063" y="1978025"/>
          <p14:tracePt t="12461" x="9224963" y="1952625"/>
          <p14:tracePt t="12468" x="9188450" y="1939925"/>
          <p14:tracePt t="12476" x="9175750" y="1939925"/>
          <p14:tracePt t="12484" x="9137650" y="1939925"/>
          <p14:tracePt t="12493" x="9124950" y="1939925"/>
          <p14:tracePt t="12501" x="9088438" y="1939925"/>
          <p14:tracePt t="12508" x="9063038" y="1939925"/>
          <p14:tracePt t="12516" x="9037638" y="1939925"/>
          <p14:tracePt t="12525" x="9012238" y="1939925"/>
          <p14:tracePt t="12532" x="8999538" y="1939925"/>
          <p14:tracePt t="12541" x="8963025" y="1939925"/>
          <p14:tracePt t="12557" x="8950325" y="1939925"/>
          <p14:tracePt t="12565" x="8937625" y="1939925"/>
          <p14:tracePt t="12573" x="8924925" y="1939925"/>
          <p14:tracePt t="12581" x="8912225" y="1939925"/>
          <p14:tracePt t="12588" x="8899525" y="1939925"/>
          <p14:tracePt t="12597" x="8886825" y="1939925"/>
          <p14:tracePt t="12621" x="8863013" y="1939925"/>
          <p14:tracePt t="12637" x="8850313" y="1939925"/>
          <p14:tracePt t="12653" x="8837613" y="1939925"/>
          <p14:tracePt t="12660" x="8837613" y="1927225"/>
          <p14:tracePt t="12692" x="8837613" y="1901825"/>
          <p14:tracePt t="12773" x="8837613" y="1889125"/>
          <p14:tracePt t="12788" x="8863013" y="1889125"/>
          <p14:tracePt t="12796" x="8886825" y="1889125"/>
          <p14:tracePt t="12804" x="8899525" y="1889125"/>
          <p14:tracePt t="12813" x="8924925" y="1889125"/>
          <p14:tracePt t="12820" x="8937625" y="1889125"/>
          <p14:tracePt t="12829" x="8999538" y="1889125"/>
          <p14:tracePt t="12836" x="9012238" y="1889125"/>
          <p14:tracePt t="12845" x="9024938" y="1901825"/>
          <p14:tracePt t="12853" x="9037638" y="1914525"/>
          <p14:tracePt t="12860" x="9063038" y="1914525"/>
          <p14:tracePt t="12868" x="9075738" y="1914525"/>
          <p14:tracePt t="12876" x="9112250" y="1927225"/>
          <p14:tracePt t="12884" x="9163050" y="1927225"/>
          <p14:tracePt t="12893" x="9250363" y="1927225"/>
          <p14:tracePt t="12900" x="9337675" y="1927225"/>
          <p14:tracePt t="12908" x="9437688" y="1927225"/>
          <p14:tracePt t="12916" x="9537700" y="1927225"/>
          <p14:tracePt t="12925" x="9601200" y="1927225"/>
          <p14:tracePt t="12942" x="9713913" y="1901825"/>
          <p14:tracePt t="12949" x="9739313" y="1889125"/>
          <p14:tracePt t="12956" x="9750425" y="1889125"/>
          <p14:tracePt t="12972" x="9775825" y="1889125"/>
          <p14:tracePt t="13029" x="9788525" y="1889125"/>
          <p14:tracePt t="13045" x="9813925" y="1876425"/>
          <p14:tracePt t="13060" x="9826625" y="1876425"/>
          <p14:tracePt t="13068" x="9863138" y="1876425"/>
          <p14:tracePt t="13076" x="9888538" y="1876425"/>
          <p14:tracePt t="13084" x="9913938" y="1876425"/>
          <p14:tracePt t="13092" x="9952038" y="1876425"/>
          <p14:tracePt t="13100" x="9963150" y="1876425"/>
          <p14:tracePt t="13109" x="10001250" y="1876425"/>
          <p14:tracePt t="13117" x="10039350" y="1876425"/>
          <p14:tracePt t="13126" x="10075863" y="1876425"/>
          <p14:tracePt t="13132" x="10113963" y="1876425"/>
          <p14:tracePt t="13140" x="10139363" y="1876425"/>
          <p14:tracePt t="13148" x="10164763" y="1876425"/>
          <p14:tracePt t="13157" x="10188575" y="1876425"/>
          <p14:tracePt t="13172" x="10201275" y="1876425"/>
          <p14:tracePt t="13244" x="10213975" y="1876425"/>
          <p14:tracePt t="13325" x="10226675" y="1876425"/>
          <p14:tracePt t="13332" x="10239375" y="1876425"/>
          <p14:tracePt t="13340" x="10252075" y="1876425"/>
          <p14:tracePt t="13356" x="10277475" y="1876425"/>
          <p14:tracePt t="13364" x="10288588" y="1876425"/>
          <p14:tracePt t="13372" x="10301288" y="1876425"/>
          <p14:tracePt t="13381" x="10313988" y="1876425"/>
          <p14:tracePt t="13388" x="10339388" y="1876425"/>
          <p14:tracePt t="13397" x="10352088" y="1876425"/>
          <p14:tracePt t="13412" x="10377488" y="1876425"/>
          <p14:tracePt t="13461" x="10401300" y="1876425"/>
          <p14:tracePt t="13533" x="10414000" y="1876425"/>
          <p14:tracePt t="13668" x="10426700" y="1876425"/>
          <p14:tracePt t="13741" x="10439400" y="1876425"/>
          <p14:tracePt t="13853" x="10452100" y="1876425"/>
          <p14:tracePt t="15085" x="10439400" y="1901825"/>
          <p14:tracePt t="15108" x="10426700" y="1914525"/>
          <p14:tracePt t="15133" x="10414000" y="1914525"/>
          <p14:tracePt t="15188" x="10401300" y="1914525"/>
          <p14:tracePt t="15316" x="10352088" y="1952625"/>
          <p14:tracePt t="15324" x="10126663" y="1989138"/>
          <p14:tracePt t="15333" x="9901238" y="2039938"/>
          <p14:tracePt t="15340" x="9537700" y="2101850"/>
          <p14:tracePt t="15348" x="8963025" y="2127250"/>
          <p14:tracePt t="15356" x="8312150" y="2152650"/>
          <p14:tracePt t="15365" x="7635875" y="2152650"/>
          <p14:tracePt t="15372" x="6921500" y="2152650"/>
          <p14:tracePt t="15380" x="6170613" y="2152650"/>
          <p14:tracePt t="15388" x="5432425" y="2152650"/>
          <p14:tracePt t="15396" x="4756150" y="2152650"/>
          <p14:tracePt t="15404" x="4243388" y="2152650"/>
          <p14:tracePt t="15412" x="3867150" y="2152650"/>
          <p14:tracePt t="15420" x="3630613" y="2152650"/>
          <p14:tracePt t="15428" x="3492500" y="2152650"/>
          <p14:tracePt t="15437" x="3392488" y="2152650"/>
          <p14:tracePt t="15444" x="3379788" y="2152650"/>
          <p14:tracePt t="15453" x="3354388" y="2165350"/>
          <p14:tracePt t="15460" x="3341688" y="2165350"/>
          <p14:tracePt t="15469" x="3305175" y="2190750"/>
          <p14:tracePt t="15476" x="3292475" y="2190750"/>
          <p14:tracePt t="15484" x="3267075" y="2190750"/>
          <p14:tracePt t="15492" x="3216275" y="2201863"/>
          <p14:tracePt t="15501" x="3167063" y="2201863"/>
          <p14:tracePt t="15508" x="3092450" y="2201863"/>
          <p14:tracePt t="15517" x="3028950" y="2201863"/>
          <p14:tracePt t="15524" x="2928938" y="2201863"/>
          <p14:tracePt t="15533" x="2841625" y="2201863"/>
          <p14:tracePt t="15540" x="2741613" y="2201863"/>
          <p14:tracePt t="15549" x="2678113" y="2201863"/>
          <p14:tracePt t="15556" x="2554288" y="2190750"/>
          <p14:tracePt t="15564" x="2465388" y="2178050"/>
          <p14:tracePt t="15572" x="2352675" y="2165350"/>
          <p14:tracePt t="15580" x="2216150" y="2127250"/>
          <p14:tracePt t="15589" x="2127250" y="2101850"/>
          <p14:tracePt t="15596" x="2027238" y="2101850"/>
          <p14:tracePt t="15604" x="1952625" y="2101850"/>
          <p14:tracePt t="15612" x="1903413" y="2089150"/>
          <p14:tracePt t="15621" x="1852613" y="2065338"/>
          <p14:tracePt t="15628" x="1814513" y="2052638"/>
          <p14:tracePt t="15637" x="1778000" y="2039938"/>
          <p14:tracePt t="15644" x="1714500" y="2027238"/>
          <p14:tracePt t="15653" x="1652588" y="2014538"/>
          <p14:tracePt t="15660" x="1589088" y="2001838"/>
          <p14:tracePt t="15668" x="1476375" y="2001838"/>
          <p14:tracePt t="15676" x="1401763" y="2001838"/>
          <p14:tracePt t="15684" x="1327150" y="2001838"/>
          <p14:tracePt t="15692" x="1252538" y="2001838"/>
          <p14:tracePt t="15701" x="1176338" y="2001838"/>
          <p14:tracePt t="15708" x="1114425" y="2001838"/>
          <p14:tracePt t="15716" x="1063625" y="2001838"/>
          <p14:tracePt t="15724" x="1027113" y="2001838"/>
          <p14:tracePt t="15733" x="1001713" y="2001838"/>
          <p14:tracePt t="15740" x="963613" y="2001838"/>
          <p14:tracePt t="15749" x="938213" y="2001838"/>
          <p14:tracePt t="15756" x="925513" y="2001838"/>
          <p14:tracePt t="15764" x="914400" y="2001838"/>
          <p14:tracePt t="15773" x="889000" y="2001838"/>
          <p14:tracePt t="15780" x="850900" y="2014538"/>
          <p14:tracePt t="15788" x="814388" y="2027238"/>
          <p14:tracePt t="15796" x="763588" y="2027238"/>
          <p14:tracePt t="15805" x="725488" y="2052638"/>
          <p14:tracePt t="15812" x="650875" y="2065338"/>
          <p14:tracePt t="15821" x="576263" y="2101850"/>
          <p14:tracePt t="15828" x="512763" y="2114550"/>
          <p14:tracePt t="15837" x="450850" y="2127250"/>
          <p14:tracePt t="15844" x="425450" y="2139950"/>
          <p14:tracePt t="15852" x="400050" y="2139950"/>
          <p14:tracePt t="15860" x="376238" y="2152650"/>
          <p14:tracePt t="15876" x="363538" y="2152650"/>
          <p14:tracePt t="16085" x="363538" y="2165350"/>
          <p14:tracePt t="16100" x="363538" y="2178050"/>
          <p14:tracePt t="16108" x="363538" y="2190750"/>
          <p14:tracePt t="16117" x="363538" y="2201863"/>
          <p14:tracePt t="16133" x="387350" y="2214563"/>
          <p14:tracePt t="16140" x="412750" y="2227263"/>
          <p14:tracePt t="16180" x="425450" y="2239963"/>
          <p14:tracePt t="16189" x="438150" y="2239963"/>
          <p14:tracePt t="16221" x="450850" y="2239963"/>
          <p14:tracePt t="16268" x="463550" y="2239963"/>
          <p14:tracePt t="16300" x="476250" y="2239963"/>
          <p14:tracePt t="16317" x="488950" y="2239963"/>
          <p14:tracePt t="16389" x="500063" y="2239963"/>
          <p14:tracePt t="16420" x="512763" y="2239963"/>
          <p14:tracePt t="16436" x="525463" y="2239963"/>
          <p14:tracePt t="16461" x="538163" y="2239963"/>
          <p14:tracePt t="16476" x="550863" y="2239963"/>
          <p14:tracePt t="16493" x="576263" y="2239963"/>
          <p14:tracePt t="16501" x="600075" y="2239963"/>
          <p14:tracePt t="16508" x="625475" y="2239963"/>
          <p14:tracePt t="16525" x="663575" y="2239963"/>
          <p14:tracePt t="16532" x="676275" y="2239963"/>
          <p14:tracePt t="16540" x="688975" y="2252663"/>
          <p14:tracePt t="16548" x="725488" y="2252663"/>
          <p14:tracePt t="16557" x="750888" y="2265363"/>
          <p14:tracePt t="16564" x="763588" y="2278063"/>
          <p14:tracePt t="16573" x="788988" y="2290763"/>
          <p14:tracePt t="16580" x="825500" y="2303463"/>
          <p14:tracePt t="16589" x="850900" y="2314575"/>
          <p14:tracePt t="16596" x="863600" y="2327275"/>
          <p14:tracePt t="16605" x="889000" y="2327275"/>
          <p14:tracePt t="16612" x="914400" y="2339975"/>
          <p14:tracePt t="16620" x="938213" y="2339975"/>
          <p14:tracePt t="16628" x="950913" y="2339975"/>
          <p14:tracePt t="16636" x="976313" y="2339975"/>
          <p14:tracePt t="16644" x="989013" y="2352675"/>
          <p14:tracePt t="16701" x="989013" y="2365375"/>
          <p14:tracePt t="16709" x="976313" y="2365375"/>
          <p14:tracePt t="16716" x="950913" y="2365375"/>
          <p14:tracePt t="16724" x="938213" y="2365375"/>
          <p14:tracePt t="16732" x="901700" y="2339975"/>
          <p14:tracePt t="16741" x="889000" y="2290763"/>
          <p14:tracePt t="16748" x="850900" y="2252663"/>
          <p14:tracePt t="16757" x="814388" y="2201863"/>
          <p14:tracePt t="16764" x="776288" y="2152650"/>
          <p14:tracePt t="16773" x="725488" y="2078038"/>
          <p14:tracePt t="16780" x="688975" y="2027238"/>
          <p14:tracePt t="16789" x="638175" y="1965325"/>
          <p14:tracePt t="16796" x="612775" y="1952625"/>
          <p14:tracePt t="16804" x="588963" y="1927225"/>
          <p14:tracePt t="16812" x="550863" y="1914525"/>
          <p14:tracePt t="16821" x="525463" y="1901825"/>
          <p14:tracePt t="16836" x="512763" y="1901825"/>
          <p14:tracePt t="16844" x="500063" y="1889125"/>
          <p14:tracePt t="16860" x="488950" y="1889125"/>
          <p14:tracePt t="16892" x="476250" y="1889125"/>
          <p14:tracePt t="17004" x="450850" y="1889125"/>
          <p14:tracePt t="17012" x="438150" y="1914525"/>
          <p14:tracePt t="17021" x="425450" y="1927225"/>
          <p14:tracePt t="17028" x="412750" y="1939925"/>
          <p14:tracePt t="17036" x="387350" y="1965325"/>
          <p14:tracePt t="17053" x="376238" y="1989138"/>
          <p14:tracePt t="17069" x="363538" y="1989138"/>
          <p14:tracePt t="17076" x="350838" y="2001838"/>
          <p14:tracePt t="17204" x="350838" y="2014538"/>
          <p14:tracePt t="17316" x="350838" y="2027238"/>
          <p14:tracePt t="17325" x="363538" y="2039938"/>
          <p14:tracePt t="17356" x="376238" y="2052638"/>
          <p14:tracePt t="17397" x="387350" y="2052638"/>
          <p14:tracePt t="17412" x="400050" y="2052638"/>
          <p14:tracePt t="17437" x="412750" y="2065338"/>
          <p14:tracePt t="17468" x="425450" y="2065338"/>
          <p14:tracePt t="17476" x="450850" y="2065338"/>
          <p14:tracePt t="17484" x="476250" y="2065338"/>
          <p14:tracePt t="17493" x="488950" y="2078038"/>
          <p14:tracePt t="17500" x="500063" y="2078038"/>
          <p14:tracePt t="17509" x="525463" y="2089150"/>
          <p14:tracePt t="17516" x="563563" y="2089150"/>
          <p14:tracePt t="17525" x="600075" y="2101850"/>
          <p14:tracePt t="17532" x="650875" y="2127250"/>
          <p14:tracePt t="17541" x="676275" y="2127250"/>
          <p14:tracePt t="17548" x="725488" y="2127250"/>
          <p14:tracePt t="17557" x="763588" y="2127250"/>
          <p14:tracePt t="17565" x="801688" y="2127250"/>
          <p14:tracePt t="17573" x="838200" y="2127250"/>
          <p14:tracePt t="17581" x="863600" y="2127250"/>
          <p14:tracePt t="17589" x="889000" y="2127250"/>
          <p14:tracePt t="17596" x="901700" y="2127250"/>
          <p14:tracePt t="17605" x="914400" y="2127250"/>
          <p14:tracePt t="17612" x="938213" y="2127250"/>
          <p14:tracePt t="17629" x="963613" y="2114550"/>
          <p14:tracePt t="17637" x="1001713" y="2089150"/>
          <p14:tracePt t="17645" x="1038225" y="2089150"/>
          <p14:tracePt t="17652" x="1076325" y="2089150"/>
          <p14:tracePt t="17660" x="1127125" y="2089150"/>
          <p14:tracePt t="17668" x="1150938" y="2078038"/>
          <p14:tracePt t="17677" x="1189038" y="2078038"/>
          <p14:tracePt t="17685" x="1201738" y="2065338"/>
          <p14:tracePt t="17693" x="1214438" y="2065338"/>
          <p14:tracePt t="17740" x="1227138" y="2065338"/>
          <p14:tracePt t="17764" x="1239838" y="2065338"/>
          <p14:tracePt t="17780" x="1252538" y="2065338"/>
          <p14:tracePt t="17804" x="1263650" y="2065338"/>
          <p14:tracePt t="17812" x="1276350" y="2052638"/>
          <p14:tracePt t="17821" x="1289050" y="2052638"/>
          <p14:tracePt t="17836" x="1314450" y="2052638"/>
          <p14:tracePt t="17844" x="1352550" y="2039938"/>
          <p14:tracePt t="17852" x="1389063" y="2039938"/>
          <p14:tracePt t="17861" x="1427163" y="2039938"/>
          <p14:tracePt t="17868" x="1452563" y="2039938"/>
          <p14:tracePt t="17877" x="1501775" y="2027238"/>
          <p14:tracePt t="17884" x="1527175" y="2027238"/>
          <p14:tracePt t="17893" x="1565275" y="2027238"/>
          <p14:tracePt t="17900" x="1577975" y="2027238"/>
          <p14:tracePt t="17909" x="1601788" y="2027238"/>
          <p14:tracePt t="17916" x="1627188" y="2001838"/>
          <p14:tracePt t="17938" x="1665288" y="2001838"/>
          <p14:tracePt t="17941" x="1701800" y="2001838"/>
          <p14:tracePt t="17948" x="1727200" y="2001838"/>
          <p14:tracePt t="17956" x="1765300" y="2001838"/>
          <p14:tracePt t="17973" x="1778000" y="2001838"/>
          <p14:tracePt t="18012" x="1790700" y="2001838"/>
          <p14:tracePt t="19068" x="1801813" y="2001838"/>
          <p14:tracePt t="19076" x="1878013" y="2001838"/>
          <p14:tracePt t="19084" x="1990725" y="2039938"/>
          <p14:tracePt t="19092" x="2127250" y="2078038"/>
          <p14:tracePt t="19100" x="2316163" y="2101850"/>
          <p14:tracePt t="19109" x="2578100" y="2152650"/>
          <p14:tracePt t="19116" x="2867025" y="2190750"/>
          <p14:tracePt t="19126" x="3192463" y="2252663"/>
          <p14:tracePt t="19132" x="3505200" y="2252663"/>
          <p14:tracePt t="19140" x="3705225" y="2252663"/>
          <p14:tracePt t="19148" x="3917950" y="2252663"/>
          <p14:tracePt t="19156" x="4081463" y="2252663"/>
          <p14:tracePt t="19164" x="4217988" y="2252663"/>
          <p14:tracePt t="19172" x="4294188" y="2252663"/>
          <p14:tracePt t="19181" x="4330700" y="2252663"/>
          <p14:tracePt t="19308" x="4343400" y="2252663"/>
          <p14:tracePt t="19340" x="4356100" y="2252663"/>
          <p14:tracePt t="19348" x="4381500" y="2239963"/>
          <p14:tracePt t="19356" x="4406900" y="2227263"/>
          <p14:tracePt t="19365" x="4430713" y="2201863"/>
          <p14:tracePt t="19372" x="4468813" y="2178050"/>
          <p14:tracePt t="19381" x="4506913" y="2152650"/>
          <p14:tracePt t="19388" x="4543425" y="2127250"/>
          <p14:tracePt t="19397" x="4630738" y="2089150"/>
          <p14:tracePt t="19404" x="4694238" y="2065338"/>
          <p14:tracePt t="19413" x="4719638" y="2052638"/>
          <p14:tracePt t="19420" x="4743450" y="2039938"/>
          <p14:tracePt t="19428" x="4768850" y="2039938"/>
          <p14:tracePt t="19436" x="4781550" y="2027238"/>
          <p14:tracePt t="19444" x="4819650" y="2014538"/>
          <p14:tracePt t="19460" x="4832350" y="2014538"/>
          <p14:tracePt t="20116" x="4856163" y="2014538"/>
          <p14:tracePt t="20157" x="4868863" y="2014538"/>
          <p14:tracePt t="20164" x="4906963" y="2014538"/>
          <p14:tracePt t="20172" x="4981575" y="2014538"/>
          <p14:tracePt t="20180" x="5094288" y="2014538"/>
          <p14:tracePt t="20188" x="5232400" y="2052638"/>
          <p14:tracePt t="20196" x="5383213" y="2052638"/>
          <p14:tracePt t="20204" x="5557838" y="2052638"/>
          <p14:tracePt t="20212" x="5732463" y="2052638"/>
          <p14:tracePt t="20220" x="5932488" y="2052638"/>
          <p14:tracePt t="20228" x="6108700" y="2052638"/>
          <p14:tracePt t="20236" x="6308725" y="2052638"/>
          <p14:tracePt t="20245" x="6559550" y="2052638"/>
          <p14:tracePt t="20252" x="7034213" y="2052638"/>
          <p14:tracePt t="20260" x="7435850" y="2052638"/>
          <p14:tracePt t="20268" x="7886700" y="2052638"/>
          <p14:tracePt t="20276" x="8324850" y="2052638"/>
          <p14:tracePt t="20284" x="8724900" y="2052638"/>
          <p14:tracePt t="20292" x="9099550" y="2052638"/>
          <p14:tracePt t="20301" x="9288463" y="2052638"/>
          <p14:tracePt t="20308" x="9463088" y="2052638"/>
          <p14:tracePt t="20317" x="9601200" y="2052638"/>
          <p14:tracePt t="20324" x="9701213" y="2052638"/>
          <p14:tracePt t="20333" x="9750425" y="2052638"/>
          <p14:tracePt t="20340" x="9763125" y="2052638"/>
          <p14:tracePt t="20557" x="9775825" y="2052638"/>
          <p14:tracePt t="20564" x="9839325" y="2052638"/>
          <p14:tracePt t="20572" x="9939338" y="2039938"/>
          <p14:tracePt t="20580" x="10064750" y="2027238"/>
          <p14:tracePt t="20588" x="10164763" y="2014538"/>
          <p14:tracePt t="20596" x="10264775" y="2014538"/>
          <p14:tracePt t="20604" x="10352088" y="1989138"/>
          <p14:tracePt t="20613" x="10426700" y="1978025"/>
          <p14:tracePt t="20621" x="10464800" y="1978025"/>
          <p14:tracePt t="20628" x="10477500" y="1978025"/>
          <p14:tracePt t="20636" x="10490200" y="1978025"/>
          <p14:tracePt t="20708" x="10502900" y="1978025"/>
          <p14:tracePt t="20724" x="10526713" y="1978025"/>
          <p14:tracePt t="20732" x="10552113" y="1978025"/>
          <p14:tracePt t="21220" x="10564813" y="1978025"/>
          <p14:tracePt t="21500" x="10539413" y="1978025"/>
          <p14:tracePt t="21508" x="10502900" y="1978025"/>
          <p14:tracePt t="21516" x="10464800" y="1978025"/>
          <p14:tracePt t="21524" x="10364788" y="1978025"/>
          <p14:tracePt t="21532" x="10139363" y="1978025"/>
          <p14:tracePt t="21540" x="9688513" y="1978025"/>
          <p14:tracePt t="21549" x="8899525" y="2078038"/>
          <p14:tracePt t="21556" x="7961313" y="2214563"/>
          <p14:tracePt t="21565" x="6972300" y="2352675"/>
          <p14:tracePt t="21572" x="5808663" y="2465388"/>
          <p14:tracePt t="21580" x="4656138" y="2465388"/>
          <p14:tracePt t="21588" x="3617913" y="2465388"/>
          <p14:tracePt t="21596" x="2728913" y="2465388"/>
          <p14:tracePt t="21604" x="1927225" y="2465388"/>
          <p14:tracePt t="21612" x="1201738" y="2403475"/>
          <p14:tracePt t="21621" x="612775" y="2352675"/>
          <p14:tracePt t="21628" x="212725" y="2265363"/>
          <p14:tracePt t="21892" x="225425" y="1714500"/>
          <p14:tracePt t="21900" x="338138" y="1714500"/>
          <p14:tracePt t="21908" x="438150" y="1714500"/>
          <p14:tracePt t="21916" x="538163" y="1714500"/>
          <p14:tracePt t="21933" x="638175" y="1739900"/>
          <p14:tracePt t="21940" x="650875" y="1765300"/>
          <p14:tracePt t="21948" x="676275" y="1789113"/>
          <p14:tracePt t="21956" x="688975" y="1814513"/>
          <p14:tracePt t="21964" x="701675" y="1827213"/>
          <p14:tracePt t="21972" x="712788" y="1865313"/>
          <p14:tracePt t="21980" x="712788" y="1889125"/>
          <p14:tracePt t="21989" x="712788" y="1914525"/>
          <p14:tracePt t="22012" x="712788" y="1927225"/>
          <p14:tracePt t="22348" x="712788" y="1952625"/>
          <p14:tracePt t="22356" x="712788" y="1965325"/>
          <p14:tracePt t="22373" x="701675" y="1989138"/>
          <p14:tracePt t="23980" x="725488" y="1989138"/>
          <p14:tracePt t="24140" x="738188" y="1989138"/>
          <p14:tracePt t="24148" x="801688" y="1989138"/>
          <p14:tracePt t="24156" x="889000" y="2027238"/>
          <p14:tracePt t="24164" x="1050925" y="2152650"/>
          <p14:tracePt t="24173" x="1163638" y="2265363"/>
          <p14:tracePt t="24180" x="1263650" y="2390775"/>
          <p14:tracePt t="24189" x="1352550" y="2516188"/>
          <p14:tracePt t="24196" x="1414463" y="2603500"/>
          <p14:tracePt t="24204" x="1476375" y="2665413"/>
          <p14:tracePt t="24212" x="1514475" y="2690813"/>
          <p14:tracePt t="24220" x="1552575" y="2690813"/>
          <p14:tracePt t="24228" x="1577975" y="2690813"/>
          <p14:tracePt t="24236" x="1601788" y="2690813"/>
          <p14:tracePt t="24245" x="1627188" y="2690813"/>
          <p14:tracePt t="24261" x="1627188" y="2678113"/>
          <p14:tracePt t="24268" x="1627188" y="2665413"/>
          <p14:tracePt t="24276" x="1627188" y="2627313"/>
          <p14:tracePt t="24284" x="1589088" y="2578100"/>
          <p14:tracePt t="24292" x="1539875" y="2552700"/>
          <p14:tracePt t="24300" x="1527175" y="2516188"/>
          <p14:tracePt t="24308" x="1476375" y="2465388"/>
          <p14:tracePt t="24316" x="1452563" y="2414588"/>
          <p14:tracePt t="24325" x="1427163" y="2378075"/>
          <p14:tracePt t="24332" x="1401763" y="2339975"/>
          <p14:tracePt t="24340" x="1389063" y="2314575"/>
          <p14:tracePt t="24348" x="1363663" y="2290763"/>
          <p14:tracePt t="24357" x="1352550" y="2265363"/>
          <p14:tracePt t="24364" x="1327150" y="2239963"/>
          <p14:tracePt t="24373" x="1276350" y="2214563"/>
          <p14:tracePt t="24380" x="1227138" y="2178050"/>
          <p14:tracePt t="24388" x="1189038" y="2152650"/>
          <p14:tracePt t="24396" x="1176338" y="2139950"/>
          <p14:tracePt t="24404" x="1150938" y="2127250"/>
          <p14:tracePt t="24412" x="1150938" y="2114550"/>
          <p14:tracePt t="24420" x="1139825" y="2114550"/>
          <p14:tracePt t="24429" x="1139825" y="2101850"/>
          <p14:tracePt t="24436" x="1101725" y="2089150"/>
          <p14:tracePt t="24452" x="1089025" y="2089150"/>
          <p14:tracePt t="24461" x="1050925" y="2078038"/>
          <p14:tracePt t="24484" x="1038225" y="2078038"/>
          <p14:tracePt t="24493" x="1027113" y="2078038"/>
          <p14:tracePt t="24516" x="1014413" y="2078038"/>
          <p14:tracePt t="24524" x="1001713" y="2078038"/>
          <p14:tracePt t="24532" x="989013" y="2078038"/>
          <p14:tracePt t="24548" x="976313" y="2078038"/>
          <p14:tracePt t="24557" x="963613" y="2065338"/>
          <p14:tracePt t="24572" x="950913" y="2039938"/>
          <p14:tracePt t="24580" x="950913" y="2027238"/>
          <p14:tracePt t="24588" x="950913" y="2014538"/>
          <p14:tracePt t="24596" x="950913" y="1989138"/>
          <p14:tracePt t="24613" x="950913" y="1978025"/>
          <p14:tracePt t="24620" x="950913" y="1965325"/>
          <p14:tracePt t="24652" x="950913" y="1952625"/>
          <p14:tracePt t="26508" x="1038225" y="1978025"/>
          <p14:tracePt t="26517" x="1214438" y="2027238"/>
          <p14:tracePt t="26524" x="1376363" y="2065338"/>
          <p14:tracePt t="26532" x="1589088" y="2101850"/>
          <p14:tracePt t="26540" x="1878013" y="2139950"/>
          <p14:tracePt t="26548" x="2139950" y="2201863"/>
          <p14:tracePt t="26556" x="2478088" y="2278063"/>
          <p14:tracePt t="26564" x="2767013" y="2290763"/>
          <p14:tracePt t="26572" x="2941638" y="2303463"/>
          <p14:tracePt t="26580" x="3079750" y="2303463"/>
          <p14:tracePt t="26588" x="3141663" y="2303463"/>
          <p14:tracePt t="26596" x="3179763" y="2303463"/>
          <p14:tracePt t="26644" x="3192463" y="2303463"/>
          <p14:tracePt t="26652" x="3179763" y="2290763"/>
          <p14:tracePt t="26668" x="3179763" y="2265363"/>
          <p14:tracePt t="26676" x="3179763" y="2252663"/>
          <p14:tracePt t="26685" x="3179763" y="2214563"/>
          <p14:tracePt t="26701" x="3179763" y="2201863"/>
          <p14:tracePt t="26708" x="3192463" y="2178050"/>
          <p14:tracePt t="26716" x="3192463" y="2165350"/>
          <p14:tracePt t="26724" x="3205163" y="2152650"/>
          <p14:tracePt t="26732" x="3216275" y="2152650"/>
          <p14:tracePt t="26740" x="3228975" y="2127250"/>
          <p14:tracePt t="26748" x="3267075" y="2127250"/>
          <p14:tracePt t="26756" x="3341688" y="2089150"/>
          <p14:tracePt t="26764" x="3441700" y="2078038"/>
          <p14:tracePt t="26772" x="3579813" y="2065338"/>
          <p14:tracePt t="26780" x="3730625" y="2039938"/>
          <p14:tracePt t="26788" x="3879850" y="2001838"/>
          <p14:tracePt t="26797" x="3979863" y="1989138"/>
          <p14:tracePt t="26804" x="4056063" y="1989138"/>
          <p14:tracePt t="26814" x="4092575" y="1978025"/>
          <p14:tracePt t="26820" x="4105275" y="1978025"/>
          <p14:tracePt t="27012" x="4130675" y="1978025"/>
          <p14:tracePt t="27020" x="4156075" y="1965325"/>
          <p14:tracePt t="27028" x="4181475" y="1965325"/>
          <p14:tracePt t="27036" x="4217988" y="1965325"/>
          <p14:tracePt t="27044" x="4243388" y="1952625"/>
          <p14:tracePt t="27053" x="4281488" y="1952625"/>
          <p14:tracePt t="27060" x="4294188" y="1952625"/>
          <p14:tracePt t="27069" x="4305300" y="1952625"/>
          <p14:tracePt t="27076" x="4318000" y="1952625"/>
          <p14:tracePt t="27092" x="4330700" y="1952625"/>
          <p14:tracePt t="27100" x="4343400" y="1952625"/>
          <p14:tracePt t="27348" x="4368800" y="1952625"/>
          <p14:tracePt t="27365" x="4381500" y="1952625"/>
          <p14:tracePt t="27372" x="4381500" y="1965325"/>
          <p14:tracePt t="27388" x="4394200" y="1978025"/>
          <p14:tracePt t="28108" x="4394200" y="1989138"/>
          <p14:tracePt t="28117" x="4430713" y="2039938"/>
          <p14:tracePt t="28124" x="4481513" y="2078038"/>
          <p14:tracePt t="28132" x="4506913" y="2101850"/>
          <p14:tracePt t="28140" x="4530725" y="2114550"/>
          <p14:tracePt t="28148" x="4568825" y="2127250"/>
          <p14:tracePt t="28156" x="4568825" y="2139950"/>
          <p14:tracePt t="28164" x="4581525" y="2139950"/>
          <p14:tracePt t="28292" x="4606925" y="2127250"/>
          <p14:tracePt t="28300" x="4643438" y="2101850"/>
          <p14:tracePt t="28308" x="4656138" y="2101850"/>
          <p14:tracePt t="28316" x="4681538" y="2078038"/>
          <p14:tracePt t="28332" x="4681538" y="2065338"/>
          <p14:tracePt t="28404" x="4694238" y="2052638"/>
          <p14:tracePt t="28436" x="4706938" y="2039938"/>
          <p14:tracePt t="28444" x="4719638" y="2039938"/>
          <p14:tracePt t="28460" x="4719638" y="2027238"/>
          <p14:tracePt t="28484" x="4732338" y="2014538"/>
          <p14:tracePt t="28516" x="4743450" y="2001838"/>
          <p14:tracePt t="31164" x="4743450" y="1989138"/>
          <p14:tracePt t="31916" x="4756150" y="1989138"/>
          <p14:tracePt t="31924" x="4856163" y="1989138"/>
          <p14:tracePt t="31933" x="5232400" y="2065338"/>
          <p14:tracePt t="31940" x="5883275" y="2139950"/>
          <p14:tracePt t="31948" x="6772275" y="2252663"/>
          <p14:tracePt t="31956" x="7673975" y="2352675"/>
          <p14:tracePt t="31964" x="8561388" y="2452688"/>
          <p14:tracePt t="31972" x="9350375" y="2478088"/>
          <p14:tracePt t="31980" x="9988550" y="2478088"/>
          <p14:tracePt t="31988" x="10539413" y="2478088"/>
          <p14:tracePt t="31996" x="10939463" y="2478088"/>
          <p14:tracePt t="32004" x="11177588" y="2478088"/>
          <p14:tracePt t="32012" x="11277600" y="2478088"/>
          <p14:tracePt t="32020" x="11315700" y="2478088"/>
          <p14:tracePt t="32068" x="11303000" y="2478088"/>
          <p14:tracePt t="32076" x="11290300" y="2478088"/>
          <p14:tracePt t="32092" x="11277600" y="2478088"/>
          <p14:tracePt t="32100" x="11266488" y="2452688"/>
          <p14:tracePt t="32108" x="11228388" y="2427288"/>
          <p14:tracePt t="32117" x="11190288" y="2365375"/>
          <p14:tracePt t="32124" x="11141075" y="2303463"/>
          <p14:tracePt t="32133" x="11077575" y="2239963"/>
          <p14:tracePt t="32140" x="10952163" y="2178050"/>
          <p14:tracePt t="32148" x="10852150" y="2101850"/>
          <p14:tracePt t="32156" x="10739438" y="2027238"/>
          <p14:tracePt t="32164" x="10614025" y="1965325"/>
          <p14:tracePt t="32172" x="10526713" y="1914525"/>
          <p14:tracePt t="32180" x="10414000" y="1889125"/>
          <p14:tracePt t="32188" x="10277475" y="1839913"/>
          <p14:tracePt t="32196" x="10139363" y="1789113"/>
          <p14:tracePt t="32204" x="9975850" y="1776413"/>
          <p14:tracePt t="32212" x="9788525" y="1776413"/>
          <p14:tracePt t="32220" x="9626600" y="1776413"/>
          <p14:tracePt t="32228" x="9424988" y="1776413"/>
          <p14:tracePt t="32236" x="9275763" y="1776413"/>
          <p14:tracePt t="32245" x="9137650" y="1776413"/>
          <p14:tracePt t="32252" x="9088438" y="1789113"/>
          <p14:tracePt t="32300" x="9075738" y="1789113"/>
          <p14:tracePt t="32317" x="9088438" y="1789113"/>
          <p14:tracePt t="32333" x="9099550" y="1789113"/>
          <p14:tracePt t="32348" x="9124950" y="1789113"/>
          <p14:tracePt t="32356" x="9150350" y="1789113"/>
          <p14:tracePt t="32364" x="9163050" y="1789113"/>
          <p14:tracePt t="32372" x="9175750" y="1789113"/>
          <p14:tracePt t="32380" x="9199563" y="1789113"/>
          <p14:tracePt t="32388" x="9212263" y="1789113"/>
          <p14:tracePt t="32396" x="9224963" y="1789113"/>
          <p14:tracePt t="32404" x="9250363" y="1789113"/>
          <p14:tracePt t="32413" x="9263063" y="1789113"/>
          <p14:tracePt t="32429" x="9263063" y="1814513"/>
          <p14:tracePt t="32436" x="9263063" y="1839913"/>
          <p14:tracePt t="32444" x="9275763" y="1876425"/>
          <p14:tracePt t="32452" x="9288463" y="1889125"/>
          <p14:tracePt t="32460" x="9301163" y="1901825"/>
          <p14:tracePt t="32468" x="9324975" y="1927225"/>
          <p14:tracePt t="32476" x="9337675" y="1939925"/>
          <p14:tracePt t="32484" x="9337675" y="1952625"/>
          <p14:tracePt t="32492" x="9350375" y="1952625"/>
          <p14:tracePt t="33780" x="9363075" y="1952625"/>
          <p14:tracePt t="33796" x="9375775" y="1952625"/>
          <p14:tracePt t="34180" x="9388475" y="1965325"/>
          <p14:tracePt t="34188" x="9413875" y="1978025"/>
          <p14:tracePt t="34196" x="9437688" y="2001838"/>
          <p14:tracePt t="34212" x="9463088" y="2027238"/>
          <p14:tracePt t="34220" x="9488488" y="2039938"/>
          <p14:tracePt t="34228" x="9513888" y="2078038"/>
          <p14:tracePt t="34236" x="9588500" y="2101850"/>
          <p14:tracePt t="34244" x="9688513" y="2165350"/>
          <p14:tracePt t="34253" x="9788525" y="2201863"/>
          <p14:tracePt t="34260" x="9875838" y="2239963"/>
          <p14:tracePt t="34268" x="9926638" y="2252663"/>
          <p14:tracePt t="34276" x="9975850" y="2265363"/>
          <p14:tracePt t="34284" x="10013950" y="2278063"/>
          <p14:tracePt t="34293" x="10026650" y="2278063"/>
          <p14:tracePt t="34301" x="10039350" y="2290763"/>
          <p14:tracePt t="34332" x="10052050" y="2290763"/>
          <p14:tracePt t="34348" x="10064750" y="2290763"/>
          <p14:tracePt t="34372" x="10075863" y="2290763"/>
          <p14:tracePt t="34380" x="10088563" y="2290763"/>
          <p14:tracePt t="34388" x="10101263" y="2290763"/>
          <p14:tracePt t="34396" x="10126663" y="2290763"/>
          <p14:tracePt t="34404" x="10164763" y="2290763"/>
          <p14:tracePt t="34412" x="10226675" y="2290763"/>
          <p14:tracePt t="34420" x="10277475" y="2290763"/>
          <p14:tracePt t="34428" x="10313988" y="2290763"/>
          <p14:tracePt t="34436" x="10352088" y="2290763"/>
          <p14:tracePt t="34444" x="10390188" y="2290763"/>
          <p14:tracePt t="34452" x="10401300" y="2290763"/>
          <p14:tracePt t="34460" x="10414000" y="2290763"/>
          <p14:tracePt t="34524" x="10426700" y="2290763"/>
          <p14:tracePt t="34532" x="10439400" y="2290763"/>
          <p14:tracePt t="34540" x="10477500" y="2290763"/>
          <p14:tracePt t="34557" x="10490200" y="2290763"/>
          <p14:tracePt t="34564" x="10502900" y="2290763"/>
          <p14:tracePt t="34573" x="10514013" y="2290763"/>
          <p14:tracePt t="34580" x="10526713" y="2290763"/>
          <p14:tracePt t="34588" x="10552113" y="2290763"/>
          <p14:tracePt t="34596" x="10564813" y="2290763"/>
          <p14:tracePt t="34604" x="10590213" y="2290763"/>
          <p14:tracePt t="34612" x="10626725" y="2290763"/>
          <p14:tracePt t="34620" x="10652125" y="2290763"/>
          <p14:tracePt t="34628" x="10664825" y="2278063"/>
          <p14:tracePt t="34636" x="10677525" y="2265363"/>
          <p14:tracePt t="34644" x="10690225" y="2265363"/>
          <p14:tracePt t="34660" x="10715625" y="2265363"/>
          <p14:tracePt t="34676" x="10726738" y="2265363"/>
          <p14:tracePt t="34685" x="10739438" y="2265363"/>
          <p14:tracePt t="34692" x="10777538" y="2239963"/>
          <p14:tracePt t="34708" x="10802938" y="2239963"/>
          <p14:tracePt t="34716" x="10815638" y="2239963"/>
          <p14:tracePt t="34724" x="10828338" y="2227263"/>
          <p14:tracePt t="34732" x="10839450" y="2227263"/>
          <p14:tracePt t="36204" x="10839450" y="2214563"/>
          <p14:tracePt t="36212" x="10777538" y="2201863"/>
          <p14:tracePt t="36220" x="10726738" y="2201863"/>
          <p14:tracePt t="36228" x="10639425" y="2201863"/>
          <p14:tracePt t="36236" x="10514013" y="2201863"/>
          <p14:tracePt t="36245" x="10301288" y="2201863"/>
          <p14:tracePt t="36252" x="10064750" y="2201863"/>
          <p14:tracePt t="36261" x="9588500" y="2201863"/>
          <p14:tracePt t="36268" x="8975725" y="2201863"/>
          <p14:tracePt t="36276" x="8299450" y="2201863"/>
          <p14:tracePt t="36284" x="7597775" y="2201863"/>
          <p14:tracePt t="36292" x="6910388" y="2201863"/>
          <p14:tracePt t="36300" x="6270625" y="2201863"/>
          <p14:tracePt t="36308" x="5695950" y="2201863"/>
          <p14:tracePt t="36316" x="5119688" y="2201863"/>
          <p14:tracePt t="36324" x="4506913" y="2201863"/>
          <p14:tracePt t="36332" x="3930650" y="2201863"/>
          <p14:tracePt t="36340" x="3492500" y="2201863"/>
          <p14:tracePt t="36348" x="3116263" y="2201863"/>
          <p14:tracePt t="36356" x="2879725" y="2201863"/>
          <p14:tracePt t="36364" x="2667000" y="2201863"/>
          <p14:tracePt t="36373" x="2516188" y="2201863"/>
          <p14:tracePt t="36380" x="2390775" y="2201863"/>
          <p14:tracePt t="36388" x="2252663" y="2201863"/>
          <p14:tracePt t="36396" x="2139950" y="2201863"/>
          <p14:tracePt t="36404" x="2039938" y="2201863"/>
          <p14:tracePt t="36412" x="1939925" y="2201863"/>
          <p14:tracePt t="36420" x="1814513" y="2201863"/>
          <p14:tracePt t="36428" x="1714500" y="2201863"/>
          <p14:tracePt t="36436" x="1639888" y="2201863"/>
          <p14:tracePt t="36445" x="1552575" y="2201863"/>
          <p14:tracePt t="36452" x="1465263" y="2201863"/>
          <p14:tracePt t="36460" x="1376363" y="2190750"/>
          <p14:tracePt t="36468" x="1263650" y="2165350"/>
          <p14:tracePt t="36476" x="1150938" y="2139950"/>
          <p14:tracePt t="36484" x="1050925" y="2114550"/>
          <p14:tracePt t="36492" x="914400" y="2065338"/>
          <p14:tracePt t="36500" x="788988" y="2027238"/>
          <p14:tracePt t="36508" x="725488" y="2001838"/>
          <p14:tracePt t="36516" x="650875" y="1978025"/>
          <p14:tracePt t="36524" x="612775" y="1978025"/>
          <p14:tracePt t="36532" x="600075" y="1978025"/>
          <p14:tracePt t="36540" x="588963" y="1978025"/>
          <p14:tracePt t="36580" x="576263" y="1952625"/>
          <p14:tracePt t="36596" x="563563" y="1952625"/>
          <p14:tracePt t="36604" x="563563" y="1939925"/>
          <p14:tracePt t="36613" x="525463" y="1914525"/>
          <p14:tracePt t="36620" x="512763" y="1901825"/>
          <p14:tracePt t="36629" x="488950" y="1901825"/>
          <p14:tracePt t="36636" x="450850" y="1889125"/>
          <p14:tracePt t="36700" x="438150" y="1889125"/>
          <p14:tracePt t="36748" x="425450" y="1889125"/>
          <p14:tracePt t="36756" x="425450" y="1914525"/>
          <p14:tracePt t="36764" x="438150" y="1927225"/>
          <p14:tracePt t="36772" x="476250" y="1939925"/>
          <p14:tracePt t="36780" x="500063" y="1939925"/>
          <p14:tracePt t="36796" x="525463" y="1939925"/>
          <p14:tracePt t="36804" x="538163" y="1939925"/>
          <p14:tracePt t="36813" x="550863" y="1939925"/>
          <p14:tracePt t="36820" x="563563" y="1939925"/>
          <p14:tracePt t="36908" x="576263" y="1939925"/>
          <p14:tracePt t="37220" x="600075" y="1939925"/>
          <p14:tracePt t="37228" x="612775" y="1939925"/>
          <p14:tracePt t="37236" x="650875" y="1952625"/>
          <p14:tracePt t="37244" x="676275" y="1978025"/>
          <p14:tracePt t="37252" x="676275" y="2001838"/>
          <p14:tracePt t="37260" x="712788" y="2027238"/>
          <p14:tracePt t="37268" x="725488" y="2052638"/>
          <p14:tracePt t="37276" x="738188" y="2052638"/>
          <p14:tracePt t="37284" x="738188" y="2065338"/>
          <p14:tracePt t="37292" x="750888" y="2065338"/>
          <p14:tracePt t="37300" x="776288" y="2089150"/>
          <p14:tracePt t="37309" x="788988" y="2089150"/>
          <p14:tracePt t="37316" x="801688" y="2089150"/>
          <p14:tracePt t="37324" x="814388" y="2089150"/>
          <p14:tracePt t="37332" x="825500" y="2101850"/>
          <p14:tracePt t="37348" x="838200" y="2114550"/>
          <p14:tracePt t="37372" x="850900" y="2114550"/>
          <p14:tracePt t="37388" x="863600" y="2114550"/>
          <p14:tracePt t="37396" x="876300" y="2114550"/>
          <p14:tracePt t="37404" x="889000" y="2114550"/>
          <p14:tracePt t="37420" x="901700" y="2114550"/>
          <p14:tracePt t="37428" x="914400" y="2114550"/>
          <p14:tracePt t="37444" x="925513" y="2114550"/>
          <p14:tracePt t="37460" x="938213" y="2114550"/>
          <p14:tracePt t="37477" x="950913" y="2114550"/>
          <p14:tracePt t="37500" x="950913" y="2101850"/>
          <p14:tracePt t="37532" x="950913" y="2089150"/>
          <p14:tracePt t="37540" x="963613" y="2089150"/>
          <p14:tracePt t="37548" x="963613" y="2078038"/>
          <p14:tracePt t="37588" x="976313" y="2052638"/>
          <p14:tracePt t="37612" x="1001713" y="2052638"/>
          <p14:tracePt t="37628" x="1014413" y="2052638"/>
          <p14:tracePt t="37636" x="1014413" y="2039938"/>
          <p14:tracePt t="37668" x="1038225" y="2039938"/>
          <p14:tracePt t="37724" x="1050925" y="2039938"/>
          <p14:tracePt t="37756" x="1076325" y="2039938"/>
          <p14:tracePt t="37948" x="1089025" y="2039938"/>
          <p14:tracePt t="37964" x="1101725" y="2039938"/>
          <p14:tracePt t="37972" x="1127125" y="2039938"/>
          <p14:tracePt t="37980" x="1150938" y="2039938"/>
          <p14:tracePt t="37988" x="1163638" y="2039938"/>
          <p14:tracePt t="37996" x="1189038" y="2039938"/>
          <p14:tracePt t="38004" x="1252538" y="2039938"/>
          <p14:tracePt t="38012" x="1301750" y="2039938"/>
          <p14:tracePt t="38020" x="1363663" y="2039938"/>
          <p14:tracePt t="38028" x="1401763" y="2039938"/>
          <p14:tracePt t="38036" x="1414463" y="2039938"/>
          <p14:tracePt t="38045" x="1439863" y="2039938"/>
          <p14:tracePt t="38061" x="1452563" y="2039938"/>
          <p14:tracePt t="38084" x="1465263" y="2039938"/>
          <p14:tracePt t="38092" x="1476375" y="2039938"/>
          <p14:tracePt t="38108" x="1489075" y="2039938"/>
          <p14:tracePt t="38117" x="1501775" y="2039938"/>
          <p14:tracePt t="38124" x="1514475" y="2039938"/>
          <p14:tracePt t="38133" x="1527175" y="2039938"/>
          <p14:tracePt t="38140" x="1539875" y="2039938"/>
          <p14:tracePt t="38148" x="1552575" y="2039938"/>
          <p14:tracePt t="38172" x="1565275" y="2039938"/>
          <p14:tracePt t="38180" x="1577975" y="2027238"/>
          <p14:tracePt t="38188" x="1589088" y="2027238"/>
          <p14:tracePt t="38197" x="1601788" y="2027238"/>
          <p14:tracePt t="38204" x="1627188" y="2027238"/>
          <p14:tracePt t="38212" x="1639888" y="2027238"/>
          <p14:tracePt t="38220" x="1677988" y="2027238"/>
          <p14:tracePt t="38229" x="1701800" y="2027238"/>
          <p14:tracePt t="38236" x="1727200" y="2027238"/>
          <p14:tracePt t="38245" x="1790700" y="2001838"/>
          <p14:tracePt t="38252" x="1839913" y="2001838"/>
          <p14:tracePt t="38260" x="1914525" y="1989138"/>
          <p14:tracePt t="38268" x="1965325" y="1989138"/>
          <p14:tracePt t="38276" x="2003425" y="1978025"/>
          <p14:tracePt t="38284" x="2039938" y="1952625"/>
          <p14:tracePt t="38292" x="2052638" y="1952625"/>
          <p14:tracePt t="38300" x="2065338" y="1952625"/>
          <p14:tracePt t="38308" x="2078038" y="1952625"/>
          <p14:tracePt t="38780" x="2065338" y="1952625"/>
          <p14:tracePt t="38788" x="2052638" y="1952625"/>
          <p14:tracePt t="38797" x="2039938" y="1952625"/>
          <p14:tracePt t="38804" x="2027238" y="1952625"/>
          <p14:tracePt t="38812" x="2014538" y="1952625"/>
          <p14:tracePt t="38820" x="2003425" y="1952625"/>
          <p14:tracePt t="38900" x="1990725" y="1952625"/>
          <p14:tracePt t="39900" x="1965325" y="1952625"/>
          <p14:tracePt t="39908" x="1927225" y="1952625"/>
          <p14:tracePt t="39917" x="1890713" y="1952625"/>
          <p14:tracePt t="39924" x="1839913" y="1952625"/>
          <p14:tracePt t="39933" x="1790700" y="1952625"/>
          <p14:tracePt t="39951" x="1589088" y="1952625"/>
          <p14:tracePt t="39956" x="1539875" y="1952625"/>
          <p14:tracePt t="39964" x="1501775" y="1952625"/>
          <p14:tracePt t="39972" x="1476375" y="1952625"/>
          <p14:tracePt t="39980" x="1452563" y="1952625"/>
          <p14:tracePt t="39989" x="1439863" y="1952625"/>
          <p14:tracePt t="39996" x="1414463" y="1952625"/>
          <p14:tracePt t="40005" x="1401763" y="1952625"/>
          <p14:tracePt t="40012" x="1352550" y="1952625"/>
          <p14:tracePt t="40020" x="1314450" y="1952625"/>
          <p14:tracePt t="40028" x="1276350" y="1952625"/>
          <p14:tracePt t="40036" x="1227138" y="1952625"/>
          <p14:tracePt t="40044" x="1176338" y="1952625"/>
          <p14:tracePt t="40052" x="1127125" y="1952625"/>
          <p14:tracePt t="40060" x="1050925" y="1952625"/>
          <p14:tracePt t="40068" x="1014413" y="1952625"/>
          <p14:tracePt t="40076" x="976313" y="1952625"/>
          <p14:tracePt t="40084" x="950913" y="1952625"/>
          <p14:tracePt t="40092" x="938213" y="1952625"/>
          <p14:tracePt t="40100" x="925513" y="1952625"/>
          <p14:tracePt t="40108" x="914400" y="1952625"/>
          <p14:tracePt t="40132" x="889000" y="1952625"/>
          <p14:tracePt t="40140" x="876300" y="1952625"/>
          <p14:tracePt t="40148" x="850900" y="1952625"/>
          <p14:tracePt t="40156" x="801688" y="1952625"/>
          <p14:tracePt t="40164" x="750888" y="1952625"/>
          <p14:tracePt t="40172" x="725488" y="1952625"/>
          <p14:tracePt t="40180" x="676275" y="1952625"/>
          <p14:tracePt t="40189" x="650875" y="1952625"/>
          <p14:tracePt t="40196" x="625475" y="1952625"/>
          <p14:tracePt t="40205" x="588963" y="1939925"/>
          <p14:tracePt t="40212" x="588963" y="1927225"/>
          <p14:tracePt t="40220" x="563563" y="1927225"/>
          <p14:tracePt t="40236" x="550863" y="1914525"/>
          <p14:tracePt t="40404" x="550863" y="1901825"/>
          <p14:tracePt t="41068" x="550863" y="1914525"/>
          <p14:tracePt t="41076" x="550863" y="1978025"/>
          <p14:tracePt t="41084" x="576263" y="1989138"/>
          <p14:tracePt t="41092" x="600075" y="2001838"/>
          <p14:tracePt t="41108" x="625475" y="2014538"/>
          <p14:tracePt t="41116" x="663575" y="2014538"/>
          <p14:tracePt t="41125" x="688975" y="2014538"/>
          <p14:tracePt t="41132" x="701675" y="2014538"/>
          <p14:tracePt t="41140" x="725488" y="2014538"/>
          <p14:tracePt t="41148" x="738188" y="2014538"/>
          <p14:tracePt t="41156" x="776288" y="2001838"/>
          <p14:tracePt t="41164" x="788988" y="1989138"/>
          <p14:tracePt t="41172" x="825500" y="1965325"/>
          <p14:tracePt t="41180" x="838200" y="1952625"/>
          <p14:tracePt t="41189" x="863600" y="1939925"/>
          <p14:tracePt t="41196" x="876300" y="1927225"/>
          <p14:tracePt t="41204" x="889000" y="1927225"/>
          <p14:tracePt t="41212" x="914400" y="1914525"/>
          <p14:tracePt t="41492" x="938213" y="1914525"/>
          <p14:tracePt t="41516" x="950913" y="1914525"/>
          <p14:tracePt t="41524" x="963613" y="1914525"/>
          <p14:tracePt t="41532" x="976313" y="1914525"/>
          <p14:tracePt t="41556" x="989013" y="1927225"/>
          <p14:tracePt t="41572" x="1001713" y="1939925"/>
          <p14:tracePt t="41588" x="1014413" y="1952625"/>
          <p14:tracePt t="41620" x="1014413" y="1965325"/>
          <p14:tracePt t="41652" x="1027113" y="1965325"/>
          <p14:tracePt t="41692" x="1038225" y="1965325"/>
          <p14:tracePt t="41700" x="1050925" y="1965325"/>
          <p14:tracePt t="41748" x="1063625" y="1978025"/>
          <p14:tracePt t="42141" x="1076325" y="1978025"/>
          <p14:tracePt t="42628" x="1089025" y="1989138"/>
          <p14:tracePt t="42644" x="1089025" y="2014538"/>
          <p14:tracePt t="42660" x="1076325" y="2014538"/>
          <p14:tracePt t="42692" x="1076325" y="2027238"/>
          <p14:tracePt t="42700" x="1063625" y="2027238"/>
          <p14:tracePt t="42716" x="1038225" y="2039938"/>
          <p14:tracePt t="42724" x="1014413" y="2039938"/>
          <p14:tracePt t="42732" x="976313" y="2039938"/>
          <p14:tracePt t="42741" x="938213" y="2039938"/>
          <p14:tracePt t="42748" x="914400" y="2039938"/>
          <p14:tracePt t="42756" x="876300" y="2039938"/>
          <p14:tracePt t="42764" x="825500" y="2039938"/>
          <p14:tracePt t="42772" x="776288" y="2039938"/>
          <p14:tracePt t="42780" x="712788" y="2039938"/>
          <p14:tracePt t="42788" x="676275" y="2039938"/>
          <p14:tracePt t="42796" x="625475" y="2039938"/>
          <p14:tracePt t="42804" x="588963" y="2039938"/>
          <p14:tracePt t="42996" x="600075" y="2039938"/>
          <p14:tracePt t="43004" x="612775" y="2039938"/>
          <p14:tracePt t="43052" x="625475" y="2039938"/>
          <p14:tracePt t="43364" x="638175" y="2039938"/>
          <p14:tracePt t="43372" x="663575" y="2065338"/>
          <p14:tracePt t="43381" x="676275" y="2065338"/>
          <p14:tracePt t="43388" x="688975" y="2089150"/>
          <p14:tracePt t="43396" x="712788" y="2101850"/>
          <p14:tracePt t="43404" x="738188" y="2127250"/>
          <p14:tracePt t="43412" x="763588" y="2178050"/>
          <p14:tracePt t="43420" x="814388" y="2252663"/>
          <p14:tracePt t="43428" x="825500" y="2290763"/>
          <p14:tracePt t="43436" x="876300" y="2378075"/>
          <p14:tracePt t="43444" x="914400" y="2439988"/>
          <p14:tracePt t="43452" x="925513" y="2490788"/>
          <p14:tracePt t="43460" x="938213" y="2516188"/>
          <p14:tracePt t="43468" x="950913" y="2540000"/>
          <p14:tracePt t="43476" x="963613" y="2552700"/>
          <p14:tracePt t="43596" x="889000" y="2478088"/>
          <p14:tracePt t="43604" x="838200" y="2390775"/>
          <p14:tracePt t="43612" x="788988" y="2278063"/>
          <p14:tracePt t="43620" x="750888" y="2165350"/>
          <p14:tracePt t="43628" x="725488" y="2039938"/>
          <p14:tracePt t="43636" x="712788" y="1952625"/>
          <p14:tracePt t="43644" x="712788" y="1865313"/>
          <p14:tracePt t="43652" x="701675" y="1814513"/>
          <p14:tracePt t="43660" x="701675" y="1765300"/>
          <p14:tracePt t="43668" x="701675" y="1752600"/>
          <p14:tracePt t="43677" x="676275" y="1727200"/>
          <p14:tracePt t="43724" x="676275" y="1714500"/>
          <p14:tracePt t="43740" x="663575" y="1714500"/>
          <p14:tracePt t="43748" x="650875" y="1714500"/>
          <p14:tracePt t="43764" x="625475" y="1714500"/>
          <p14:tracePt t="43772" x="625475" y="1739900"/>
          <p14:tracePt t="43780" x="625475" y="1765300"/>
          <p14:tracePt t="43788" x="625475" y="1789113"/>
          <p14:tracePt t="43796" x="625475" y="1827213"/>
          <p14:tracePt t="43804" x="625475" y="1839913"/>
          <p14:tracePt t="43812" x="625475" y="1876425"/>
          <p14:tracePt t="43820" x="638175" y="1914525"/>
          <p14:tracePt t="43828" x="650875" y="1952625"/>
          <p14:tracePt t="43836" x="650875" y="1989138"/>
          <p14:tracePt t="43844" x="676275" y="2027238"/>
          <p14:tracePt t="43852" x="676275" y="2065338"/>
          <p14:tracePt t="43861" x="688975" y="2078038"/>
          <p14:tracePt t="43868" x="688975" y="2089150"/>
          <p14:tracePt t="43876" x="688975" y="2101850"/>
          <p14:tracePt t="43949" x="688975" y="2078038"/>
          <p14:tracePt t="43956" x="688975" y="2065338"/>
          <p14:tracePt t="43964" x="688975" y="2052638"/>
          <p14:tracePt t="43972" x="676275" y="2039938"/>
          <p14:tracePt t="43980" x="663575" y="2027238"/>
          <p14:tracePt t="43988" x="663575" y="2014538"/>
          <p14:tracePt t="43996" x="650875" y="2001838"/>
          <p14:tracePt t="44012" x="638175" y="1989138"/>
          <p14:tracePt t="44372" x="650875" y="2014538"/>
          <p14:tracePt t="44380" x="650875" y="2027238"/>
          <p14:tracePt t="44388" x="650875" y="2052638"/>
          <p14:tracePt t="44396" x="650875" y="2078038"/>
          <p14:tracePt t="44412" x="650875" y="2089150"/>
          <p14:tracePt t="44420" x="650875" y="2114550"/>
          <p14:tracePt t="44444" x="650875" y="2127250"/>
          <p14:tracePt t="44460" x="663575" y="2152650"/>
          <p14:tracePt t="44508" x="663575" y="2165350"/>
          <p14:tracePt t="44516" x="663575" y="2190750"/>
          <p14:tracePt t="44532" x="663575" y="2201863"/>
          <p14:tracePt t="44540" x="663575" y="2227263"/>
          <p14:tracePt t="44548" x="663575" y="2239963"/>
          <p14:tracePt t="44564" x="663575" y="2265363"/>
          <p14:tracePt t="44580" x="663575" y="2278063"/>
          <p14:tracePt t="44604" x="663575" y="2303463"/>
          <p14:tracePt t="44860" x="676275" y="2314575"/>
          <p14:tracePt t="44876" x="688975" y="2314575"/>
          <p14:tracePt t="45068" x="712788" y="2314575"/>
          <p14:tracePt t="45188" x="725488" y="2314575"/>
          <p14:tracePt t="45196" x="763588" y="2314575"/>
          <p14:tracePt t="45204" x="788988" y="2303463"/>
          <p14:tracePt t="45212" x="814388" y="2278063"/>
          <p14:tracePt t="45220" x="838200" y="2265363"/>
          <p14:tracePt t="45228" x="863600" y="2227263"/>
          <p14:tracePt t="45237" x="876300" y="2201863"/>
          <p14:tracePt t="45244" x="876300" y="2178050"/>
          <p14:tracePt t="45253" x="901700" y="2139950"/>
          <p14:tracePt t="45260" x="914400" y="2114550"/>
          <p14:tracePt t="45268" x="914400" y="2078038"/>
          <p14:tracePt t="45276" x="914400" y="2052638"/>
          <p14:tracePt t="45284" x="914400" y="2039938"/>
          <p14:tracePt t="45292" x="914400" y="2027238"/>
          <p14:tracePt t="45300" x="914400" y="2001838"/>
          <p14:tracePt t="45524" x="938213" y="1989138"/>
          <p14:tracePt t="45540" x="950913" y="1989138"/>
          <p14:tracePt t="45588" x="976313" y="1989138"/>
          <p14:tracePt t="45660" x="989013" y="1989138"/>
          <p14:tracePt t="45708" x="1001713" y="1989138"/>
          <p14:tracePt t="45756" x="1014413" y="1989138"/>
          <p14:tracePt t="46020" x="1027113" y="1989138"/>
          <p14:tracePt t="46036" x="1038225" y="1989138"/>
          <p14:tracePt t="46044" x="1063625" y="1989138"/>
          <p14:tracePt t="46052" x="1063625" y="2001838"/>
          <p14:tracePt t="46068" x="1076325" y="2014538"/>
          <p14:tracePt t="46076" x="1076325" y="2027238"/>
          <p14:tracePt t="46084" x="1101725" y="2052638"/>
          <p14:tracePt t="46101" x="1101725" y="2065338"/>
          <p14:tracePt t="46108" x="1114425" y="2078038"/>
          <p14:tracePt t="46117" x="1114425" y="2101850"/>
          <p14:tracePt t="46124" x="1114425" y="2114550"/>
          <p14:tracePt t="46140" x="1114425" y="2139950"/>
          <p14:tracePt t="46148" x="1114425" y="2152650"/>
          <p14:tracePt t="46156" x="1114425" y="2178050"/>
          <p14:tracePt t="46164" x="1114425" y="2190750"/>
          <p14:tracePt t="46172" x="1114425" y="2201863"/>
          <p14:tracePt t="46180" x="1114425" y="2227263"/>
          <p14:tracePt t="46196" x="1114425" y="2239963"/>
          <p14:tracePt t="46204" x="1114425" y="2252663"/>
          <p14:tracePt t="46212" x="1114425" y="2265363"/>
          <p14:tracePt t="46420" x="1127125" y="2278063"/>
          <p14:tracePt t="46876" x="1139825" y="2278063"/>
          <p14:tracePt t="47700" x="1163638" y="2278063"/>
          <p14:tracePt t="48356" x="1139825" y="2265363"/>
          <p14:tracePt t="48364" x="1063625" y="2239963"/>
          <p14:tracePt t="48372" x="963613" y="2201863"/>
          <p14:tracePt t="48380" x="889000" y="2178050"/>
          <p14:tracePt t="48388" x="814388" y="2139950"/>
          <p14:tracePt t="48396" x="750888" y="2114550"/>
          <p14:tracePt t="48404" x="712788" y="2078038"/>
          <p14:tracePt t="48412" x="650875" y="2052638"/>
          <p14:tracePt t="48420" x="625475" y="2039938"/>
          <p14:tracePt t="48429" x="612775" y="2027238"/>
          <p14:tracePt t="48436" x="600075" y="2014538"/>
          <p14:tracePt t="48452" x="576263" y="2014538"/>
          <p14:tracePt t="48524" x="563563" y="2014538"/>
          <p14:tracePt t="48532" x="538163" y="2014538"/>
          <p14:tracePt t="48541" x="525463" y="2014538"/>
          <p14:tracePt t="48548" x="500063" y="2014538"/>
          <p14:tracePt t="48556" x="488950" y="2014538"/>
          <p14:tracePt t="48564" x="476250" y="2014538"/>
          <p14:tracePt t="48684" x="500063" y="2014538"/>
          <p14:tracePt t="48692" x="512763" y="2014538"/>
          <p14:tracePt t="48708" x="525463" y="2014538"/>
          <p14:tracePt t="48716" x="538163" y="2014538"/>
          <p14:tracePt t="48725" x="550863" y="2014538"/>
          <p14:tracePt t="48741" x="563563" y="2014538"/>
          <p14:tracePt t="48756" x="588963" y="2014538"/>
          <p14:tracePt t="48764" x="612775" y="2014538"/>
          <p14:tracePt t="48772" x="650875" y="2027238"/>
          <p14:tracePt t="48780" x="663575" y="2039938"/>
          <p14:tracePt t="48788" x="688975" y="2039938"/>
          <p14:tracePt t="48796" x="725488" y="2039938"/>
          <p14:tracePt t="48804" x="750888" y="2039938"/>
          <p14:tracePt t="48813" x="788988" y="2039938"/>
          <p14:tracePt t="48820" x="814388" y="2039938"/>
          <p14:tracePt t="48828" x="825500" y="2039938"/>
          <p14:tracePt t="48836" x="863600" y="2039938"/>
          <p14:tracePt t="48844" x="876300" y="2039938"/>
          <p14:tracePt t="48852" x="901700" y="2039938"/>
          <p14:tracePt t="48860" x="914400" y="2039938"/>
          <p14:tracePt t="48868" x="925513" y="2039938"/>
          <p14:tracePt t="48876" x="938213" y="2039938"/>
          <p14:tracePt t="48892" x="950913" y="2039938"/>
          <p14:tracePt t="48925" x="976313" y="2039938"/>
          <p14:tracePt t="48980" x="989013" y="2039938"/>
          <p14:tracePt t="49028" x="1014413" y="2039938"/>
          <p14:tracePt t="49044" x="1027113" y="2039938"/>
          <p14:tracePt t="49052" x="1050925" y="2039938"/>
          <p14:tracePt t="49068" x="1089025" y="2039938"/>
          <p14:tracePt t="49076" x="1150938" y="2039938"/>
          <p14:tracePt t="49084" x="1301750" y="2039938"/>
          <p14:tracePt t="49092" x="1476375" y="2039938"/>
          <p14:tracePt t="49100" x="1652588" y="2039938"/>
          <p14:tracePt t="49109" x="1801813" y="2039938"/>
          <p14:tracePt t="49116" x="1927225" y="2039938"/>
          <p14:tracePt t="49124" x="2027238" y="2039938"/>
          <p14:tracePt t="49132" x="2103438" y="2039938"/>
          <p14:tracePt t="49140" x="2127250" y="2039938"/>
          <p14:tracePt t="49308" x="2116138" y="2039938"/>
          <p14:tracePt t="49316" x="2103438" y="2039938"/>
          <p14:tracePt t="50844" x="2052638" y="2039938"/>
          <p14:tracePt t="50852" x="1939925" y="2039938"/>
          <p14:tracePt t="50860" x="1890713" y="2039938"/>
          <p14:tracePt t="50869" x="1778000" y="2039938"/>
          <p14:tracePt t="50876" x="1639888" y="2039938"/>
          <p14:tracePt t="50884" x="1489075" y="2039938"/>
          <p14:tracePt t="50892" x="1339850" y="2039938"/>
          <p14:tracePt t="50900" x="1201738" y="2014538"/>
          <p14:tracePt t="50908" x="1139825" y="2001838"/>
          <p14:tracePt t="50916" x="1076325" y="1989138"/>
          <p14:tracePt t="50924" x="1050925" y="1989138"/>
          <p14:tracePt t="50932" x="1038225" y="1989138"/>
          <p14:tracePt t="50988" x="1027113" y="1989138"/>
          <p14:tracePt t="50996" x="989013" y="1978025"/>
          <p14:tracePt t="51004" x="976313" y="1978025"/>
          <p14:tracePt t="51012" x="963613" y="1965325"/>
          <p14:tracePt t="51020" x="914400" y="1939925"/>
          <p14:tracePt t="51028" x="838200" y="1927225"/>
          <p14:tracePt t="51036" x="814388" y="1914525"/>
          <p14:tracePt t="51044" x="776288" y="1901825"/>
          <p14:tracePt t="51052" x="750888" y="1901825"/>
          <p14:tracePt t="51069" x="738188" y="1901825"/>
          <p14:tracePt t="51076" x="725488" y="1901825"/>
          <p14:tracePt t="51084" x="712788" y="1901825"/>
          <p14:tracePt t="51100" x="701675" y="1901825"/>
          <p14:tracePt t="51108" x="688975" y="1901825"/>
          <p14:tracePt t="51116" x="676275" y="1901825"/>
          <p14:tracePt t="51124" x="650875" y="1914525"/>
          <p14:tracePt t="51132" x="625475" y="1914525"/>
          <p14:tracePt t="51140" x="600075" y="1927225"/>
          <p14:tracePt t="51148" x="588963" y="1939925"/>
          <p14:tracePt t="51236" x="576263" y="1939925"/>
          <p14:tracePt t="51372" x="563563" y="1939925"/>
          <p14:tracePt t="51428" x="563563" y="1952625"/>
          <p14:tracePt t="51516" x="576263" y="1952625"/>
          <p14:tracePt t="51580" x="588963" y="1952625"/>
          <p14:tracePt t="51620" x="600075" y="1952625"/>
          <p14:tracePt t="51628" x="625475" y="1952625"/>
          <p14:tracePt t="51636" x="638175" y="1952625"/>
          <p14:tracePt t="51644" x="663575" y="1952625"/>
          <p14:tracePt t="51652" x="688975" y="1978025"/>
          <p14:tracePt t="51660" x="712788" y="1978025"/>
          <p14:tracePt t="51668" x="725488" y="1989138"/>
          <p14:tracePt t="51676" x="738188" y="2001838"/>
          <p14:tracePt t="51684" x="750888" y="2001838"/>
          <p14:tracePt t="51692" x="763588" y="2001838"/>
          <p14:tracePt t="51700" x="788988" y="2001838"/>
          <p14:tracePt t="51716" x="801688" y="2001838"/>
          <p14:tracePt t="51733" x="825500" y="2001838"/>
          <p14:tracePt t="51748" x="838200" y="2001838"/>
          <p14:tracePt t="51756" x="850900" y="2001838"/>
          <p14:tracePt t="51772" x="863600" y="2001838"/>
          <p14:tracePt t="51788" x="876300" y="2001838"/>
          <p14:tracePt t="51796" x="901700" y="2001838"/>
          <p14:tracePt t="51812" x="914400" y="2001838"/>
          <p14:tracePt t="51820" x="925513" y="2001838"/>
          <p14:tracePt t="51828" x="938213" y="2001838"/>
          <p14:tracePt t="51844" x="963613" y="2001838"/>
          <p14:tracePt t="51852" x="976313" y="2001838"/>
          <p14:tracePt t="51860" x="989013" y="2001838"/>
          <p14:tracePt t="51868" x="1001713" y="2001838"/>
          <p14:tracePt t="51876" x="1027113" y="2001838"/>
          <p14:tracePt t="51900" x="1038225" y="2001838"/>
          <p14:tracePt t="51908" x="1050925" y="2001838"/>
          <p14:tracePt t="51924" x="1063625" y="2001838"/>
          <p14:tracePt t="51956" x="1076325" y="2001838"/>
          <p14:tracePt t="51972" x="1089025" y="2001838"/>
          <p14:tracePt t="51988" x="1101725" y="2001838"/>
          <p14:tracePt t="52084" x="1114425" y="2001838"/>
          <p14:tracePt t="52164" x="1127125" y="2001838"/>
          <p14:tracePt t="52276" x="1139825" y="2001838"/>
          <p14:tracePt t="52316" x="1150938" y="2001838"/>
          <p14:tracePt t="52636" x="1139825" y="2001838"/>
          <p14:tracePt t="52644" x="1076325" y="2001838"/>
          <p14:tracePt t="52652" x="1038225" y="2014538"/>
          <p14:tracePt t="52660" x="976313" y="2014538"/>
          <p14:tracePt t="52668" x="925513" y="2014538"/>
          <p14:tracePt t="52676" x="876300" y="2014538"/>
          <p14:tracePt t="52684" x="838200" y="2014538"/>
          <p14:tracePt t="52692" x="814388" y="2014538"/>
          <p14:tracePt t="52700" x="788988" y="2014538"/>
          <p14:tracePt t="52716" x="776288" y="2014538"/>
          <p14:tracePt t="52724" x="750888" y="2014538"/>
          <p14:tracePt t="52732" x="738188" y="2014538"/>
          <p14:tracePt t="52748" x="712788" y="2014538"/>
          <p14:tracePt t="52757" x="688975" y="2039938"/>
          <p14:tracePt t="52764" x="663575" y="2039938"/>
          <p14:tracePt t="52772" x="650875" y="2039938"/>
          <p14:tracePt t="52780" x="600075" y="2052638"/>
          <p14:tracePt t="52788" x="576263" y="2065338"/>
          <p14:tracePt t="52796" x="563563" y="2065338"/>
          <p14:tracePt t="52804" x="512763" y="2078038"/>
          <p14:tracePt t="52828" x="488950" y="2089150"/>
          <p14:tracePt t="53228" x="488950" y="2101850"/>
          <p14:tracePt t="53284" x="500063" y="2114550"/>
          <p14:tracePt t="53308" x="512763" y="2114550"/>
          <p14:tracePt t="53324" x="512763" y="2127250"/>
          <p14:tracePt t="53404" x="525463" y="2127250"/>
          <p14:tracePt t="53420" x="538163" y="2127250"/>
          <p14:tracePt t="53428" x="550863" y="2139950"/>
          <p14:tracePt t="53444" x="563563" y="2139950"/>
          <p14:tracePt t="53460" x="600075" y="2165350"/>
          <p14:tracePt t="53476" x="625475" y="2165350"/>
          <p14:tracePt t="53484" x="638175" y="2165350"/>
          <p14:tracePt t="53500" x="650875" y="2165350"/>
          <p14:tracePt t="53509" x="663575" y="2165350"/>
          <p14:tracePt t="53516" x="676275" y="2165350"/>
          <p14:tracePt t="53524" x="688975" y="2165350"/>
          <p14:tracePt t="53532" x="701675" y="2165350"/>
          <p14:tracePt t="53540" x="725488" y="2165350"/>
          <p14:tracePt t="53548" x="763588" y="2165350"/>
          <p14:tracePt t="53556" x="788988" y="2165350"/>
          <p14:tracePt t="53564" x="825500" y="2165350"/>
          <p14:tracePt t="53572" x="876300" y="2165350"/>
          <p14:tracePt t="53580" x="925513" y="2165350"/>
          <p14:tracePt t="53588" x="963613" y="2165350"/>
          <p14:tracePt t="53596" x="1001713" y="2165350"/>
          <p14:tracePt t="53605" x="1027113" y="2152650"/>
          <p14:tracePt t="53612" x="1038225" y="2152650"/>
          <p14:tracePt t="53620" x="1050925" y="2152650"/>
          <p14:tracePt t="53628" x="1063625" y="2139950"/>
          <p14:tracePt t="53668" x="1076325" y="2127250"/>
          <p14:tracePt t="53820" x="1089025" y="2114550"/>
          <p14:tracePt t="53860" x="1089025" y="2101850"/>
          <p14:tracePt t="53868" x="1101725" y="2101850"/>
          <p14:tracePt t="53908" x="1101725" y="2089150"/>
          <p14:tracePt t="54188" x="1101725" y="2078038"/>
          <p14:tracePt t="54356" x="1114425" y="2078038"/>
          <p14:tracePt t="54436" x="1127125" y="2078038"/>
          <p14:tracePt t="54988" x="1139825" y="2078038"/>
          <p14:tracePt t="55020" x="1150938" y="2078038"/>
          <p14:tracePt t="55028" x="1163638" y="2078038"/>
          <p14:tracePt t="55044" x="1176338" y="2078038"/>
          <p14:tracePt t="55052" x="1189038" y="2078038"/>
          <p14:tracePt t="55060" x="1201738" y="2078038"/>
          <p14:tracePt t="55076" x="1214438" y="2078038"/>
          <p14:tracePt t="55084" x="1239838" y="2078038"/>
          <p14:tracePt t="55100" x="1252538" y="2078038"/>
          <p14:tracePt t="55109" x="1276350" y="2078038"/>
          <p14:tracePt t="55116" x="1301750" y="2078038"/>
          <p14:tracePt t="55124" x="1314450" y="2078038"/>
          <p14:tracePt t="55132" x="1339850" y="2078038"/>
          <p14:tracePt t="55140" x="1363663" y="2078038"/>
          <p14:tracePt t="55156" x="1376363" y="2078038"/>
          <p14:tracePt t="55172" x="1389063" y="2078038"/>
          <p14:tracePt t="55756" x="1363663" y="2078038"/>
          <p14:tracePt t="55764" x="1352550" y="2078038"/>
          <p14:tracePt t="55772" x="1314450" y="2078038"/>
          <p14:tracePt t="55788" x="1301750" y="2078038"/>
          <p14:tracePt t="55796" x="1276350" y="2078038"/>
          <p14:tracePt t="55804" x="1276350" y="2089150"/>
          <p14:tracePt t="55812" x="1252538" y="2089150"/>
          <p14:tracePt t="55828" x="1239838" y="2089150"/>
          <p14:tracePt t="55940" x="1227138" y="2089150"/>
          <p14:tracePt t="55948" x="1189038" y="2089150"/>
          <p14:tracePt t="55956" x="1163638" y="2089150"/>
          <p14:tracePt t="56020" x="1227138" y="2089150"/>
          <p14:tracePt t="56028" x="1427163" y="2089150"/>
          <p14:tracePt t="56036" x="1752600" y="2127250"/>
          <p14:tracePt t="56045" x="2103438" y="2152650"/>
          <p14:tracePt t="56052" x="2616200" y="2178050"/>
          <p14:tracePt t="56060" x="3028950" y="2178050"/>
          <p14:tracePt t="56068" x="3429000" y="2178050"/>
          <p14:tracePt t="56076" x="3743325" y="2178050"/>
          <p14:tracePt t="56084" x="3979863" y="2178050"/>
          <p14:tracePt t="56092" x="4217988" y="2178050"/>
          <p14:tracePt t="56100" x="4406900" y="2178050"/>
          <p14:tracePt t="56108" x="4556125" y="2178050"/>
          <p14:tracePt t="56117" x="4656138" y="2178050"/>
          <p14:tracePt t="56124" x="4719638" y="2178050"/>
          <p14:tracePt t="56132" x="4756150" y="2178050"/>
          <p14:tracePt t="56140" x="4768850" y="2178050"/>
          <p14:tracePt t="56244" x="4781550" y="2178050"/>
          <p14:tracePt t="56340" x="4781550" y="2152650"/>
          <p14:tracePt t="56348" x="4743450" y="2127250"/>
          <p14:tracePt t="56356" x="4719638" y="2114550"/>
          <p14:tracePt t="56364" x="4706938" y="2101850"/>
          <p14:tracePt t="56372" x="4681538" y="2089150"/>
          <p14:tracePt t="56380" x="4656138" y="2078038"/>
          <p14:tracePt t="56388" x="4630738" y="2078038"/>
          <p14:tracePt t="56404" x="4619625" y="2078038"/>
          <p14:tracePt t="56412" x="4606925" y="2065338"/>
          <p14:tracePt t="56452" x="4594225" y="2065338"/>
          <p14:tracePt t="56516" x="4581525" y="2065338"/>
          <p14:tracePt t="56532" x="4568825" y="2065338"/>
          <p14:tracePt t="56548" x="4556125" y="2065338"/>
          <p14:tracePt t="56572" x="4543425" y="2065338"/>
          <p14:tracePt t="56580" x="4530725" y="2065338"/>
          <p14:tracePt t="56588" x="4518025" y="2065338"/>
          <p14:tracePt t="56604" x="4506913" y="2065338"/>
          <p14:tracePt t="56613" x="4494213" y="2065338"/>
          <p14:tracePt t="56628" x="4481513" y="2065338"/>
          <p14:tracePt t="56636" x="4468813" y="2065338"/>
          <p14:tracePt t="56652" x="4456113" y="2065338"/>
          <p14:tracePt t="56676" x="4443413" y="2065338"/>
          <p14:tracePt t="56748" x="4430713" y="2065338"/>
          <p14:tracePt t="56852" x="4418013" y="2065338"/>
          <p14:tracePt t="57124" x="4406900" y="2065338"/>
          <p14:tracePt t="57140" x="4381500" y="2065338"/>
          <p14:tracePt t="57148" x="4381500" y="2052638"/>
          <p14:tracePt t="57164" x="4368800" y="2039938"/>
          <p14:tracePt t="57196" x="4368800" y="2027238"/>
          <p14:tracePt t="57212" x="4368800" y="2014538"/>
          <p14:tracePt t="57228" x="4356100" y="2001838"/>
          <p14:tracePt t="57260" x="4343400" y="2001838"/>
          <p14:tracePt t="57292" x="4330700" y="1989138"/>
          <p14:tracePt t="57668" x="4343400" y="1989138"/>
          <p14:tracePt t="57684" x="4356100" y="1989138"/>
          <p14:tracePt t="57700" x="4368800" y="1989138"/>
          <p14:tracePt t="57708" x="4381500" y="1989138"/>
          <p14:tracePt t="57716" x="4394200" y="1989138"/>
          <p14:tracePt t="57724" x="4418013" y="1989138"/>
          <p14:tracePt t="57733" x="4456113" y="1989138"/>
          <p14:tracePt t="57740" x="4506913" y="1989138"/>
          <p14:tracePt t="57748" x="4556125" y="2001838"/>
          <p14:tracePt t="57756" x="4619625" y="2001838"/>
          <p14:tracePt t="57764" x="4743450" y="2001838"/>
          <p14:tracePt t="57772" x="4856163" y="2001838"/>
          <p14:tracePt t="57780" x="4945063" y="2001838"/>
          <p14:tracePt t="57788" x="5045075" y="2001838"/>
          <p14:tracePt t="57796" x="5119688" y="2001838"/>
          <p14:tracePt t="57804" x="5157788" y="2001838"/>
          <p14:tracePt t="57812" x="5181600" y="2001838"/>
          <p14:tracePt t="58076" x="5194300" y="2001838"/>
          <p14:tracePt t="58084" x="5207000" y="2001838"/>
          <p14:tracePt t="58092" x="5219700" y="2001838"/>
          <p14:tracePt t="58100" x="5257800" y="2001838"/>
          <p14:tracePt t="58108" x="5345113" y="2001838"/>
          <p14:tracePt t="58116" x="5432425" y="1978025"/>
          <p14:tracePt t="58124" x="5495925" y="1965325"/>
          <p14:tracePt t="58132" x="5583238" y="1952625"/>
          <p14:tracePt t="58140" x="5645150" y="1939925"/>
          <p14:tracePt t="58148" x="5695950" y="1914525"/>
          <p14:tracePt t="58156" x="5708650" y="1914525"/>
          <p14:tracePt t="58164" x="5745163" y="1901825"/>
          <p14:tracePt t="58172" x="5757863" y="1901825"/>
          <p14:tracePt t="58444" x="5770563" y="1901825"/>
          <p14:tracePt t="58684" x="5783263" y="1901825"/>
          <p14:tracePt t="58708" x="5795963" y="1901825"/>
          <p14:tracePt t="58724" x="5808663" y="1901825"/>
          <p14:tracePt t="58740" x="5821363" y="1914525"/>
          <p14:tracePt t="58748" x="5832475" y="1914525"/>
          <p14:tracePt t="58756" x="5845175" y="1927225"/>
          <p14:tracePt t="58772" x="5870575" y="1939925"/>
          <p14:tracePt t="58804" x="5883275" y="1939925"/>
          <p14:tracePt t="58812" x="5908675" y="1939925"/>
          <p14:tracePt t="58836" x="5921375" y="1939925"/>
          <p14:tracePt t="58876" x="5932488" y="1939925"/>
          <p14:tracePt t="58892" x="5945188" y="1939925"/>
          <p14:tracePt t="58972" x="5957888" y="1939925"/>
          <p14:tracePt t="59212" x="5970588" y="1939925"/>
          <p14:tracePt t="59260" x="5983288" y="1939925"/>
          <p14:tracePt t="60028" x="5970588" y="1939925"/>
          <p14:tracePt t="60036" x="5945188" y="1939925"/>
          <p14:tracePt t="60044" x="5908675" y="1939925"/>
          <p14:tracePt t="60052" x="5895975" y="1939925"/>
          <p14:tracePt t="60061" x="5845175" y="1939925"/>
          <p14:tracePt t="60068" x="5808663" y="1939925"/>
          <p14:tracePt t="60076" x="5745163" y="1939925"/>
          <p14:tracePt t="60084" x="5683250" y="1939925"/>
          <p14:tracePt t="60092" x="5607050" y="1939925"/>
          <p14:tracePt t="60100" x="5519738" y="1939925"/>
          <p14:tracePt t="60108" x="5457825" y="1939925"/>
          <p14:tracePt t="60116" x="5407025" y="1939925"/>
          <p14:tracePt t="60124" x="5307013" y="1939925"/>
          <p14:tracePt t="60132" x="5219700" y="1939925"/>
          <p14:tracePt t="60140" x="5119688" y="1939925"/>
          <p14:tracePt t="60157" x="4981575" y="1939925"/>
          <p14:tracePt t="60164" x="4932363" y="1939925"/>
          <p14:tracePt t="60172" x="4868863" y="1939925"/>
          <p14:tracePt t="60180" x="4781550" y="1939925"/>
          <p14:tracePt t="60188" x="4719638" y="1939925"/>
          <p14:tracePt t="60196" x="4643438" y="1939925"/>
          <p14:tracePt t="60204" x="4594225" y="1939925"/>
          <p14:tracePt t="60212" x="4543425" y="1939925"/>
          <p14:tracePt t="60220" x="4506913" y="1939925"/>
          <p14:tracePt t="60228" x="4456113" y="1939925"/>
          <p14:tracePt t="60236" x="4418013" y="1939925"/>
          <p14:tracePt t="60244" x="4394200" y="1939925"/>
          <p14:tracePt t="60252" x="4368800" y="1939925"/>
          <p14:tracePt t="60260" x="4343400" y="1939925"/>
          <p14:tracePt t="60268" x="4330700" y="1939925"/>
          <p14:tracePt t="60276" x="4318000" y="1939925"/>
          <p14:tracePt t="60300" x="4305300" y="1939925"/>
          <p14:tracePt t="60316" x="4294188" y="1939925"/>
          <p14:tracePt t="60388" x="4281488" y="1939925"/>
          <p14:tracePt t="60420" x="4268788" y="1939925"/>
          <p14:tracePt t="60436" x="4256088" y="1939925"/>
          <p14:tracePt t="60668" x="4268788" y="1939925"/>
          <p14:tracePt t="60676" x="4281488" y="1939925"/>
          <p14:tracePt t="60764" x="4294188" y="1939925"/>
          <p14:tracePt t="60780" x="4305300" y="1939925"/>
          <p14:tracePt t="60852" x="4318000" y="1939925"/>
          <p14:tracePt t="60860" x="4330700" y="1952625"/>
          <p14:tracePt t="60868" x="4330700" y="1965325"/>
          <p14:tracePt t="60876" x="4343400" y="1978025"/>
          <p14:tracePt t="60884" x="4356100" y="1989138"/>
          <p14:tracePt t="60892" x="4356100" y="2001838"/>
          <p14:tracePt t="60900" x="4368800" y="2014538"/>
          <p14:tracePt t="60908" x="4368800" y="2027238"/>
          <p14:tracePt t="60916" x="4368800" y="2039938"/>
          <p14:tracePt t="60932" x="4368800" y="2052638"/>
          <p14:tracePt t="60942" x="4368800" y="2065338"/>
          <p14:tracePt t="60964" x="4368800" y="2078038"/>
          <p14:tracePt t="61364" x="4381500" y="2078038"/>
          <p14:tracePt t="61580" x="4394200" y="2078038"/>
          <p14:tracePt t="62276" x="4406900" y="2078038"/>
          <p14:tracePt t="62372" x="4418013" y="2078038"/>
          <p14:tracePt t="62604" x="4430713" y="2078038"/>
          <p14:tracePt t="62620" x="4443413" y="2078038"/>
          <p14:tracePt t="62628" x="4456113" y="2078038"/>
          <p14:tracePt t="62636" x="4468813" y="2078038"/>
          <p14:tracePt t="62644" x="4494213" y="2078038"/>
          <p14:tracePt t="62652" x="4543425" y="2078038"/>
          <p14:tracePt t="62660" x="4619625" y="2078038"/>
          <p14:tracePt t="62668" x="4668838" y="2078038"/>
          <p14:tracePt t="62676" x="4732338" y="2078038"/>
          <p14:tracePt t="62684" x="4781550" y="2078038"/>
          <p14:tracePt t="62692" x="4819650" y="2078038"/>
          <p14:tracePt t="62700" x="4894263" y="2065338"/>
          <p14:tracePt t="62708" x="4919663" y="2039938"/>
          <p14:tracePt t="62716" x="4932363" y="2027238"/>
          <p14:tracePt t="62724" x="4945063" y="2027238"/>
          <p14:tracePt t="62732" x="4956175" y="2014538"/>
          <p14:tracePt t="62748" x="4956175" y="2001838"/>
          <p14:tracePt t="62868" x="4956175" y="1989138"/>
          <p14:tracePt t="62892" x="4945063" y="1989138"/>
          <p14:tracePt t="62972" x="4932363" y="1989138"/>
          <p14:tracePt t="63644" x="4919663" y="1989138"/>
          <p14:tracePt t="63660" x="4906963" y="1989138"/>
          <p14:tracePt t="63684" x="4894263" y="1989138"/>
          <p14:tracePt t="63700" x="4881563" y="1989138"/>
          <p14:tracePt t="65020" x="4881563" y="2001838"/>
          <p14:tracePt t="65084" x="4881563" y="2014538"/>
          <p14:tracePt t="65100" x="4894263" y="2039938"/>
          <p14:tracePt t="65108" x="4906963" y="2052638"/>
          <p14:tracePt t="65148" x="4919663" y="2065338"/>
          <p14:tracePt t="65180" x="4932363" y="2065338"/>
          <p14:tracePt t="65356" x="4945063" y="2065338"/>
          <p14:tracePt t="66220" x="4868863" y="2065338"/>
          <p14:tracePt t="66228" x="4756150" y="2065338"/>
          <p14:tracePt t="66236" x="4630738" y="2065338"/>
          <p14:tracePt t="66244" x="4518025" y="2065338"/>
          <p14:tracePt t="66252" x="4430713" y="2065338"/>
          <p14:tracePt t="66260" x="4381500" y="2065338"/>
          <p14:tracePt t="66268" x="4343400" y="2065338"/>
          <p14:tracePt t="66276" x="4305300" y="2065338"/>
          <p14:tracePt t="66284" x="4294188" y="2065338"/>
          <p14:tracePt t="66292" x="4281488" y="2065338"/>
          <p14:tracePt t="66644" x="4281488" y="2052638"/>
          <p14:tracePt t="66684" x="4294188" y="2052638"/>
          <p14:tracePt t="66700" x="4305300" y="2052638"/>
          <p14:tracePt t="66708" x="4318000" y="2052638"/>
          <p14:tracePt t="66716" x="4330700" y="2052638"/>
          <p14:tracePt t="66724" x="4356100" y="2052638"/>
          <p14:tracePt t="66732" x="4368800" y="2052638"/>
          <p14:tracePt t="66740" x="4406900" y="2052638"/>
          <p14:tracePt t="66748" x="4443413" y="2052638"/>
          <p14:tracePt t="66756" x="4494213" y="2052638"/>
          <p14:tracePt t="66764" x="4530725" y="2052638"/>
          <p14:tracePt t="66772" x="4594225" y="2052638"/>
          <p14:tracePt t="66780" x="4656138" y="2052638"/>
          <p14:tracePt t="66788" x="4681538" y="2052638"/>
          <p14:tracePt t="66796" x="4706938" y="2052638"/>
          <p14:tracePt t="66812" x="4719638" y="2052638"/>
          <p14:tracePt t="66820" x="4743450" y="2052638"/>
          <p14:tracePt t="66828" x="4756150" y="2052638"/>
          <p14:tracePt t="66836" x="4781550" y="2039938"/>
          <p14:tracePt t="67036" x="4794250" y="2039938"/>
          <p14:tracePt t="67052" x="4794250" y="2027238"/>
          <p14:tracePt t="67068" x="4819650" y="2027238"/>
          <p14:tracePt t="67076" x="4832350" y="2027238"/>
          <p14:tracePt t="67084" x="4881563" y="2027238"/>
          <p14:tracePt t="67092" x="4994275" y="2027238"/>
          <p14:tracePt t="67100" x="5106988" y="2027238"/>
          <p14:tracePt t="67109" x="5232400" y="2027238"/>
          <p14:tracePt t="67116" x="5370513" y="2027238"/>
          <p14:tracePt t="67124" x="5483225" y="2027238"/>
          <p14:tracePt t="67132" x="5583238" y="2027238"/>
          <p14:tracePt t="67140" x="5657850" y="2027238"/>
          <p14:tracePt t="67148" x="5708650" y="2027238"/>
          <p14:tracePt t="67156" x="5732463" y="2027238"/>
          <p14:tracePt t="67164" x="5745163" y="2027238"/>
          <p14:tracePt t="67428" x="5757863" y="2027238"/>
          <p14:tracePt t="69140" x="5757863" y="2014538"/>
          <p14:tracePt t="69148" x="5732463" y="2014538"/>
          <p14:tracePt t="69156" x="5695950" y="2014538"/>
          <p14:tracePt t="69165" x="5683250" y="2027238"/>
          <p14:tracePt t="69172" x="5645150" y="2027238"/>
          <p14:tracePt t="69180" x="5595938" y="2027238"/>
          <p14:tracePt t="69188" x="5557838" y="2027238"/>
          <p14:tracePt t="69196" x="5495925" y="2027238"/>
          <p14:tracePt t="69204" x="5394325" y="2027238"/>
          <p14:tracePt t="69212" x="5294313" y="2027238"/>
          <p14:tracePt t="69220" x="5157788" y="2039938"/>
          <p14:tracePt t="69228" x="5019675" y="2065338"/>
          <p14:tracePt t="69236" x="4856163" y="2089150"/>
          <p14:tracePt t="69244" x="4732338" y="2101850"/>
          <p14:tracePt t="69253" x="4668838" y="2101850"/>
          <p14:tracePt t="69260" x="4643438" y="2127250"/>
          <p14:tracePt t="69268" x="4606925" y="2127250"/>
          <p14:tracePt t="69276" x="4581525" y="2127250"/>
          <p14:tracePt t="69284" x="4556125" y="2127250"/>
          <p14:tracePt t="69300" x="4530725" y="2127250"/>
          <p14:tracePt t="69316" x="4518025" y="2127250"/>
          <p14:tracePt t="69332" x="4506913" y="2139950"/>
          <p14:tracePt t="69452" x="4494213" y="2139950"/>
          <p14:tracePt t="69468" x="4481513" y="2139950"/>
          <p14:tracePt t="69756" x="4494213" y="2139950"/>
          <p14:tracePt t="69780" x="4506913" y="2139950"/>
          <p14:tracePt t="69788" x="4518025" y="2139950"/>
          <p14:tracePt t="69796" x="4530725" y="2139950"/>
          <p14:tracePt t="69812" x="4543425" y="2139950"/>
          <p14:tracePt t="69820" x="4568825" y="2139950"/>
          <p14:tracePt t="69828" x="4594225" y="2139950"/>
          <p14:tracePt t="69836" x="4606925" y="2139950"/>
          <p14:tracePt t="69844" x="4630738" y="2139950"/>
          <p14:tracePt t="69852" x="4656138" y="2139950"/>
          <p14:tracePt t="69860" x="4681538" y="2139950"/>
          <p14:tracePt t="69868" x="4706938" y="2139950"/>
          <p14:tracePt t="69876" x="4743450" y="2139950"/>
          <p14:tracePt t="69884" x="4781550" y="2139950"/>
          <p14:tracePt t="69892" x="4832350" y="2139950"/>
          <p14:tracePt t="69900" x="4881563" y="2139950"/>
          <p14:tracePt t="69908" x="4968875" y="2139950"/>
          <p14:tracePt t="69916" x="5068888" y="2139950"/>
          <p14:tracePt t="69924" x="5194300" y="2139950"/>
          <p14:tracePt t="69934" x="5319713" y="2139950"/>
          <p14:tracePt t="69940" x="5445125" y="2139950"/>
          <p14:tracePt t="69948" x="5545138" y="2139950"/>
          <p14:tracePt t="69956" x="5632450" y="2139950"/>
          <p14:tracePt t="69964" x="5657850" y="2139950"/>
          <p14:tracePt t="69972" x="5670550" y="2139950"/>
          <p14:tracePt t="70076" x="5683250" y="2139950"/>
          <p14:tracePt t="70116" x="5695950" y="2139950"/>
          <p14:tracePt t="70124" x="5708650" y="2139950"/>
          <p14:tracePt t="70132" x="5732463" y="2152650"/>
          <p14:tracePt t="70140" x="5770563" y="2152650"/>
          <p14:tracePt t="70147" x="5821363" y="2165350"/>
          <p14:tracePt t="70156" x="5857875" y="2165350"/>
          <p14:tracePt t="70164" x="5883275" y="2165350"/>
          <p14:tracePt t="70172" x="5908675" y="2165350"/>
          <p14:tracePt t="70180" x="5921375" y="2165350"/>
          <p14:tracePt t="70244" x="5932488" y="2165350"/>
          <p14:tracePt t="70252" x="5945188" y="2165350"/>
          <p14:tracePt t="70268" x="5957888" y="2165350"/>
          <p14:tracePt t="70436" x="5970588" y="2165350"/>
          <p14:tracePt t="70780" x="5908675" y="2165350"/>
          <p14:tracePt t="70788" x="5845175" y="2165350"/>
          <p14:tracePt t="70796" x="5757863" y="2165350"/>
          <p14:tracePt t="70804" x="5670550" y="2165350"/>
          <p14:tracePt t="70812" x="5557838" y="2165350"/>
          <p14:tracePt t="70820" x="5407025" y="2165350"/>
          <p14:tracePt t="70828" x="5307013" y="2165350"/>
          <p14:tracePt t="70836" x="5207000" y="2165350"/>
          <p14:tracePt t="70844" x="5157788" y="2165350"/>
          <p14:tracePt t="70852" x="5145088" y="2165350"/>
          <p14:tracePt t="70860" x="5119688" y="2165350"/>
          <p14:tracePt t="70900" x="5106988" y="2165350"/>
          <p14:tracePt t="70908" x="5081588" y="2165350"/>
          <p14:tracePt t="70916" x="5057775" y="2165350"/>
          <p14:tracePt t="70936" x="4906963" y="2165350"/>
          <p14:tracePt t="70941" x="4843463" y="2165350"/>
          <p14:tracePt t="70948" x="4743450" y="2165350"/>
          <p14:tracePt t="70956" x="4656138" y="2178050"/>
          <p14:tracePt t="70964" x="4606925" y="2178050"/>
          <p14:tracePt t="70972" x="4556125" y="2178050"/>
          <p14:tracePt t="70980" x="4481513" y="2190750"/>
          <p14:tracePt t="70988" x="4456113" y="2190750"/>
          <p14:tracePt t="70996" x="4443413" y="2190750"/>
          <p14:tracePt t="71004" x="4430713" y="2190750"/>
          <p14:tracePt t="71508" x="4443413" y="2190750"/>
          <p14:tracePt t="71516" x="4481513" y="2190750"/>
          <p14:tracePt t="71524" x="4506913" y="2190750"/>
          <p14:tracePt t="71532" x="4543425" y="2190750"/>
          <p14:tracePt t="71540" x="4568825" y="2190750"/>
          <p14:tracePt t="71548" x="4594225" y="2190750"/>
          <p14:tracePt t="71556" x="4630738" y="2190750"/>
          <p14:tracePt t="71564" x="4668838" y="2190750"/>
          <p14:tracePt t="71572" x="4694238" y="2190750"/>
          <p14:tracePt t="71580" x="4706938" y="2190750"/>
          <p14:tracePt t="71588" x="4732338" y="2190750"/>
          <p14:tracePt t="71596" x="4743450" y="2190750"/>
          <p14:tracePt t="72060" x="4794250" y="2190750"/>
          <p14:tracePt t="72068" x="4856163" y="2190750"/>
          <p14:tracePt t="72076" x="4919663" y="2201863"/>
          <p14:tracePt t="72084" x="5057775" y="2227263"/>
          <p14:tracePt t="72092" x="5207000" y="2239963"/>
          <p14:tracePt t="72100" x="5345113" y="2239963"/>
          <p14:tracePt t="72108" x="5495925" y="2239963"/>
          <p14:tracePt t="72116" x="5607050" y="2239963"/>
          <p14:tracePt t="72124" x="5695950" y="2239963"/>
          <p14:tracePt t="72132" x="5757863" y="2239963"/>
          <p14:tracePt t="72140" x="5808663" y="2239963"/>
          <p14:tracePt t="72148" x="5832475" y="2239963"/>
          <p14:tracePt t="72612" x="5845175" y="2239963"/>
          <p14:tracePt t="73036" x="5857875" y="2239963"/>
          <p14:tracePt t="74148" x="5870575" y="2227263"/>
          <p14:tracePt t="74156" x="5895975" y="2201863"/>
          <p14:tracePt t="74164" x="5908675" y="2190750"/>
          <p14:tracePt t="74172" x="5957888" y="2165350"/>
          <p14:tracePt t="74180" x="5995988" y="2152650"/>
          <p14:tracePt t="74188" x="6070600" y="2127250"/>
          <p14:tracePt t="74196" x="6221413" y="2089150"/>
          <p14:tracePt t="74204" x="6408738" y="2078038"/>
          <p14:tracePt t="74212" x="6684963" y="2078038"/>
          <p14:tracePt t="74220" x="6985000" y="2078038"/>
          <p14:tracePt t="74229" x="7359650" y="2078038"/>
          <p14:tracePt t="74236" x="7635875" y="2078038"/>
          <p14:tracePt t="74244" x="7823200" y="2078038"/>
          <p14:tracePt t="74252" x="7999413" y="2078038"/>
          <p14:tracePt t="74260" x="8123238" y="2078038"/>
          <p14:tracePt t="74268" x="8174038" y="2078038"/>
          <p14:tracePt t="74276" x="8186738" y="2078038"/>
          <p14:tracePt t="74476" x="8212138" y="2078038"/>
          <p14:tracePt t="74484" x="8223250" y="2078038"/>
          <p14:tracePt t="74491" x="8235950" y="2078038"/>
          <p14:tracePt t="74500" x="8274050" y="2078038"/>
          <p14:tracePt t="74508" x="8324850" y="2078038"/>
          <p14:tracePt t="74516" x="8424863" y="2089150"/>
          <p14:tracePt t="74524" x="8512175" y="2101850"/>
          <p14:tracePt t="74532" x="8574088" y="2101850"/>
          <p14:tracePt t="74540" x="8661400" y="2101850"/>
          <p14:tracePt t="74548" x="8686800" y="2101850"/>
          <p14:tracePt t="74556" x="8712200" y="2101850"/>
          <p14:tracePt t="74564" x="8724900" y="2101850"/>
          <p14:tracePt t="74684" x="8737600" y="2101850"/>
          <p14:tracePt t="74692" x="8750300" y="2101850"/>
          <p14:tracePt t="74700" x="8774113" y="2101850"/>
          <p14:tracePt t="74707" x="8786813" y="2101850"/>
          <p14:tracePt t="74716" x="8799513" y="2114550"/>
          <p14:tracePt t="74723" x="8812213" y="2114550"/>
          <p14:tracePt t="74732" x="8837613" y="2114550"/>
          <p14:tracePt t="74740" x="8874125" y="2139950"/>
          <p14:tracePt t="74748" x="8899525" y="2139950"/>
          <p14:tracePt t="74755" x="8937625" y="2152650"/>
          <p14:tracePt t="74764" x="8986838" y="2165350"/>
          <p14:tracePt t="74772" x="9037638" y="2201863"/>
          <p14:tracePt t="74780" x="9050338" y="2201863"/>
          <p14:tracePt t="74788" x="9063038" y="2214563"/>
          <p14:tracePt t="74797" x="9063038" y="2227263"/>
          <p14:tracePt t="74804" x="9063038" y="2265363"/>
          <p14:tracePt t="74812" x="9050338" y="2303463"/>
          <p14:tracePt t="74820" x="8999538" y="2339975"/>
          <p14:tracePt t="74827" x="8999538" y="2352675"/>
          <p14:tracePt t="75100" x="8999538" y="2339975"/>
          <p14:tracePt t="75108" x="8999538" y="2314575"/>
          <p14:tracePt t="75116" x="8999538" y="2303463"/>
          <p14:tracePt t="75124" x="8999538" y="2265363"/>
          <p14:tracePt t="75132" x="8999538" y="2239963"/>
          <p14:tracePt t="75140" x="8999538" y="2214563"/>
          <p14:tracePt t="75148" x="9012238" y="2201863"/>
          <p14:tracePt t="75156" x="9024938" y="2178050"/>
          <p14:tracePt t="75164" x="9037638" y="2178050"/>
          <p14:tracePt t="75172" x="9037638" y="2165350"/>
          <p14:tracePt t="75180" x="9037638" y="2139950"/>
          <p14:tracePt t="75196" x="9037638" y="2127250"/>
          <p14:tracePt t="75204" x="9037638" y="2101850"/>
          <p14:tracePt t="75211" x="9037638" y="2089150"/>
          <p14:tracePt t="75220" x="9037638" y="2078038"/>
          <p14:tracePt t="75227" x="9024938" y="2065338"/>
          <p14:tracePt t="75252" x="9024938" y="2052638"/>
          <p14:tracePt t="75260" x="9012238" y="2039938"/>
          <p14:tracePt t="75276" x="8986838" y="2027238"/>
          <p14:tracePt t="75284" x="8975725" y="2014538"/>
          <p14:tracePt t="75292" x="8963025" y="2001838"/>
          <p14:tracePt t="75300" x="8937625" y="2001838"/>
          <p14:tracePt t="75308" x="8912225" y="2001838"/>
          <p14:tracePt t="75316" x="8899525" y="2001838"/>
          <p14:tracePt t="75324" x="8886825" y="2001838"/>
          <p14:tracePt t="75580" x="8950325" y="2001838"/>
          <p14:tracePt t="75588" x="8999538" y="2001838"/>
          <p14:tracePt t="75595" x="9088438" y="2014538"/>
          <p14:tracePt t="75604" x="9150350" y="2027238"/>
          <p14:tracePt t="75611" x="9250363" y="2027238"/>
          <p14:tracePt t="75620" x="9312275" y="2027238"/>
          <p14:tracePt t="75628" x="9363075" y="2027238"/>
          <p14:tracePt t="75636" x="9401175" y="2027238"/>
          <p14:tracePt t="75644" x="9424988" y="2027238"/>
          <p14:tracePt t="75652" x="9450388" y="2027238"/>
          <p14:tracePt t="75668" x="9463088" y="2014538"/>
          <p14:tracePt t="76148" x="9488488" y="2014538"/>
          <p14:tracePt t="76156" x="9513888" y="2014538"/>
          <p14:tracePt t="76164" x="9550400" y="2014538"/>
          <p14:tracePt t="76180" x="9575800" y="2014538"/>
          <p14:tracePt t="76188" x="9588500" y="2014538"/>
          <p14:tracePt t="76204" x="9613900" y="2014538"/>
          <p14:tracePt t="76212" x="9626600" y="2014538"/>
          <p14:tracePt t="76220" x="9650413" y="2014538"/>
          <p14:tracePt t="76236" x="9663113" y="2014538"/>
          <p14:tracePt t="76243" x="9688513" y="2014538"/>
          <p14:tracePt t="76324" x="9701213" y="2014538"/>
          <p14:tracePt t="76356" x="9726613" y="2014538"/>
          <p14:tracePt t="76396" x="9739313" y="2014538"/>
          <p14:tracePt t="76404" x="9763125" y="2014538"/>
          <p14:tracePt t="76420" x="9788525" y="2014538"/>
          <p14:tracePt t="76428" x="9813925" y="2014538"/>
          <p14:tracePt t="76436" x="9826625" y="2014538"/>
          <p14:tracePt t="76444" x="9839325" y="2014538"/>
          <p14:tracePt t="76451" x="9852025" y="2014538"/>
          <p14:tracePt t="76460" x="9875838" y="2014538"/>
          <p14:tracePt t="76468" x="9901238" y="2014538"/>
          <p14:tracePt t="76485" x="9926638" y="2014538"/>
          <p14:tracePt t="76499" x="9939338" y="2014538"/>
          <p14:tracePt t="76508" x="9939338" y="2001838"/>
          <p14:tracePt t="76515" x="9963150" y="2001838"/>
          <p14:tracePt t="76532" x="9975850" y="1989138"/>
          <p14:tracePt t="76548" x="10001250" y="1989138"/>
          <p14:tracePt t="76564" x="10026650" y="1989138"/>
          <p14:tracePt t="76572" x="10039350" y="1989138"/>
          <p14:tracePt t="76588" x="10052050" y="1989138"/>
          <p14:tracePt t="76604" x="10075863" y="1989138"/>
          <p14:tracePt t="76636" x="10088563" y="1989138"/>
          <p14:tracePt t="76852" x="10113963" y="1989138"/>
          <p14:tracePt t="76860" x="10126663" y="1978025"/>
          <p14:tracePt t="76868" x="10152063" y="1978025"/>
          <p14:tracePt t="76876" x="10177463" y="1965325"/>
          <p14:tracePt t="76883" x="10226675" y="1952625"/>
          <p14:tracePt t="76892" x="10252075" y="1952625"/>
          <p14:tracePt t="76899" x="10377488" y="1939925"/>
          <p14:tracePt t="76908" x="10514013" y="1927225"/>
          <p14:tracePt t="76920" x="10590213" y="1927225"/>
          <p14:tracePt t="76924" x="10677525" y="1914525"/>
          <p14:tracePt t="76932" x="10702925" y="1889125"/>
          <p14:tracePt t="76988" x="10715625" y="1889125"/>
          <p14:tracePt t="77084" x="10715625" y="1901825"/>
          <p14:tracePt t="77148" x="10715625" y="1914525"/>
          <p14:tracePt t="77156" x="10677525" y="1914525"/>
          <p14:tracePt t="77164" x="10639425" y="1914525"/>
          <p14:tracePt t="77172" x="10614025" y="1914525"/>
          <p14:tracePt t="77180" x="10602913" y="1914525"/>
          <p14:tracePt t="77188" x="10564813" y="1914525"/>
          <p14:tracePt t="77196" x="10552113" y="1914525"/>
          <p14:tracePt t="77212" x="10539413" y="1914525"/>
          <p14:tracePt t="77228" x="10526713" y="1914525"/>
          <p14:tracePt t="77244" x="10514013" y="1914525"/>
          <p14:tracePt t="77260" x="10502900" y="1914525"/>
          <p14:tracePt t="77292" x="10490200" y="1914525"/>
          <p14:tracePt t="77588" x="10514013" y="1914525"/>
          <p14:tracePt t="78012" x="10514013" y="1927225"/>
          <p14:tracePt t="78020" x="10464800" y="1927225"/>
          <p14:tracePt t="78028" x="10426700" y="1927225"/>
          <p14:tracePt t="78035" x="10390188" y="1939925"/>
          <p14:tracePt t="78044" x="10352088" y="1939925"/>
          <p14:tracePt t="78051" x="10326688" y="1939925"/>
          <p14:tracePt t="78060" x="10226675" y="1939925"/>
          <p14:tracePt t="78068" x="10126663" y="1939925"/>
          <p14:tracePt t="78076" x="10013950" y="1939925"/>
          <p14:tracePt t="78083" x="9875838" y="1939925"/>
          <p14:tracePt t="78092" x="9713913" y="1939925"/>
          <p14:tracePt t="78099" x="9563100" y="1939925"/>
          <p14:tracePt t="78108" x="9413875" y="1939925"/>
          <p14:tracePt t="78115" x="9288463" y="1939925"/>
          <p14:tracePt t="78124" x="9150350" y="1939925"/>
          <p14:tracePt t="78131" x="9075738" y="1939925"/>
          <p14:tracePt t="78140" x="8986838" y="1914525"/>
          <p14:tracePt t="78148" x="8937625" y="1914525"/>
          <p14:tracePt t="78156" x="8899525" y="1914525"/>
          <p14:tracePt t="78164" x="8886825" y="1914525"/>
          <p14:tracePt t="78171" x="8863013" y="1914525"/>
          <p14:tracePt t="78180" x="8850313" y="1914525"/>
          <p14:tracePt t="78188" x="8837613" y="1914525"/>
          <p14:tracePt t="78196" x="8812213" y="1914525"/>
          <p14:tracePt t="78204" x="8799513" y="1914525"/>
          <p14:tracePt t="78212" x="8786813" y="1914525"/>
          <p14:tracePt t="78219" x="8774113" y="1914525"/>
          <p14:tracePt t="78228" x="8763000" y="1927225"/>
          <p14:tracePt t="78235" x="8737600" y="1939925"/>
          <p14:tracePt t="78252" x="8737600" y="1952625"/>
          <p14:tracePt t="78260" x="8712200" y="1965325"/>
          <p14:tracePt t="78292" x="8712200" y="1978025"/>
          <p14:tracePt t="78324" x="8712200" y="1989138"/>
          <p14:tracePt t="78396" x="8712200" y="2001838"/>
          <p14:tracePt t="78420" x="8724900" y="2001838"/>
          <p14:tracePt t="78508" x="8737600" y="2001838"/>
          <p14:tracePt t="78540" x="8750300" y="2001838"/>
          <p14:tracePt t="78548" x="8763000" y="2001838"/>
          <p14:tracePt t="78572" x="8774113" y="2001838"/>
          <p14:tracePt t="78588" x="8786813" y="2001838"/>
          <p14:tracePt t="78620" x="8812213" y="2001838"/>
          <p14:tracePt t="78628" x="8837613" y="2001838"/>
          <p14:tracePt t="78652" x="8850313" y="1989138"/>
          <p14:tracePt t="78708" x="8850313" y="1978025"/>
          <p14:tracePt t="78932" x="8863013" y="1978025"/>
          <p14:tracePt t="79436" x="8837613" y="1978025"/>
          <p14:tracePt t="79492" x="8824913" y="1978025"/>
          <p14:tracePt t="79532" x="8824913" y="1989138"/>
          <p14:tracePt t="79588" x="8812213" y="1989138"/>
          <p14:tracePt t="80244" x="8837613" y="2001838"/>
          <p14:tracePt t="80252" x="8874125" y="2001838"/>
          <p14:tracePt t="80259" x="8924925" y="2027238"/>
          <p14:tracePt t="80268" x="8963025" y="2027238"/>
          <p14:tracePt t="80275" x="9037638" y="2027238"/>
          <p14:tracePt t="80284" x="9137650" y="2027238"/>
          <p14:tracePt t="80291" x="9224963" y="2027238"/>
          <p14:tracePt t="80300" x="9275763" y="2027238"/>
          <p14:tracePt t="80307" x="9312275" y="2027238"/>
          <p14:tracePt t="80316" x="9350375" y="2027238"/>
          <p14:tracePt t="80324" x="9363075" y="2027238"/>
          <p14:tracePt t="80332" x="9375775" y="2027238"/>
          <p14:tracePt t="80804" x="9388475" y="2027238"/>
          <p14:tracePt t="82284" x="9401175" y="2027238"/>
          <p14:tracePt t="82300" x="9413875" y="2027238"/>
          <p14:tracePt t="82308" x="9437688" y="2027238"/>
          <p14:tracePt t="82316" x="9450388" y="2027238"/>
          <p14:tracePt t="82324" x="9463088" y="2027238"/>
          <p14:tracePt t="82331" x="9488488" y="2027238"/>
          <p14:tracePt t="82340" x="9525000" y="2027238"/>
          <p14:tracePt t="82347" x="9601200" y="2027238"/>
          <p14:tracePt t="82356" x="9650413" y="2027238"/>
          <p14:tracePt t="82364" x="9701213" y="2027238"/>
          <p14:tracePt t="82372" x="9739313" y="2027238"/>
          <p14:tracePt t="82379" x="9788525" y="2027238"/>
          <p14:tracePt t="82388" x="9826625" y="2027238"/>
          <p14:tracePt t="82396" x="9863138" y="2027238"/>
          <p14:tracePt t="82412" x="9875838" y="2027238"/>
          <p14:tracePt t="82572" x="9901238" y="2027238"/>
          <p14:tracePt t="82588" x="9913938" y="2027238"/>
          <p14:tracePt t="82628" x="9939338" y="2027238"/>
          <p14:tracePt t="82636" x="9952038" y="2027238"/>
          <p14:tracePt t="82651" x="9963150" y="2027238"/>
          <p14:tracePt t="82660" x="9975850" y="2027238"/>
          <p14:tracePt t="82669" x="9988550" y="2027238"/>
          <p14:tracePt t="82675" x="10001250" y="2027238"/>
          <p14:tracePt t="82683" x="10013950" y="2027238"/>
          <p14:tracePt t="82700" x="10026650" y="2027238"/>
          <p14:tracePt t="83188" x="10052050" y="2027238"/>
          <p14:tracePt t="83484" x="10039350" y="2027238"/>
          <p14:tracePt t="83491" x="9926638" y="2039938"/>
          <p14:tracePt t="83500" x="9863138" y="2039938"/>
          <p14:tracePt t="83508" x="9788525" y="2039938"/>
          <p14:tracePt t="83515" x="9739313" y="2039938"/>
          <p14:tracePt t="83524" x="9688513" y="2039938"/>
          <p14:tracePt t="83531" x="9626600" y="2039938"/>
          <p14:tracePt t="83540" x="9537700" y="2039938"/>
          <p14:tracePt t="83547" x="9463088" y="2039938"/>
          <p14:tracePt t="83556" x="9401175" y="2039938"/>
          <p14:tracePt t="83564" x="9350375" y="2039938"/>
          <p14:tracePt t="83572" x="9288463" y="2027238"/>
          <p14:tracePt t="83596" x="9275763" y="2027238"/>
          <p14:tracePt t="83612" x="9250363" y="2027238"/>
          <p14:tracePt t="83619" x="9237663" y="2027238"/>
          <p14:tracePt t="83628" x="9188450" y="2014538"/>
          <p14:tracePt t="83635" x="9150350" y="2014538"/>
          <p14:tracePt t="83644" x="9099550" y="2014538"/>
          <p14:tracePt t="83652" x="9024938" y="2014538"/>
          <p14:tracePt t="83660" x="8963025" y="2014538"/>
          <p14:tracePt t="83667" x="8912225" y="2014538"/>
          <p14:tracePt t="83676" x="8874125" y="2014538"/>
          <p14:tracePt t="83684" x="8850313" y="2014538"/>
          <p14:tracePt t="83692" x="8824913" y="2014538"/>
          <p14:tracePt t="83700" x="8812213" y="2014538"/>
          <p14:tracePt t="83708" x="8799513" y="2014538"/>
          <p14:tracePt t="83788" x="8786813" y="2014538"/>
          <p14:tracePt t="83908" x="8774113" y="2014538"/>
          <p14:tracePt t="84116" x="8786813" y="2014538"/>
          <p14:tracePt t="84164" x="8799513" y="2014538"/>
          <p14:tracePt t="84172" x="8812213" y="2014538"/>
          <p14:tracePt t="84180" x="8824913" y="2014538"/>
          <p14:tracePt t="84188" x="8837613" y="2014538"/>
          <p14:tracePt t="84196" x="8899525" y="2014538"/>
          <p14:tracePt t="84203" x="8999538" y="2014538"/>
          <p14:tracePt t="84212" x="9137650" y="2014538"/>
          <p14:tracePt t="84219" x="9301163" y="2014538"/>
          <p14:tracePt t="84228" x="9475788" y="2014538"/>
          <p14:tracePt t="84235" x="9626600" y="2014538"/>
          <p14:tracePt t="84244" x="9726613" y="2014538"/>
          <p14:tracePt t="84252" x="9788525" y="1978025"/>
          <p14:tracePt t="84260" x="9801225" y="1965325"/>
          <p14:tracePt t="84300" x="9801225" y="1952625"/>
          <p14:tracePt t="84308" x="9739313" y="1927225"/>
          <p14:tracePt t="84316" x="9713913" y="1914525"/>
          <p14:tracePt t="84323" x="9701213" y="1914525"/>
          <p14:tracePt t="84340" x="9688513" y="1914525"/>
          <p14:tracePt t="84357" x="9675813" y="1914525"/>
          <p14:tracePt t="84563" x="9701213" y="1914525"/>
          <p14:tracePt t="84580" x="9726613" y="1914525"/>
          <p14:tracePt t="84588" x="9750425" y="1927225"/>
          <p14:tracePt t="84595" x="9775825" y="1939925"/>
          <p14:tracePt t="84603" x="9839325" y="1939925"/>
          <p14:tracePt t="84612" x="9852025" y="1939925"/>
          <p14:tracePt t="84619" x="9875838" y="1939925"/>
          <p14:tracePt t="84628" x="9913938" y="1939925"/>
          <p14:tracePt t="84635" x="9926638" y="1939925"/>
          <p14:tracePt t="84644" x="9963150" y="1939925"/>
          <p14:tracePt t="84660" x="9975850" y="1939925"/>
          <p14:tracePt t="84683" x="10001250" y="1939925"/>
          <p14:tracePt t="84724" x="10013950" y="1939925"/>
          <p14:tracePt t="84731" x="10039350" y="1939925"/>
          <p14:tracePt t="84739" x="10052050" y="1939925"/>
          <p14:tracePt t="84748" x="10088563" y="1939925"/>
          <p14:tracePt t="84755" x="10101263" y="1939925"/>
          <p14:tracePt t="84764" x="10126663" y="1939925"/>
          <p14:tracePt t="84771" x="10139363" y="1939925"/>
          <p14:tracePt t="84780" x="10164763" y="1939925"/>
          <p14:tracePt t="84796" x="10177463" y="1939925"/>
          <p14:tracePt t="84868" x="10188575" y="1939925"/>
          <p14:tracePt t="84884" x="10201275" y="1939925"/>
          <p14:tracePt t="84900" x="10213975" y="1939925"/>
          <p14:tracePt t="84916" x="10239375" y="1939925"/>
          <p14:tracePt t="84956" x="10252075" y="1939925"/>
          <p14:tracePt t="85019" x="10264775" y="1939925"/>
          <p14:tracePt t="85228" x="10277475" y="1939925"/>
          <p14:tracePt t="85235" x="10288588" y="1939925"/>
          <p14:tracePt t="85244" x="10313988" y="1939925"/>
          <p14:tracePt t="85251" x="10326688" y="1939925"/>
          <p14:tracePt t="85267" x="10352088" y="1939925"/>
          <p14:tracePt t="85276" x="10364788" y="1939925"/>
          <p14:tracePt t="85283" x="10377488" y="1939925"/>
          <p14:tracePt t="85292" x="10401300" y="1927225"/>
          <p14:tracePt t="85324" x="10414000" y="1927225"/>
          <p14:tracePt t="85332" x="10439400" y="1914525"/>
          <p14:tracePt t="85339" x="10452100" y="1901825"/>
          <p14:tracePt t="85756" x="10252075" y="1901825"/>
          <p14:tracePt t="85764" x="10101263" y="1939925"/>
          <p14:tracePt t="85772" x="9988550" y="1952625"/>
          <p14:tracePt t="85780" x="9863138" y="1952625"/>
          <p14:tracePt t="85788" x="9763125" y="1952625"/>
          <p14:tracePt t="85796" x="9650413" y="1952625"/>
          <p14:tracePt t="85804" x="9537700" y="1952625"/>
          <p14:tracePt t="85812" x="9450388" y="1952625"/>
          <p14:tracePt t="85819" x="9363075" y="1952625"/>
          <p14:tracePt t="85827" x="9301163" y="1927225"/>
          <p14:tracePt t="85836" x="9288463" y="1914525"/>
          <p14:tracePt t="85845" x="9250363" y="1901825"/>
          <p14:tracePt t="85852" x="9212263" y="1889125"/>
          <p14:tracePt t="85861" x="9188450" y="1876425"/>
          <p14:tracePt t="85892" x="9175750" y="1876425"/>
          <p14:tracePt t="85924" x="9163050" y="1876425"/>
          <p14:tracePt t="85932" x="9124950" y="1876425"/>
          <p14:tracePt t="85939" x="9099550" y="1889125"/>
          <p14:tracePt t="85948" x="9075738" y="1901825"/>
          <p14:tracePt t="85955" x="9063038" y="1901825"/>
          <p14:tracePt t="85964" x="9037638" y="1914525"/>
          <p14:tracePt t="85996" x="9024938" y="1914525"/>
          <p14:tracePt t="86003" x="9012238" y="1914525"/>
          <p14:tracePt t="86011" x="8986838" y="1927225"/>
          <p14:tracePt t="86019" x="8937625" y="1952625"/>
          <p14:tracePt t="86028" x="8886825" y="1952625"/>
          <p14:tracePt t="86035" x="8824913" y="1952625"/>
          <p14:tracePt t="86045" x="8763000" y="1952625"/>
          <p14:tracePt t="86052" x="8712200" y="1952625"/>
          <p14:tracePt t="86059" x="8674100" y="1952625"/>
          <p14:tracePt t="86067" x="8661400" y="1952625"/>
          <p14:tracePt t="86075" x="8637588" y="1952625"/>
          <p14:tracePt t="86371" x="8650288" y="1952625"/>
          <p14:tracePt t="86476" x="8661400" y="1952625"/>
          <p14:tracePt t="86483" x="8674100" y="1952625"/>
          <p14:tracePt t="86491" x="8724900" y="1952625"/>
          <p14:tracePt t="86500" x="8812213" y="1952625"/>
          <p14:tracePt t="86508" x="8874125" y="1952625"/>
          <p14:tracePt t="86516" x="9024938" y="1952625"/>
          <p14:tracePt t="86524" x="9237663" y="2001838"/>
          <p14:tracePt t="86532" x="9488488" y="2014538"/>
          <p14:tracePt t="86539" x="9701213" y="2027238"/>
          <p14:tracePt t="86548" x="9888538" y="2027238"/>
          <p14:tracePt t="86555" x="10039350" y="2039938"/>
          <p14:tracePt t="86564" x="10152063" y="2039938"/>
          <p14:tracePt t="86572" x="10201275" y="2039938"/>
          <p14:tracePt t="86579" x="10226675" y="2039938"/>
          <p14:tracePt t="86788" x="10239375" y="2039938"/>
          <p14:tracePt t="87396" x="10239375" y="2052638"/>
          <p14:tracePt t="87403" x="10239375" y="2065338"/>
          <p14:tracePt t="87420" x="10226675" y="2078038"/>
          <p14:tracePt t="87428" x="10177463" y="2089150"/>
          <p14:tracePt t="87436" x="10126663" y="2101850"/>
          <p14:tracePt t="87444" x="10001250" y="2139950"/>
          <p14:tracePt t="87452" x="9826625" y="2152650"/>
          <p14:tracePt t="87460" x="9626600" y="2190750"/>
          <p14:tracePt t="87467" x="9424988" y="2190750"/>
          <p14:tracePt t="87476" x="9275763" y="2201863"/>
          <p14:tracePt t="87483" x="9150350" y="2201863"/>
          <p14:tracePt t="87491" x="9088438" y="2201863"/>
          <p14:tracePt t="87500" x="9050338" y="2201863"/>
          <p14:tracePt t="87507" x="9012238" y="2201863"/>
          <p14:tracePt t="87516" x="8999538" y="2201863"/>
          <p14:tracePt t="87523" x="8975725" y="2201863"/>
          <p14:tracePt t="87548" x="8963025" y="2201863"/>
          <p14:tracePt t="87563" x="8937625" y="2201863"/>
          <p14:tracePt t="87572" x="8924925" y="2201863"/>
          <p14:tracePt t="87579" x="8912225" y="2201863"/>
          <p14:tracePt t="87587" x="8899525" y="2201863"/>
          <p14:tracePt t="87595" x="8886825" y="2201863"/>
          <p14:tracePt t="87611" x="8874125" y="2201863"/>
          <p14:tracePt t="88012" x="8886825" y="2201863"/>
          <p14:tracePt t="88020" x="8924925" y="2201863"/>
          <p14:tracePt t="88027" x="8963025" y="2201863"/>
          <p14:tracePt t="88036" x="8999538" y="2201863"/>
          <p14:tracePt t="88043" x="9063038" y="2201863"/>
          <p14:tracePt t="88052" x="9124950" y="2201863"/>
          <p14:tracePt t="88059" x="9188450" y="2201863"/>
          <p14:tracePt t="88068" x="9301163" y="2201863"/>
          <p14:tracePt t="88075" x="9401175" y="2201863"/>
          <p14:tracePt t="88084" x="9475788" y="2201863"/>
          <p14:tracePt t="88092" x="9550400" y="2201863"/>
          <p14:tracePt t="88100" x="9588500" y="2201863"/>
          <p14:tracePt t="88107" x="9613900" y="2201863"/>
          <p14:tracePt t="88115" x="9637713" y="2201863"/>
          <p14:tracePt t="88132" x="9650413" y="2201863"/>
          <p14:tracePt t="88404" x="9675813" y="2201863"/>
          <p14:tracePt t="88411" x="9726613" y="2201863"/>
          <p14:tracePt t="88420" x="9839325" y="2201863"/>
          <p14:tracePt t="88427" x="9988550" y="2201863"/>
          <p14:tracePt t="88436" x="10139363" y="2201863"/>
          <p14:tracePt t="88443" x="10277475" y="2201863"/>
          <p14:tracePt t="88451" x="10414000" y="2201863"/>
          <p14:tracePt t="88460" x="10552113" y="2201863"/>
          <p14:tracePt t="88468" x="10664825" y="2201863"/>
          <p14:tracePt t="88476" x="10715625" y="2201863"/>
          <p14:tracePt t="88485" x="10764838" y="2201863"/>
          <p14:tracePt t="89124" x="10777538" y="2201863"/>
          <p14:tracePt t="89876" x="10790238" y="2201863"/>
          <p14:tracePt t="90308" x="10802938" y="2201863"/>
          <p14:tracePt t="91731" x="10777538" y="2201863"/>
          <p14:tracePt t="91755" x="10764838" y="2201863"/>
          <p14:tracePt t="91764" x="10715625" y="2201863"/>
          <p14:tracePt t="91771" x="10626725" y="2214563"/>
          <p14:tracePt t="91779" x="10514013" y="2265363"/>
          <p14:tracePt t="91787" x="10377488" y="2290763"/>
          <p14:tracePt t="91795" x="10139363" y="2314575"/>
          <p14:tracePt t="91803" x="9750425" y="2378075"/>
          <p14:tracePt t="91811" x="9150350" y="2452688"/>
          <p14:tracePt t="91819" x="8486775" y="2552700"/>
          <p14:tracePt t="91828" x="7773988" y="2627313"/>
          <p14:tracePt t="91835" x="7159625" y="2627313"/>
          <p14:tracePt t="91844" x="6584950" y="2627313"/>
          <p14:tracePt t="91851" x="6034088" y="2627313"/>
          <p14:tracePt t="91859" x="5595938" y="2627313"/>
          <p14:tracePt t="91867" x="5194300" y="2627313"/>
          <p14:tracePt t="91875" x="4819650" y="2627313"/>
          <p14:tracePt t="91884" x="4456113" y="2578100"/>
          <p14:tracePt t="91891" x="4230688" y="2540000"/>
          <p14:tracePt t="91899" x="3968750" y="2490788"/>
          <p14:tracePt t="91907" x="3679825" y="2452688"/>
          <p14:tracePt t="91916" x="3405188" y="2403475"/>
          <p14:tracePt t="91929" x="3154363" y="2365375"/>
          <p14:tracePt t="91932" x="2903538" y="2352675"/>
          <p14:tracePt t="91939" x="2641600" y="2303463"/>
          <p14:tracePt t="91948" x="2452688" y="2265363"/>
          <p14:tracePt t="91955" x="2252663" y="2239963"/>
          <p14:tracePt t="91963" x="2116138" y="2214563"/>
          <p14:tracePt t="91971" x="2014538" y="2178050"/>
          <p14:tracePt t="91979" x="1939925" y="2139950"/>
          <p14:tracePt t="91987" x="1903413" y="2114550"/>
          <p14:tracePt t="91996" x="1878013" y="2101850"/>
          <p14:tracePt t="92003" x="1839913" y="2089150"/>
          <p14:tracePt t="92011" x="1765300" y="2065338"/>
          <p14:tracePt t="92019" x="1701800" y="2039938"/>
          <p14:tracePt t="92028" x="1601788" y="2027238"/>
          <p14:tracePt t="92036" x="1489075" y="2027238"/>
          <p14:tracePt t="92044" x="1376363" y="2001838"/>
          <p14:tracePt t="92052" x="1276350" y="1989138"/>
          <p14:tracePt t="92059" x="1201738" y="1989138"/>
          <p14:tracePt t="92067" x="1139825" y="1989138"/>
          <p14:tracePt t="92075" x="1089025" y="1978025"/>
          <p14:tracePt t="92083" x="1050925" y="1978025"/>
          <p14:tracePt t="92100" x="1027113" y="1978025"/>
          <p14:tracePt t="92116" x="1014413" y="1978025"/>
          <p14:tracePt t="92123" x="976313" y="1978025"/>
          <p14:tracePt t="92132" x="925513" y="1978025"/>
          <p14:tracePt t="92139" x="876300" y="1978025"/>
          <p14:tracePt t="92147" x="788988" y="1978025"/>
          <p14:tracePt t="92155" x="701675" y="2001838"/>
          <p14:tracePt t="92163" x="612775" y="2027238"/>
          <p14:tracePt t="92171" x="563563" y="2065338"/>
          <p14:tracePt t="92180" x="525463" y="2078038"/>
          <p14:tracePt t="92187" x="500063" y="2078038"/>
          <p14:tracePt t="92195" x="488950" y="2078038"/>
          <p14:tracePt t="92244" x="476250" y="2089150"/>
          <p14:tracePt t="92251" x="476250" y="2101850"/>
          <p14:tracePt t="92259" x="476250" y="2127250"/>
          <p14:tracePt t="92267" x="488950" y="2165350"/>
          <p14:tracePt t="92275" x="488950" y="2190750"/>
          <p14:tracePt t="92284" x="512763" y="2214563"/>
          <p14:tracePt t="92291" x="538163" y="2252663"/>
          <p14:tracePt t="92300" x="538163" y="2278063"/>
          <p14:tracePt t="92307" x="576263" y="2314575"/>
          <p14:tracePt t="92316" x="600075" y="2339975"/>
          <p14:tracePt t="92323" x="625475" y="2365375"/>
          <p14:tracePt t="92331" x="676275" y="2390775"/>
          <p14:tracePt t="92339" x="725488" y="2403475"/>
          <p14:tracePt t="92347" x="763588" y="2414588"/>
          <p14:tracePt t="92355" x="814388" y="2439988"/>
          <p14:tracePt t="92364" x="863600" y="2439988"/>
          <p14:tracePt t="92371" x="925513" y="2452688"/>
          <p14:tracePt t="92380" x="976313" y="2452688"/>
          <p14:tracePt t="92387" x="1014413" y="2452688"/>
          <p14:tracePt t="92395" x="1027113" y="2452688"/>
          <p14:tracePt t="92403" x="1038225" y="2452688"/>
          <p14:tracePt t="92435" x="1038225" y="2414588"/>
          <p14:tracePt t="92443" x="1038225" y="2390775"/>
          <p14:tracePt t="92451" x="1038225" y="2352675"/>
          <p14:tracePt t="92459" x="1014413" y="2327275"/>
          <p14:tracePt t="92467" x="989013" y="2303463"/>
          <p14:tracePt t="92475" x="963613" y="2265363"/>
          <p14:tracePt t="92484" x="925513" y="2252663"/>
          <p14:tracePt t="92491" x="889000" y="2214563"/>
          <p14:tracePt t="92500" x="876300" y="2214563"/>
          <p14:tracePt t="92507" x="850900" y="2214563"/>
          <p14:tracePt t="92515" x="825500" y="2214563"/>
          <p14:tracePt t="92531" x="814388" y="2214563"/>
          <p14:tracePt t="92547" x="788988" y="2214563"/>
          <p14:tracePt t="92563" x="788988" y="2239963"/>
          <p14:tracePt t="92571" x="788988" y="2303463"/>
          <p14:tracePt t="92580" x="788988" y="2352675"/>
          <p14:tracePt t="92587" x="788988" y="2403475"/>
          <p14:tracePt t="92596" x="788988" y="2478088"/>
          <p14:tracePt t="92603" x="814388" y="2540000"/>
          <p14:tracePt t="92611" x="850900" y="2603500"/>
          <p14:tracePt t="92619" x="901700" y="2665413"/>
          <p14:tracePt t="92627" x="963613" y="2716213"/>
          <p14:tracePt t="92635" x="1038225" y="2740025"/>
          <p14:tracePt t="92643" x="1101725" y="2765425"/>
          <p14:tracePt t="92651" x="1227138" y="2790825"/>
          <p14:tracePt t="92659" x="1289050" y="2790825"/>
          <p14:tracePt t="92668" x="1414463" y="2790825"/>
          <p14:tracePt t="92675" x="1465263" y="2790825"/>
          <p14:tracePt t="92684" x="1552575" y="2765425"/>
          <p14:tracePt t="92691" x="1601788" y="2703513"/>
          <p14:tracePt t="92699" x="1627188" y="2627313"/>
          <p14:tracePt t="92707" x="1627188" y="2527300"/>
          <p14:tracePt t="92715" x="1627188" y="2427288"/>
          <p14:tracePt t="92723" x="1577975" y="2327275"/>
          <p14:tracePt t="92731" x="1501775" y="2239963"/>
          <p14:tracePt t="92739" x="1401763" y="2178050"/>
          <p14:tracePt t="92747" x="1276350" y="2127250"/>
          <p14:tracePt t="92755" x="1139825" y="2065338"/>
          <p14:tracePt t="92764" x="1001713" y="2039938"/>
          <p14:tracePt t="92771" x="850900" y="2027238"/>
          <p14:tracePt t="92780" x="712788" y="2001838"/>
          <p14:tracePt t="92787" x="612775" y="2001838"/>
          <p14:tracePt t="92795" x="550863" y="2001838"/>
          <p14:tracePt t="92803" x="488950" y="2014538"/>
          <p14:tracePt t="92811" x="463550" y="2027238"/>
          <p14:tracePt t="92819" x="425450" y="2065338"/>
          <p14:tracePt t="92827" x="412750" y="2114550"/>
          <p14:tracePt t="92835" x="400050" y="2201863"/>
          <p14:tracePt t="92843" x="400050" y="2265363"/>
          <p14:tracePt t="92852" x="400050" y="2303463"/>
          <p14:tracePt t="92859" x="400050" y="2365375"/>
          <p14:tracePt t="92868" x="400050" y="2378075"/>
          <p14:tracePt t="92875" x="412750" y="2439988"/>
          <p14:tracePt t="92884" x="450850" y="2465388"/>
          <p14:tracePt t="92891" x="488950" y="2478088"/>
          <p14:tracePt t="92899" x="525463" y="2478088"/>
          <p14:tracePt t="92907" x="576263" y="2478088"/>
          <p14:tracePt t="92916" x="638175" y="2478088"/>
          <p14:tracePt t="92931" x="725488" y="2478088"/>
          <p14:tracePt t="92932" x="825500" y="2478088"/>
          <p14:tracePt t="92939" x="914400" y="2452688"/>
          <p14:tracePt t="92948" x="976313" y="2390775"/>
          <p14:tracePt t="92955" x="1027113" y="2314575"/>
          <p14:tracePt t="92964" x="1050925" y="2252663"/>
          <p14:tracePt t="92971" x="1050925" y="2165350"/>
          <p14:tracePt t="92980" x="1050925" y="2127250"/>
          <p14:tracePt t="92988" x="1050925" y="2101850"/>
          <p14:tracePt t="92995" x="1027113" y="2052638"/>
          <p14:tracePt t="93004" x="989013" y="2039938"/>
          <p14:tracePt t="93011" x="938213" y="2014538"/>
          <p14:tracePt t="93019" x="889000" y="2001838"/>
          <p14:tracePt t="93027" x="814388" y="1989138"/>
          <p14:tracePt t="93036" x="750888" y="1989138"/>
          <p14:tracePt t="93043" x="688975" y="1989138"/>
          <p14:tracePt t="93052" x="600075" y="1989138"/>
          <p14:tracePt t="93059" x="525463" y="2027238"/>
          <p14:tracePt t="93068" x="450850" y="2101850"/>
          <p14:tracePt t="93075" x="400050" y="2152650"/>
          <p14:tracePt t="93083" x="376238" y="2239963"/>
          <p14:tracePt t="93091" x="376238" y="2314575"/>
          <p14:tracePt t="93099" x="376238" y="2365375"/>
          <p14:tracePt t="93107" x="400050" y="2427288"/>
          <p14:tracePt t="93115" x="463550" y="2439988"/>
          <p14:tracePt t="93123" x="538163" y="2465388"/>
          <p14:tracePt t="93131" x="625475" y="2490788"/>
          <p14:tracePt t="93139" x="725488" y="2490788"/>
          <p14:tracePt t="93148" x="801688" y="2490788"/>
          <p14:tracePt t="93155" x="863600" y="2490788"/>
          <p14:tracePt t="93164" x="925513" y="2490788"/>
          <p14:tracePt t="93171" x="976313" y="2439988"/>
          <p14:tracePt t="93179" x="1038225" y="2378075"/>
          <p14:tracePt t="93187" x="1076325" y="2327275"/>
          <p14:tracePt t="93195" x="1089025" y="2239963"/>
          <p14:tracePt t="93203" x="1101725" y="2178050"/>
          <p14:tracePt t="93211" x="1101725" y="2127250"/>
          <p14:tracePt t="93220" x="1076325" y="2065338"/>
          <p14:tracePt t="93227" x="1014413" y="2014538"/>
          <p14:tracePt t="93236" x="963613" y="2001838"/>
          <p14:tracePt t="93243" x="876300" y="1965325"/>
          <p14:tracePt t="93252" x="776288" y="1965325"/>
          <p14:tracePt t="93259" x="676275" y="1965325"/>
          <p14:tracePt t="93267" x="588963" y="1965325"/>
          <p14:tracePt t="93275" x="500063" y="1965325"/>
          <p14:tracePt t="93283" x="412750" y="1989138"/>
          <p14:tracePt t="93291" x="376238" y="2039938"/>
          <p14:tracePt t="93299" x="338138" y="2101850"/>
          <p14:tracePt t="93307" x="300038" y="2190750"/>
          <p14:tracePt t="93315" x="287338" y="2278063"/>
          <p14:tracePt t="93323" x="287338" y="2339975"/>
          <p14:tracePt t="93332" x="287338" y="2439988"/>
          <p14:tracePt t="93339" x="312738" y="2490788"/>
          <p14:tracePt t="93348" x="363538" y="2527300"/>
          <p14:tracePt t="93355" x="412750" y="2578100"/>
          <p14:tracePt t="93363" x="463550" y="2603500"/>
          <p14:tracePt t="93371" x="488950" y="2616200"/>
          <p14:tracePt t="93379" x="512763" y="2616200"/>
          <p14:tracePt t="93387" x="550863" y="2616200"/>
          <p14:tracePt t="93395" x="588963" y="2616200"/>
          <p14:tracePt t="93403" x="612775" y="2616200"/>
          <p14:tracePt t="93411" x="676275" y="2603500"/>
          <p14:tracePt t="93420" x="725488" y="2540000"/>
          <p14:tracePt t="93427" x="788988" y="2414588"/>
          <p14:tracePt t="93436" x="825500" y="2339975"/>
          <p14:tracePt t="93443" x="838200" y="2239963"/>
          <p14:tracePt t="93451" x="838200" y="2190750"/>
          <p14:tracePt t="93459" x="838200" y="2139950"/>
          <p14:tracePt t="93467" x="838200" y="2101850"/>
          <p14:tracePt t="93475" x="838200" y="2078038"/>
          <p14:tracePt t="93483" x="801688" y="2065338"/>
          <p14:tracePt t="93492" x="763588" y="2039938"/>
          <p14:tracePt t="93500" x="712788" y="2027238"/>
          <p14:tracePt t="93508" x="650875" y="2027238"/>
          <p14:tracePt t="93515" x="588963" y="2027238"/>
          <p14:tracePt t="93523" x="525463" y="2027238"/>
          <p14:tracePt t="93532" x="463550" y="2052638"/>
          <p14:tracePt t="93540" x="400050" y="2114550"/>
          <p14:tracePt t="93548" x="376238" y="2178050"/>
          <p14:tracePt t="93555" x="325438" y="2278063"/>
          <p14:tracePt t="93563" x="312738" y="2378075"/>
          <p14:tracePt t="93572" x="312738" y="2478088"/>
          <p14:tracePt t="93579" x="312738" y="2603500"/>
          <p14:tracePt t="93588" x="312738" y="2665413"/>
          <p14:tracePt t="93595" x="338138" y="2740025"/>
          <p14:tracePt t="93604" x="376238" y="2803525"/>
          <p14:tracePt t="93611" x="425450" y="2828925"/>
          <p14:tracePt t="93620" x="463550" y="2852738"/>
          <p14:tracePt t="93627" x="476250" y="2852738"/>
          <p14:tracePt t="93636" x="500063" y="2865438"/>
          <p14:tracePt t="93643" x="538163" y="2865438"/>
          <p14:tracePt t="93652" x="550863" y="2865438"/>
          <p14:tracePt t="93659" x="600075" y="2865438"/>
          <p14:tracePt t="93668" x="688975" y="2865438"/>
          <p14:tracePt t="93675" x="876300" y="2728913"/>
          <p14:tracePt t="93684" x="1227138" y="2465388"/>
          <p14:tracePt t="93691" x="1376363" y="2314575"/>
          <p14:tracePt t="93699" x="1577975" y="2114550"/>
          <p14:tracePt t="93707" x="1639888" y="2014538"/>
          <p14:tracePt t="93716" x="1677988" y="1901825"/>
          <p14:tracePt t="93723" x="1701800" y="1827213"/>
          <p14:tracePt t="93733" x="1701800" y="1789113"/>
          <p14:tracePt t="93739" x="1677988" y="1739900"/>
          <p14:tracePt t="93747" x="1614488" y="1701800"/>
          <p14:tracePt t="93755" x="1489075" y="1663700"/>
          <p14:tracePt t="93764" x="1327150" y="1639888"/>
          <p14:tracePt t="93772" x="1114425" y="1601788"/>
          <p14:tracePt t="93779" x="876300" y="1601788"/>
          <p14:tracePt t="93788" x="688975" y="1601788"/>
          <p14:tracePt t="93795" x="463550" y="1676400"/>
          <p14:tracePt t="93804" x="300038" y="1765300"/>
          <p14:tracePt t="93811" x="200025" y="1852613"/>
          <p14:tracePt t="93820" x="87313" y="1965325"/>
          <p14:tracePt t="93828" x="61913" y="2089150"/>
          <p14:tracePt t="93835" x="61913" y="2178050"/>
          <p14:tracePt t="93843" x="87313" y="2290763"/>
          <p14:tracePt t="93851" x="163513" y="2352675"/>
          <p14:tracePt t="93859" x="312738" y="2414588"/>
          <p14:tracePt t="93867" x="488950" y="2439988"/>
          <p14:tracePt t="93875" x="663575" y="2452688"/>
          <p14:tracePt t="93884" x="850900" y="2452688"/>
          <p14:tracePt t="93891" x="1001713" y="2452688"/>
          <p14:tracePt t="93900" x="1150938" y="2452688"/>
          <p14:tracePt t="93907" x="1276350" y="2403475"/>
          <p14:tracePt t="93916" x="1389063" y="2327275"/>
          <p14:tracePt t="93934" x="1552575" y="2165350"/>
          <p14:tracePt t="93939" x="1627188" y="2039938"/>
          <p14:tracePt t="93947" x="1665288" y="1952625"/>
          <p14:tracePt t="93955" x="1665288" y="1889125"/>
          <p14:tracePt t="93963" x="1665288" y="1839913"/>
          <p14:tracePt t="93972" x="1665288" y="1789113"/>
          <p14:tracePt t="93979" x="1614488" y="1765300"/>
          <p14:tracePt t="93988" x="1565275" y="1739900"/>
          <p14:tracePt t="93995" x="1489075" y="1727200"/>
          <p14:tracePt t="94004" x="1376363" y="1714500"/>
          <p14:tracePt t="94011" x="1227138" y="1714500"/>
          <p14:tracePt t="94019" x="1076325" y="1714500"/>
          <p14:tracePt t="94027" x="914400" y="1727200"/>
          <p14:tracePt t="94035" x="776288" y="1776413"/>
          <p14:tracePt t="94043" x="650875" y="1839913"/>
          <p14:tracePt t="94052" x="538163" y="1952625"/>
          <p14:tracePt t="94059" x="500063" y="2027238"/>
          <p14:tracePt t="94068" x="476250" y="2139950"/>
          <p14:tracePt t="94075" x="476250" y="2265363"/>
          <p14:tracePt t="94083" x="550863" y="2352675"/>
          <p14:tracePt t="94091" x="688975" y="2414588"/>
          <p14:tracePt t="94100" x="889000" y="2478088"/>
          <p14:tracePt t="94107" x="1101725" y="2490788"/>
          <p14:tracePt t="94116" x="1276350" y="2490788"/>
          <p14:tracePt t="94123" x="1427163" y="2490788"/>
          <p14:tracePt t="94131" x="1589088" y="2478088"/>
          <p14:tracePt t="94139" x="1739900" y="2403475"/>
          <p14:tracePt t="94147" x="1903413" y="2303463"/>
          <p14:tracePt t="94156" x="2065338" y="2165350"/>
          <p14:tracePt t="94163" x="2239963" y="2014538"/>
          <p14:tracePt t="94172" x="2365375" y="1889125"/>
          <p14:tracePt t="94179" x="2428875" y="1801813"/>
          <p14:tracePt t="94188" x="2441575" y="1752600"/>
          <p14:tracePt t="94195" x="2441575" y="1701800"/>
          <p14:tracePt t="94203" x="2441575" y="1627188"/>
          <p14:tracePt t="94211" x="2365375" y="1576388"/>
          <p14:tracePt t="94220" x="2278063" y="1552575"/>
          <p14:tracePt t="94227" x="2116138" y="1527175"/>
          <p14:tracePt t="94236" x="1965325" y="1514475"/>
          <p14:tracePt t="94244" x="1814513" y="1514475"/>
          <p14:tracePt t="94251" x="1677988" y="1514475"/>
          <p14:tracePt t="94259" x="1527175" y="1527175"/>
          <p14:tracePt t="94267" x="1401763" y="1601788"/>
          <p14:tracePt t="94275" x="1289050" y="1676400"/>
          <p14:tracePt t="94284" x="1201738" y="1789113"/>
          <p14:tracePt t="94291" x="1139825" y="1914525"/>
          <p14:tracePt t="94299" x="1139825" y="2014538"/>
          <p14:tracePt t="94307" x="1139825" y="2114550"/>
          <p14:tracePt t="94315" x="1139825" y="2178050"/>
          <p14:tracePt t="94323" x="1201738" y="2252663"/>
          <p14:tracePt t="94331" x="1263650" y="2290763"/>
          <p14:tracePt t="94340" x="1327150" y="2303463"/>
          <p14:tracePt t="94347" x="1389063" y="2314575"/>
          <p14:tracePt t="94356" x="1476375" y="2314575"/>
          <p14:tracePt t="94363" x="1552575" y="2314575"/>
          <p14:tracePt t="94372" x="1601788" y="2314575"/>
          <p14:tracePt t="94379" x="1652588" y="2290763"/>
          <p14:tracePt t="94387" x="1714500" y="2227263"/>
          <p14:tracePt t="94395" x="1752600" y="2190750"/>
          <p14:tracePt t="94403" x="1790700" y="2127250"/>
          <p14:tracePt t="94411" x="1790700" y="2089150"/>
          <p14:tracePt t="94419" x="1790700" y="2078038"/>
          <p14:tracePt t="94427" x="1790700" y="2052638"/>
          <p14:tracePt t="94436" x="1790700" y="2039938"/>
          <p14:tracePt t="94444" x="1778000" y="2039938"/>
          <p14:tracePt t="94491" x="1765300" y="2039938"/>
          <p14:tracePt t="94843" x="1778000" y="2039938"/>
          <p14:tracePt t="94852" x="1790700" y="2039938"/>
          <p14:tracePt t="94876" x="1814513" y="2039938"/>
          <p14:tracePt t="94915" x="1827213" y="2039938"/>
          <p14:tracePt t="94924" x="1839913" y="2052638"/>
          <p14:tracePt t="94932" x="1852613" y="2052638"/>
          <p14:tracePt t="94952" x="1865313" y="2065338"/>
          <p14:tracePt t="94987" x="1878013" y="2078038"/>
          <p14:tracePt t="95067" x="1890713" y="2089150"/>
          <p14:tracePt t="95100" x="1903413" y="2089150"/>
          <p14:tracePt t="95332" x="1903413" y="2101850"/>
          <p14:tracePt t="95340" x="1914525" y="2114550"/>
          <p14:tracePt t="95363" x="1927225" y="2127250"/>
          <p14:tracePt t="95379" x="1939925" y="2127250"/>
          <p14:tracePt t="95395" x="1952625" y="2139950"/>
          <p14:tracePt t="95427" x="1965325" y="2152650"/>
          <p14:tracePt t="95435" x="1965325" y="2165350"/>
          <p14:tracePt t="95445" x="1978025" y="2165350"/>
          <p14:tracePt t="95451" x="1990725" y="2178050"/>
          <p14:tracePt t="95459" x="1990725" y="2190750"/>
          <p14:tracePt t="95467" x="1990725" y="2214563"/>
          <p14:tracePt t="95476" x="2014538" y="2227263"/>
          <p14:tracePt t="95492" x="2027238" y="2278063"/>
          <p14:tracePt t="95507" x="2052638" y="2290763"/>
          <p14:tracePt t="95515" x="2052638" y="2314575"/>
          <p14:tracePt t="95531" x="2052638" y="2339975"/>
          <p14:tracePt t="95540" x="2052638" y="2352675"/>
          <p14:tracePt t="95547" x="2065338" y="2352675"/>
          <p14:tracePt t="95555" x="2065338" y="2378075"/>
          <p14:tracePt t="95572" x="2065338" y="2390775"/>
          <p14:tracePt t="95595" x="2065338" y="2414588"/>
          <p14:tracePt t="95605" x="2065338" y="2427288"/>
          <p14:tracePt t="95611" x="2090738" y="2452688"/>
          <p14:tracePt t="95619" x="2090738" y="2465388"/>
          <p14:tracePt t="95627" x="2090738" y="2490788"/>
          <p14:tracePt t="95636" x="2090738" y="2527300"/>
          <p14:tracePt t="95644" x="2116138" y="2616200"/>
          <p14:tracePt t="95651" x="2116138" y="2652713"/>
          <p14:tracePt t="95660" x="2127250" y="2678113"/>
          <p14:tracePt t="95667" x="2139950" y="2716213"/>
          <p14:tracePt t="95676" x="2139950" y="2728913"/>
          <p14:tracePt t="95683" x="2139950" y="2752725"/>
          <p14:tracePt t="95691" x="2139950" y="2765425"/>
          <p14:tracePt t="95699" x="2139950" y="2778125"/>
          <p14:tracePt t="95707" x="2139950" y="2790825"/>
          <p14:tracePt t="95715" x="2139950" y="2803525"/>
          <p14:tracePt t="95731" x="2152650" y="2828925"/>
          <p14:tracePt t="95747" x="2165350" y="2840038"/>
          <p14:tracePt t="95755" x="2178050" y="2852738"/>
          <p14:tracePt t="95772" x="2190750" y="2865438"/>
          <p14:tracePt t="95803" x="2190750" y="2878138"/>
          <p14:tracePt t="95852" x="2190750" y="2903538"/>
          <p14:tracePt t="95860" x="2165350" y="2928938"/>
          <p14:tracePt t="95867" x="2139950" y="2952750"/>
          <p14:tracePt t="95876" x="2127250" y="2965450"/>
          <p14:tracePt t="95884" x="2103438" y="2965450"/>
          <p14:tracePt t="95891" x="2065338" y="2978150"/>
          <p14:tracePt t="95899" x="2027238" y="2990850"/>
          <p14:tracePt t="95907" x="2003425" y="2990850"/>
          <p14:tracePt t="95915" x="1965325" y="3003550"/>
          <p14:tracePt t="95924" x="1939925" y="3016250"/>
          <p14:tracePt t="95931" x="1927225" y="3016250"/>
          <p14:tracePt t="95939" x="1903413" y="3028950"/>
          <p14:tracePt t="95956" x="1878013" y="3028950"/>
          <p14:tracePt t="95988" x="1865313" y="3028950"/>
          <p14:tracePt t="96006" x="1852613" y="3028950"/>
          <p14:tracePt t="96011" x="1839913" y="3028950"/>
          <p14:tracePt t="96019" x="1827213" y="3041650"/>
          <p14:tracePt t="96083" x="1814513" y="3041650"/>
          <p14:tracePt t="96140" x="1801813" y="3041650"/>
          <p14:tracePt t="96180" x="1790700" y="3041650"/>
          <p14:tracePt t="96219" x="1778000" y="3041650"/>
          <p14:tracePt t="96235" x="1765300" y="3041650"/>
          <p14:tracePt t="96275" x="1752600" y="3041650"/>
          <p14:tracePt t="96283" x="1739900" y="3041650"/>
          <p14:tracePt t="96299" x="1714500" y="3041650"/>
          <p14:tracePt t="96315" x="1701800" y="3041650"/>
          <p14:tracePt t="96323" x="1689100" y="3041650"/>
          <p14:tracePt t="96331" x="1665288" y="3041650"/>
          <p14:tracePt t="96340" x="1627188" y="3041650"/>
          <p14:tracePt t="96347" x="1589088" y="3041650"/>
          <p14:tracePt t="96357" x="1552575" y="3041650"/>
          <p14:tracePt t="96363" x="1514475" y="3041650"/>
          <p14:tracePt t="96371" x="1501775" y="3041650"/>
          <p14:tracePt t="96379" x="1476375" y="3041650"/>
          <p14:tracePt t="96387" x="1465263" y="3041650"/>
          <p14:tracePt t="96395" x="1452563" y="3041650"/>
          <p14:tracePt t="96403" x="1427163" y="3041650"/>
          <p14:tracePt t="96419" x="1401763" y="3041650"/>
          <p14:tracePt t="96429" x="1376363" y="3041650"/>
          <p14:tracePt t="96435" x="1363663" y="3028950"/>
          <p14:tracePt t="96444" x="1352550" y="3028950"/>
          <p14:tracePt t="96451" x="1327150" y="3028950"/>
          <p14:tracePt t="96459" x="1276350" y="3003550"/>
          <p14:tracePt t="96467" x="1263650" y="3003550"/>
          <p14:tracePt t="96475" x="1227138" y="2990850"/>
          <p14:tracePt t="96483" x="1201738" y="2978150"/>
          <p14:tracePt t="96492" x="1189038" y="2978150"/>
          <p14:tracePt t="96499" x="1163638" y="2965450"/>
          <p14:tracePt t="96507" x="1139825" y="2952750"/>
          <p14:tracePt t="96515" x="1127125" y="2952750"/>
          <p14:tracePt t="96524" x="1114425" y="2952750"/>
          <p14:tracePt t="96532" x="1089025" y="2941638"/>
          <p14:tracePt t="96541" x="1063625" y="2941638"/>
          <p14:tracePt t="96548" x="1038225" y="2928938"/>
          <p14:tracePt t="96555" x="1027113" y="2928938"/>
          <p14:tracePt t="96563" x="1014413" y="2928938"/>
          <p14:tracePt t="96571" x="989013" y="2928938"/>
          <p14:tracePt t="96579" x="976313" y="2916238"/>
          <p14:tracePt t="96596" x="950913" y="2903538"/>
          <p14:tracePt t="96629" x="938213" y="2903538"/>
          <p14:tracePt t="97083" x="914400" y="2903538"/>
          <p14:tracePt t="97123" x="901700" y="2903538"/>
          <p14:tracePt t="97131" x="889000" y="2903538"/>
          <p14:tracePt t="97164" x="889000" y="2916238"/>
          <p14:tracePt t="97171" x="889000" y="2928938"/>
          <p14:tracePt t="97180" x="889000" y="2941638"/>
          <p14:tracePt t="97187" x="901700" y="2941638"/>
          <p14:tracePt t="97196" x="901700" y="2952750"/>
          <p14:tracePt t="97203" x="925513" y="2952750"/>
          <p14:tracePt t="97211" x="938213" y="2952750"/>
          <p14:tracePt t="97227" x="950913" y="2952750"/>
          <p14:tracePt t="97235" x="963613" y="2952750"/>
          <p14:tracePt t="97243" x="976313" y="2952750"/>
          <p14:tracePt t="97251" x="989013" y="2952750"/>
          <p14:tracePt t="97259" x="1014413" y="2952750"/>
          <p14:tracePt t="97267" x="1038225" y="2952750"/>
          <p14:tracePt t="97276" x="1063625" y="2952750"/>
          <p14:tracePt t="97283" x="1076325" y="2865438"/>
          <p14:tracePt t="97292" x="1076325" y="2728913"/>
          <p14:tracePt t="97299" x="1076325" y="2590800"/>
          <p14:tracePt t="97307" x="1076325" y="2478088"/>
          <p14:tracePt t="97315" x="1076325" y="2414588"/>
          <p14:tracePt t="97323" x="1076325" y="2327275"/>
          <p14:tracePt t="97332" x="1050925" y="2252663"/>
          <p14:tracePt t="97339" x="989013" y="2190750"/>
          <p14:tracePt t="97347" x="963613" y="2165350"/>
          <p14:tracePt t="97355" x="925513" y="2114550"/>
          <p14:tracePt t="97364" x="889000" y="2089150"/>
          <p14:tracePt t="97371" x="889000" y="2065338"/>
          <p14:tracePt t="97380" x="876300" y="2039938"/>
          <p14:tracePt t="97387" x="850900" y="2014538"/>
          <p14:tracePt t="97395" x="850900" y="2001838"/>
          <p14:tracePt t="97403" x="850900" y="1989138"/>
          <p14:tracePt t="97412" x="850900" y="1978025"/>
          <p14:tracePt t="97419" x="838200" y="1978025"/>
          <p14:tracePt t="97427" x="825500" y="1965325"/>
          <p14:tracePt t="97435" x="825500" y="1952625"/>
          <p14:tracePt t="97443" x="814388" y="1939925"/>
          <p14:tracePt t="97451" x="776288" y="1939925"/>
          <p14:tracePt t="97460" x="738188" y="1914525"/>
          <p14:tracePt t="97467" x="725488" y="1914525"/>
          <p14:tracePt t="97476" x="712788" y="1914525"/>
          <p14:tracePt t="97483" x="688975" y="1914525"/>
          <p14:tracePt t="97507" x="676275" y="1914525"/>
          <p14:tracePt t="97619" x="676275" y="1939925"/>
          <p14:tracePt t="97627" x="688975" y="1952625"/>
          <p14:tracePt t="97636" x="712788" y="1952625"/>
          <p14:tracePt t="97644" x="725488" y="1965325"/>
          <p14:tracePt t="97651" x="763588" y="1965325"/>
          <p14:tracePt t="97660" x="801688" y="1989138"/>
          <p14:tracePt t="97667" x="876300" y="2001838"/>
          <p14:tracePt t="97675" x="938213" y="2001838"/>
          <p14:tracePt t="97683" x="1050925" y="2014538"/>
          <p14:tracePt t="97691" x="1127125" y="2014538"/>
          <p14:tracePt t="97699" x="1227138" y="2014538"/>
          <p14:tracePt t="97707" x="1314450" y="2014538"/>
          <p14:tracePt t="97715" x="1363663" y="2014538"/>
          <p14:tracePt t="97723" x="1439863" y="2014538"/>
          <p14:tracePt t="97733" x="1465263" y="2014538"/>
          <p14:tracePt t="97819" x="1476375" y="2014538"/>
          <p14:tracePt t="97835" x="1489075" y="2014538"/>
          <p14:tracePt t="97851" x="1501775" y="2014538"/>
          <p14:tracePt t="97860" x="1514475" y="2027238"/>
          <p14:tracePt t="97867" x="1527175" y="2027238"/>
          <p14:tracePt t="97875" x="1539875" y="2027238"/>
          <p14:tracePt t="97883" x="1577975" y="2027238"/>
          <p14:tracePt t="97891" x="1589088" y="2039938"/>
          <p14:tracePt t="97907" x="1627188" y="2039938"/>
          <p14:tracePt t="97916" x="1639888" y="2039938"/>
          <p14:tracePt t="97928" x="1665288" y="2039938"/>
          <p14:tracePt t="97932" x="1677988" y="2039938"/>
          <p14:tracePt t="97939" x="1727200" y="2039938"/>
          <p14:tracePt t="97947" x="1765300" y="2039938"/>
          <p14:tracePt t="97955" x="1827213" y="2039938"/>
          <p14:tracePt t="97963" x="1878013" y="2039938"/>
          <p14:tracePt t="97971" x="1914525" y="2039938"/>
          <p14:tracePt t="97979" x="1927225" y="2039938"/>
          <p14:tracePt t="97987" x="1952625" y="2039938"/>
          <p14:tracePt t="98068" x="1965325" y="2039938"/>
          <p14:tracePt t="98108" x="1978025" y="2039938"/>
          <p14:tracePt t="98124" x="1990725" y="2039938"/>
          <p14:tracePt t="98147" x="2003425" y="2039938"/>
          <p14:tracePt t="98187" x="2027238" y="2039938"/>
          <p14:tracePt t="98244" x="2039938" y="2039938"/>
          <p14:tracePt t="98267" x="2065338" y="2039938"/>
          <p14:tracePt t="98284" x="2078038" y="2039938"/>
          <p14:tracePt t="98395" x="2103438" y="2039938"/>
          <p14:tracePt t="98659" x="2116138" y="2039938"/>
          <p14:tracePt t="99165" x="2139950" y="2039938"/>
          <p14:tracePt t="99187" x="2152650" y="2027238"/>
          <p14:tracePt t="99243" x="2152650" y="2014538"/>
          <p14:tracePt t="99259" x="2152650" y="2001838"/>
          <p14:tracePt t="99595" x="2165350" y="2001838"/>
          <p14:tracePt t="99604" x="2278063" y="2052638"/>
          <p14:tracePt t="99611" x="2528888" y="2152650"/>
          <p14:tracePt t="99620" x="2854325" y="2290763"/>
          <p14:tracePt t="99627" x="3367088" y="2427288"/>
          <p14:tracePt t="99636" x="3705225" y="2527300"/>
          <p14:tracePt t="99643" x="3930650" y="2578100"/>
          <p14:tracePt t="99652" x="4156075" y="2590800"/>
          <p14:tracePt t="99659" x="4268788" y="2603500"/>
          <p14:tracePt t="99668" x="4281488" y="2616200"/>
          <p14:tracePt t="99707" x="4068763" y="2590800"/>
          <p14:tracePt t="99716" x="3943350" y="2578100"/>
          <p14:tracePt t="99723" x="3805238" y="2565400"/>
          <p14:tracePt t="99733" x="3679825" y="2540000"/>
          <p14:tracePt t="99739" x="3643313" y="2540000"/>
          <p14:tracePt t="99779" x="3667125" y="2540000"/>
          <p14:tracePt t="99788" x="3730625" y="2540000"/>
          <p14:tracePt t="99804" x="3743325" y="2527300"/>
          <p14:tracePt t="99819" x="3743325" y="2490788"/>
          <p14:tracePt t="99827" x="3730625" y="2478088"/>
          <p14:tracePt t="99835" x="3692525" y="2478088"/>
          <p14:tracePt t="99843" x="3654425" y="2465388"/>
          <p14:tracePt t="99851" x="3605213" y="2439988"/>
          <p14:tracePt t="99859" x="3541713" y="2427288"/>
          <p14:tracePt t="99867" x="3517900" y="2414588"/>
          <p14:tracePt t="99875" x="3454400" y="2378075"/>
          <p14:tracePt t="99883" x="3429000" y="2365375"/>
          <p14:tracePt t="99891" x="3417888" y="2339975"/>
          <p14:tracePt t="99900" x="3405188" y="2339975"/>
          <p14:tracePt t="99916" x="3405188" y="2327275"/>
          <p14:tracePt t="99934" x="3392488" y="2314575"/>
          <p14:tracePt t="100059" x="3405188" y="2314575"/>
          <p14:tracePt t="100068" x="3417888" y="2314575"/>
          <p14:tracePt t="100075" x="3429000" y="2327275"/>
          <p14:tracePt t="100084" x="3429000" y="2339975"/>
          <p14:tracePt t="100091" x="3429000" y="2352675"/>
          <p14:tracePt t="100100" x="3429000" y="2378075"/>
          <p14:tracePt t="100107" x="3441700" y="2378075"/>
          <p14:tracePt t="100172" x="3441700" y="2390775"/>
          <p14:tracePt t="100204" x="3429000" y="2403475"/>
          <p14:tracePt t="100211" x="3317875" y="2439988"/>
          <p14:tracePt t="100219" x="3167063" y="2478088"/>
          <p14:tracePt t="100227" x="2928938" y="2527300"/>
          <p14:tracePt t="100236" x="2590800" y="2590800"/>
          <p14:tracePt t="100243" x="2139950" y="2627313"/>
          <p14:tracePt t="100251" x="1852613" y="2665413"/>
          <p14:tracePt t="100259" x="1539875" y="2665413"/>
          <p14:tracePt t="100267" x="1301750" y="2665413"/>
          <p14:tracePt t="100275" x="1127125" y="2665413"/>
          <p14:tracePt t="100284" x="976313" y="2665413"/>
          <p14:tracePt t="100291" x="889000" y="2665413"/>
          <p14:tracePt t="100299" x="850900" y="2665413"/>
          <p14:tracePt t="100307" x="825500" y="2665413"/>
          <p14:tracePt t="100364" x="814388" y="2665413"/>
          <p14:tracePt t="100380" x="801688" y="2665413"/>
          <p14:tracePt t="100387" x="788988" y="2665413"/>
          <p14:tracePt t="100395" x="776288" y="2665413"/>
          <p14:tracePt t="100419" x="763588" y="2665413"/>
          <p14:tracePt t="100435" x="750888" y="2665413"/>
          <p14:tracePt t="100444" x="738188" y="2678113"/>
          <p14:tracePt t="100459" x="725488" y="2678113"/>
          <p14:tracePt t="100468" x="701675" y="2678113"/>
          <p14:tracePt t="100475" x="688975" y="2678113"/>
          <p14:tracePt t="100483" x="663575" y="2690813"/>
          <p14:tracePt t="100596" x="638175" y="2703513"/>
          <p14:tracePt t="101803" x="650875" y="2728913"/>
          <p14:tracePt t="101819" x="676275" y="2740025"/>
          <p14:tracePt t="101827" x="701675" y="2752725"/>
          <p14:tracePt t="101844" x="712788" y="2765425"/>
          <p14:tracePt t="101851" x="738188" y="2765425"/>
          <p14:tracePt t="101860" x="750888" y="2790825"/>
          <p14:tracePt t="101867" x="776288" y="2803525"/>
          <p14:tracePt t="101883" x="788988" y="2816225"/>
          <p14:tracePt t="101891" x="801688" y="2816225"/>
          <p14:tracePt t="101963" x="788988" y="2828925"/>
          <p14:tracePt t="101972" x="738188" y="2828925"/>
          <p14:tracePt t="101979" x="701675" y="2778125"/>
          <p14:tracePt t="101987" x="638175" y="2716213"/>
          <p14:tracePt t="101995" x="576263" y="2665413"/>
          <p14:tracePt t="102003" x="500063" y="2603500"/>
          <p14:tracePt t="102011" x="425450" y="2540000"/>
          <p14:tracePt t="102019" x="400050" y="2516188"/>
          <p14:tracePt t="102028" x="363538" y="2465388"/>
          <p14:tracePt t="102043" x="350838" y="2439988"/>
          <p14:tracePt t="102059" x="350838" y="2427288"/>
          <p14:tracePt t="102131" x="350838" y="2414588"/>
          <p14:tracePt t="102156" x="363538" y="2414588"/>
          <p14:tracePt t="102163" x="376238" y="2403475"/>
          <p14:tracePt t="102171" x="387350" y="2403475"/>
          <p14:tracePt t="102187" x="400050" y="2403475"/>
          <p14:tracePt t="102195" x="438150" y="2390775"/>
          <p14:tracePt t="102203" x="476250" y="2352675"/>
          <p14:tracePt t="102211" x="525463" y="2278063"/>
          <p14:tracePt t="102219" x="600075" y="2152650"/>
          <p14:tracePt t="102229" x="650875" y="2039938"/>
          <p14:tracePt t="102235" x="663575" y="1952625"/>
          <p14:tracePt t="102243" x="688975" y="1889125"/>
          <p14:tracePt t="102251" x="688975" y="1839913"/>
          <p14:tracePt t="102259" x="688975" y="1801813"/>
          <p14:tracePt t="102267" x="688975" y="1776413"/>
          <p14:tracePt t="102275" x="688975" y="1752600"/>
          <p14:tracePt t="102515" x="688975" y="1789113"/>
          <p14:tracePt t="102524" x="688975" y="1827213"/>
          <p14:tracePt t="102531" x="688975" y="1852613"/>
          <p14:tracePt t="102541" x="688975" y="1889125"/>
          <p14:tracePt t="102547" x="688975" y="1914525"/>
          <p14:tracePt t="102731" x="688975" y="1927225"/>
          <p14:tracePt t="102796" x="701675" y="1927225"/>
          <p14:tracePt t="102812" x="712788" y="1927225"/>
          <p14:tracePt t="102828" x="725488" y="1927225"/>
          <p14:tracePt t="102835" x="738188" y="1927225"/>
          <p14:tracePt t="102851" x="763588" y="1927225"/>
          <p14:tracePt t="102859" x="776288" y="1927225"/>
          <p14:tracePt t="102867" x="788988" y="1927225"/>
          <p14:tracePt t="102875" x="814388" y="1927225"/>
          <p14:tracePt t="102883" x="838200" y="1927225"/>
          <p14:tracePt t="102891" x="863600" y="1927225"/>
          <p14:tracePt t="102899" x="889000" y="1927225"/>
          <p14:tracePt t="102908" x="938213" y="1927225"/>
          <p14:tracePt t="102915" x="1001713" y="1939925"/>
          <p14:tracePt t="102923" x="1063625" y="1939925"/>
          <p14:tracePt t="102932" x="1127125" y="1939925"/>
          <p14:tracePt t="102942" x="1227138" y="1939925"/>
          <p14:tracePt t="102948" x="1314450" y="1939925"/>
          <p14:tracePt t="102955" x="1363663" y="1939925"/>
          <p14:tracePt t="102963" x="1465263" y="1939925"/>
          <p14:tracePt t="102971" x="1514475" y="1939925"/>
          <p14:tracePt t="102980" x="1552575" y="1939925"/>
          <p14:tracePt t="102987" x="1589088" y="1939925"/>
          <p14:tracePt t="102997" x="1614488" y="1939925"/>
          <p14:tracePt t="103051" x="1627188" y="1939925"/>
          <p14:tracePt t="103059" x="1639888" y="1939925"/>
          <p14:tracePt t="103067" x="1652588" y="1939925"/>
          <p14:tracePt t="103075" x="1665288" y="1939925"/>
          <p14:tracePt t="103083" x="1689100" y="1939925"/>
          <p14:tracePt t="103092" x="1727200" y="1939925"/>
          <p14:tracePt t="103099" x="1752600" y="1939925"/>
          <p14:tracePt t="103107" x="1790700" y="1939925"/>
          <p14:tracePt t="103115" x="1814513" y="1939925"/>
          <p14:tracePt t="103123" x="1839913" y="1939925"/>
          <p14:tracePt t="103131" x="1865313" y="1939925"/>
          <p14:tracePt t="103139" x="1878013" y="1939925"/>
          <p14:tracePt t="103148" x="1903413" y="1939925"/>
          <p14:tracePt t="103164" x="1914525" y="1939925"/>
          <p14:tracePt t="103171" x="1939925" y="1939925"/>
          <p14:tracePt t="103180" x="1952625" y="1939925"/>
          <p14:tracePt t="103203" x="1965325" y="1939925"/>
          <p14:tracePt t="103235" x="1978025" y="1939925"/>
          <p14:tracePt t="103283" x="1990725" y="1939925"/>
          <p14:tracePt t="103332" x="1965325" y="1939925"/>
          <p14:tracePt t="103339" x="1878013" y="2001838"/>
          <p14:tracePt t="103347" x="1801813" y="2052638"/>
          <p14:tracePt t="103355" x="1677988" y="2101850"/>
          <p14:tracePt t="103364" x="1565275" y="2127250"/>
          <p14:tracePt t="103371" x="1439863" y="2165350"/>
          <p14:tracePt t="103380" x="1363663" y="2178050"/>
          <p14:tracePt t="103387" x="1289050" y="2178050"/>
          <p14:tracePt t="103395" x="1227138" y="2190750"/>
          <p14:tracePt t="103403" x="1189038" y="2190750"/>
          <p14:tracePt t="103411" x="1150938" y="2190750"/>
          <p14:tracePt t="103419" x="1139825" y="2190750"/>
          <p14:tracePt t="103427" x="1127125" y="2190750"/>
          <p14:tracePt t="103435" x="1101725" y="2190750"/>
          <p14:tracePt t="103451" x="1076325" y="2190750"/>
          <p14:tracePt t="103460" x="1038225" y="2190750"/>
          <p14:tracePt t="103467" x="989013" y="2201863"/>
          <p14:tracePt t="103476" x="901700" y="2201863"/>
          <p14:tracePt t="103483" x="825500" y="2227263"/>
          <p14:tracePt t="103491" x="738188" y="2239963"/>
          <p14:tracePt t="103499" x="676275" y="2252663"/>
          <p14:tracePt t="103507" x="625475" y="2252663"/>
          <p14:tracePt t="103515" x="600075" y="2252663"/>
          <p14:tracePt t="103523" x="563563" y="2265363"/>
          <p14:tracePt t="103532" x="563563" y="2278063"/>
          <p14:tracePt t="103539" x="538163" y="2278063"/>
          <p14:tracePt t="103555" x="525463" y="2290763"/>
          <p14:tracePt t="103571" x="512763" y="2303463"/>
          <p14:tracePt t="103587" x="500063" y="2314575"/>
          <p14:tracePt t="103611" x="500063" y="2327275"/>
          <p14:tracePt t="103619" x="500063" y="2352675"/>
          <p14:tracePt t="103635" x="500063" y="2365375"/>
          <p14:tracePt t="103644" x="500063" y="2378075"/>
          <p14:tracePt t="103651" x="500063" y="2403475"/>
          <p14:tracePt t="103667" x="512763" y="2414588"/>
          <p14:tracePt t="103675" x="512763" y="2427288"/>
          <p14:tracePt t="103683" x="512763" y="2439988"/>
          <p14:tracePt t="103700" x="525463" y="2465388"/>
          <p14:tracePt t="103707" x="538163" y="2490788"/>
          <p14:tracePt t="103723" x="550863" y="2516188"/>
          <p14:tracePt t="103732" x="563563" y="2516188"/>
          <p14:tracePt t="103739" x="576263" y="2516188"/>
          <p14:tracePt t="103755" x="600075" y="2516188"/>
          <p14:tracePt t="103771" x="612775" y="2516188"/>
          <p14:tracePt t="103787" x="625475" y="2516188"/>
          <p14:tracePt t="103795" x="650875" y="2516188"/>
          <p14:tracePt t="103811" x="688975" y="2516188"/>
          <p14:tracePt t="103820" x="738188" y="2516188"/>
          <p14:tracePt t="103827" x="788988" y="2516188"/>
          <p14:tracePt t="103835" x="889000" y="2516188"/>
          <p14:tracePt t="103844" x="976313" y="2516188"/>
          <p14:tracePt t="103851" x="1038225" y="2516188"/>
          <p14:tracePt t="103860" x="1127125" y="2516188"/>
          <p14:tracePt t="103867" x="1176338" y="2516188"/>
          <p14:tracePt t="103875" x="1201738" y="2516188"/>
          <p14:tracePt t="103884" x="1239838" y="2516188"/>
          <p14:tracePt t="103891" x="1263650" y="2516188"/>
          <p14:tracePt t="103900" x="1276350" y="2516188"/>
          <p14:tracePt t="103907" x="1289050" y="2516188"/>
          <p14:tracePt t="103916" x="1314450" y="2503488"/>
          <p14:tracePt t="103945" x="1352550" y="2503488"/>
          <p14:tracePt t="103955" x="1363663" y="2503488"/>
          <p14:tracePt t="103963" x="1401763" y="2503488"/>
          <p14:tracePt t="103971" x="1414463" y="2503488"/>
          <p14:tracePt t="103979" x="1439863" y="2503488"/>
          <p14:tracePt t="103987" x="1452563" y="2503488"/>
          <p14:tracePt t="104003" x="1465263" y="2503488"/>
          <p14:tracePt t="104019" x="1476375" y="2503488"/>
          <p14:tracePt t="104068" x="1514475" y="2503488"/>
          <p14:tracePt t="104075" x="1527175" y="2503488"/>
          <p14:tracePt t="104083" x="1565275" y="2503488"/>
          <p14:tracePt t="104091" x="1614488" y="2503488"/>
          <p14:tracePt t="104100" x="1652588" y="2503488"/>
          <p14:tracePt t="104107" x="1689100" y="2503488"/>
          <p14:tracePt t="104116" x="1714500" y="2490788"/>
          <p14:tracePt t="104123" x="1714500" y="2478088"/>
          <p14:tracePt t="104299" x="1727200" y="2478088"/>
          <p14:tracePt t="104348" x="1739900" y="2478088"/>
          <p14:tracePt t="104380" x="1752600" y="2478088"/>
          <p14:tracePt t="104412" x="1778000" y="2478088"/>
          <p14:tracePt t="104427" x="1790700" y="2478088"/>
          <p14:tracePt t="104443" x="1801813" y="2478088"/>
          <p14:tracePt t="104452" x="1827213" y="2478088"/>
          <p14:tracePt t="104459" x="1852613" y="2478088"/>
          <p14:tracePt t="104468" x="1878013" y="2478088"/>
          <p14:tracePt t="104475" x="1914525" y="2478088"/>
          <p14:tracePt t="104484" x="1965325" y="2478088"/>
          <p14:tracePt t="104491" x="2003425" y="2478088"/>
          <p14:tracePt t="104499" x="2039938" y="2478088"/>
          <p14:tracePt t="104507" x="2065338" y="2478088"/>
          <p14:tracePt t="104515" x="2090738" y="2478088"/>
          <p14:tracePt t="104523" x="2103438" y="2478088"/>
          <p14:tracePt t="104692" x="2127250" y="2478088"/>
          <p14:tracePt t="104700" x="2152650" y="2478088"/>
          <p14:tracePt t="104707" x="2178050" y="2478088"/>
          <p14:tracePt t="104715" x="2239963" y="2490788"/>
          <p14:tracePt t="104723" x="2328863" y="2490788"/>
          <p14:tracePt t="104731" x="2441575" y="2490788"/>
          <p14:tracePt t="104739" x="2578100" y="2490788"/>
          <p14:tracePt t="104747" x="2703513" y="2490788"/>
          <p14:tracePt t="104755" x="2828925" y="2490788"/>
          <p14:tracePt t="104764" x="2928938" y="2490788"/>
          <p14:tracePt t="104771" x="2992438" y="2490788"/>
          <p14:tracePt t="104780" x="3041650" y="2490788"/>
          <p14:tracePt t="104787" x="3067050" y="2490788"/>
          <p14:tracePt t="104795" x="3079750" y="2490788"/>
          <p14:tracePt t="105107" x="3092450" y="2490788"/>
          <p14:tracePt t="105115" x="3103563" y="2490788"/>
          <p14:tracePt t="105131" x="3116263" y="2490788"/>
          <p14:tracePt t="105155" x="3128963" y="2490788"/>
          <p14:tracePt t="105165" x="3154363" y="2490788"/>
          <p14:tracePt t="105179" x="3167063" y="2490788"/>
          <p14:tracePt t="105187" x="3192463" y="2490788"/>
          <p14:tracePt t="105195" x="3205163" y="2490788"/>
          <p14:tracePt t="105203" x="3241675" y="2490788"/>
          <p14:tracePt t="105211" x="3279775" y="2478088"/>
          <p14:tracePt t="105220" x="3305175" y="2478088"/>
          <p14:tracePt t="105227" x="3354388" y="2478088"/>
          <p14:tracePt t="105243" x="3367088" y="2478088"/>
          <p14:tracePt t="105251" x="3379788" y="2478088"/>
          <p14:tracePt t="105259" x="3392488" y="2465388"/>
          <p14:tracePt t="105307" x="3405188" y="2465388"/>
          <p14:tracePt t="105315" x="3417888" y="2465388"/>
          <p14:tracePt t="105323" x="3429000" y="2465388"/>
          <p14:tracePt t="105331" x="3441700" y="2465388"/>
          <p14:tracePt t="105339" x="3467100" y="2465388"/>
          <p14:tracePt t="105403" x="3479800" y="2465388"/>
          <p14:tracePt t="105451" x="3492500" y="2465388"/>
          <p14:tracePt t="105467" x="3505200" y="2465388"/>
          <p14:tracePt t="105499" x="3517900" y="2465388"/>
          <p14:tracePt t="105507" x="3530600" y="2465388"/>
          <p14:tracePt t="105515" x="3541713" y="2465388"/>
          <p14:tracePt t="105532" x="3554413" y="2465388"/>
          <p14:tracePt t="105539" x="3567113" y="2465388"/>
          <p14:tracePt t="105547" x="3579813" y="2465388"/>
          <p14:tracePt t="105556" x="3592513" y="2465388"/>
          <p14:tracePt t="105571" x="3605213" y="2465388"/>
          <p14:tracePt t="105604" x="3617913" y="2465388"/>
          <p14:tracePt t="105684" x="3630613" y="2465388"/>
          <p14:tracePt t="105723" x="3643313" y="2465388"/>
          <p14:tracePt t="105739" x="3667125" y="2465388"/>
          <p14:tracePt t="105747" x="3679825" y="2465388"/>
          <p14:tracePt t="105763" x="3692525" y="2465388"/>
          <p14:tracePt t="105771" x="3717925" y="2465388"/>
          <p14:tracePt t="105779" x="3730625" y="2465388"/>
          <p14:tracePt t="105811" x="3743325" y="2465388"/>
          <p14:tracePt t="105988" x="3730625" y="2465388"/>
          <p14:tracePt t="105995" x="3705225" y="2465388"/>
          <p14:tracePt t="106003" x="3667125" y="2465388"/>
          <p14:tracePt t="106011" x="3630613" y="2465388"/>
          <p14:tracePt t="106019" x="3554413" y="2465388"/>
          <p14:tracePt t="106027" x="3441700" y="2465388"/>
          <p14:tracePt t="106035" x="3317875" y="2478088"/>
          <p14:tracePt t="106043" x="3179763" y="2490788"/>
          <p14:tracePt t="106052" x="3079750" y="2503488"/>
          <p14:tracePt t="106059" x="2992438" y="2540000"/>
          <p14:tracePt t="106067" x="2841625" y="2552700"/>
          <p14:tracePt t="106075" x="2703513" y="2565400"/>
          <p14:tracePt t="106084" x="2541588" y="2578100"/>
          <p14:tracePt t="106091" x="2378075" y="2616200"/>
          <p14:tracePt t="106100" x="2203450" y="2616200"/>
          <p14:tracePt t="106107" x="2078038" y="2616200"/>
          <p14:tracePt t="106115" x="1903413" y="2616200"/>
          <p14:tracePt t="106123" x="1739900" y="2616200"/>
          <p14:tracePt t="106131" x="1614488" y="2616200"/>
          <p14:tracePt t="106140" x="1465263" y="2616200"/>
          <p14:tracePt t="106147" x="1327150" y="2616200"/>
          <p14:tracePt t="106155" x="1227138" y="2616200"/>
          <p14:tracePt t="106163" x="1163638" y="2616200"/>
          <p14:tracePt t="106172" x="1127125" y="2616200"/>
          <p14:tracePt t="106179" x="1089025" y="2616200"/>
          <p14:tracePt t="106187" x="1063625" y="2616200"/>
          <p14:tracePt t="106211" x="1050925" y="2616200"/>
          <p14:tracePt t="106219" x="1038225" y="2616200"/>
          <p14:tracePt t="106227" x="1027113" y="2616200"/>
          <p14:tracePt t="106243" x="1001713" y="2616200"/>
          <p14:tracePt t="106251" x="989013" y="2627313"/>
          <p14:tracePt t="106259" x="963613" y="2627313"/>
          <p14:tracePt t="106268" x="938213" y="2627313"/>
          <p14:tracePt t="106275" x="925513" y="2640013"/>
          <p14:tracePt t="106284" x="914400" y="2640013"/>
          <p14:tracePt t="106307" x="901700" y="2640013"/>
          <p14:tracePt t="106315" x="889000" y="2652713"/>
          <p14:tracePt t="106323" x="876300" y="2652713"/>
          <p14:tracePt t="106331" x="863600" y="2665413"/>
          <p14:tracePt t="106340" x="825500" y="2665413"/>
          <p14:tracePt t="106355" x="801688" y="2665413"/>
          <p14:tracePt t="106363" x="788988" y="2665413"/>
          <p14:tracePt t="106419" x="788988" y="2678113"/>
          <p14:tracePt t="106724" x="788988" y="2690813"/>
          <p14:tracePt t="106731" x="801688" y="2703513"/>
          <p14:tracePt t="106780" x="814388" y="2728913"/>
          <p14:tracePt t="107427" x="825500" y="2728913"/>
          <p14:tracePt t="107451" x="850900" y="2728913"/>
          <p14:tracePt t="107459" x="863600" y="2728913"/>
          <p14:tracePt t="107467" x="889000" y="2752725"/>
          <p14:tracePt t="107476" x="914400" y="2765425"/>
          <p14:tracePt t="107483" x="976313" y="2790825"/>
          <p14:tracePt t="107492" x="1038225" y="2816225"/>
          <p14:tracePt t="107499" x="1139825" y="2865438"/>
          <p14:tracePt t="107507" x="1263650" y="2941638"/>
          <p14:tracePt t="107515" x="1352550" y="3003550"/>
          <p14:tracePt t="107523" x="1439863" y="3065463"/>
          <p14:tracePt t="107531" x="1539875" y="3141663"/>
          <p14:tracePt t="107540" x="1639888" y="3216275"/>
          <p14:tracePt t="107547" x="1752600" y="3316288"/>
          <p14:tracePt t="107555" x="1852613" y="3416300"/>
          <p14:tracePt t="107563" x="1914525" y="3541713"/>
          <p14:tracePt t="107571" x="2003425" y="3692525"/>
          <p14:tracePt t="107579" x="2052638" y="3829050"/>
          <p14:tracePt t="107588" x="2152650" y="4029075"/>
          <p14:tracePt t="107596" x="2190750" y="4167188"/>
          <p14:tracePt t="107603" x="2228850" y="4305300"/>
          <p14:tracePt t="107611" x="2265363" y="4418013"/>
          <p14:tracePt t="107619" x="2278063" y="4518025"/>
          <p14:tracePt t="107627" x="2303463" y="4630738"/>
          <p14:tracePt t="107635" x="2316163" y="4692650"/>
          <p14:tracePt t="107644" x="2352675" y="4792663"/>
          <p14:tracePt t="107651" x="2378075" y="4830763"/>
          <p14:tracePt t="107660" x="2416175" y="4918075"/>
          <p14:tracePt t="107667" x="2441575" y="4943475"/>
          <p14:tracePt t="107676" x="2465388" y="4992688"/>
          <p14:tracePt t="107683" x="2478088" y="5005388"/>
          <p14:tracePt t="107692" x="2478088" y="5018088"/>
          <p14:tracePt t="107715" x="2478088" y="5030788"/>
          <p14:tracePt t="107731" x="2465388" y="5030788"/>
          <p14:tracePt t="107739" x="2441575" y="5030788"/>
          <p14:tracePt t="107755" x="2390775" y="5005388"/>
          <p14:tracePt t="107763" x="2365375" y="4905375"/>
          <p14:tracePt t="107772" x="2303463" y="4843463"/>
          <p14:tracePt t="107779" x="2239963" y="4756150"/>
          <p14:tracePt t="107788" x="2165350" y="4643438"/>
          <p14:tracePt t="107795" x="2090738" y="4554538"/>
          <p14:tracePt t="107803" x="1990725" y="4443413"/>
          <p14:tracePt t="107811" x="1852613" y="4379913"/>
          <p14:tracePt t="107819" x="1701800" y="4292600"/>
          <p14:tracePt t="107827" x="1476375" y="4205288"/>
          <p14:tracePt t="107835" x="1214438" y="4129088"/>
          <p14:tracePt t="107843" x="889000" y="4092575"/>
          <p14:tracePt t="107851" x="676275" y="4079875"/>
          <p14:tracePt t="107860" x="463550" y="4079875"/>
          <p14:tracePt t="107867" x="338138" y="4079875"/>
          <p14:tracePt t="107876" x="212725" y="4079875"/>
          <p14:tracePt t="107883" x="112713" y="4129088"/>
          <p14:tracePt t="108003" x="325438" y="5681663"/>
          <p14:tracePt t="108011" x="576263" y="5781675"/>
          <p14:tracePt t="108019" x="914400" y="5868988"/>
          <p14:tracePt t="108028" x="1214438" y="5919788"/>
          <p14:tracePt t="108035" x="1501775" y="5956300"/>
          <p14:tracePt t="108043" x="1701800" y="5956300"/>
          <p14:tracePt t="108051" x="1914525" y="5956300"/>
          <p14:tracePt t="108059" x="2090738" y="5956300"/>
          <p14:tracePt t="108067" x="2278063" y="5894388"/>
          <p14:tracePt t="108075" x="2441575" y="5781675"/>
          <p14:tracePt t="108083" x="2554288" y="5681663"/>
          <p14:tracePt t="108091" x="2628900" y="5568950"/>
          <p14:tracePt t="108099" x="2703513" y="5430838"/>
          <p14:tracePt t="108108" x="2716213" y="5330825"/>
          <p14:tracePt t="108115" x="2716213" y="5243513"/>
          <p14:tracePt t="108123" x="2716213" y="5143500"/>
          <p14:tracePt t="108131" x="2716213" y="5056188"/>
          <p14:tracePt t="108140" x="2667000" y="4992688"/>
          <p14:tracePt t="108147" x="2590800" y="4905375"/>
          <p14:tracePt t="108156" x="2478088" y="4830763"/>
          <p14:tracePt t="108163" x="2352675" y="4779963"/>
          <p14:tracePt t="108171" x="2203450" y="4756150"/>
          <p14:tracePt t="108179" x="2014538" y="4730750"/>
          <p14:tracePt t="108187" x="1852613" y="4730750"/>
          <p14:tracePt t="108195" x="1689100" y="4730750"/>
          <p14:tracePt t="108203" x="1527175" y="4730750"/>
          <p14:tracePt t="108211" x="1401763" y="4730750"/>
          <p14:tracePt t="108219" x="1276350" y="4792663"/>
          <p14:tracePt t="108228" x="1227138" y="4879975"/>
          <p14:tracePt t="108235" x="1214438" y="5005388"/>
          <p14:tracePt t="108243" x="1214438" y="5156200"/>
          <p14:tracePt t="108251" x="1214438" y="5305425"/>
          <p14:tracePt t="108259" x="1276350" y="5443538"/>
          <p14:tracePt t="108267" x="1376363" y="5581650"/>
          <p14:tracePt t="108275" x="1465263" y="5681663"/>
          <p14:tracePt t="108283" x="1589088" y="5794375"/>
          <p14:tracePt t="108291" x="1727200" y="5868988"/>
          <p14:tracePt t="108299" x="1852613" y="5956300"/>
          <p14:tracePt t="108307" x="1965325" y="5981700"/>
          <p14:tracePt t="108315" x="2078038" y="5994400"/>
          <p14:tracePt t="108323" x="2190750" y="5994400"/>
          <p14:tracePt t="108331" x="2278063" y="5994400"/>
          <p14:tracePt t="108340" x="2390775" y="5956300"/>
          <p14:tracePt t="108347" x="2478088" y="5856288"/>
          <p14:tracePt t="108355" x="2565400" y="5732463"/>
          <p14:tracePt t="108363" x="2678113" y="5530850"/>
          <p14:tracePt t="108371" x="2790825" y="5330825"/>
          <p14:tracePt t="108379" x="2854325" y="5092700"/>
          <p14:tracePt t="108387" x="2867025" y="4943475"/>
          <p14:tracePt t="108395" x="2867025" y="4843463"/>
          <p14:tracePt t="108403" x="2854325" y="4743450"/>
          <p14:tracePt t="108412" x="2803525" y="4692650"/>
          <p14:tracePt t="108419" x="2703513" y="4618038"/>
          <p14:tracePt t="108429" x="2565400" y="4579938"/>
          <p14:tracePt t="108435" x="2352675" y="4554538"/>
          <p14:tracePt t="108443" x="2116138" y="4554538"/>
          <p14:tracePt t="108451" x="1839913" y="4554538"/>
          <p14:tracePt t="108459" x="1501775" y="4554538"/>
          <p14:tracePt t="108467" x="1189038" y="4554538"/>
          <p14:tracePt t="108475" x="1014413" y="4618038"/>
          <p14:tracePt t="108483" x="889000" y="4718050"/>
          <p14:tracePt t="108491" x="788988" y="4805363"/>
          <p14:tracePt t="108499" x="763588" y="4905375"/>
          <p14:tracePt t="108507" x="763588" y="5043488"/>
          <p14:tracePt t="108515" x="763588" y="5156200"/>
          <p14:tracePt t="108524" x="776288" y="5281613"/>
          <p14:tracePt t="108531" x="876300" y="5407025"/>
          <p14:tracePt t="108541" x="938213" y="5468938"/>
          <p14:tracePt t="108548" x="1050925" y="5543550"/>
          <p14:tracePt t="108555" x="1201738" y="5619750"/>
          <p14:tracePt t="108563" x="1339850" y="5668963"/>
          <p14:tracePt t="108571" x="1476375" y="5681663"/>
          <p14:tracePt t="108579" x="1601788" y="5681663"/>
          <p14:tracePt t="108587" x="1701800" y="5681663"/>
          <p14:tracePt t="108596" x="1778000" y="5681663"/>
          <p14:tracePt t="108603" x="1852613" y="5619750"/>
          <p14:tracePt t="108612" x="1903413" y="5543550"/>
          <p14:tracePt t="108619" x="1927225" y="5456238"/>
          <p14:tracePt t="108629" x="1952625" y="5343525"/>
          <p14:tracePt t="108635" x="1965325" y="5268913"/>
          <p14:tracePt t="108643" x="1965325" y="5205413"/>
          <p14:tracePt t="108651" x="1952625" y="5118100"/>
          <p14:tracePt t="108659" x="1839913" y="5030788"/>
          <p14:tracePt t="108667" x="1752600" y="4992688"/>
          <p14:tracePt t="108676" x="1614488" y="4956175"/>
          <p14:tracePt t="108683" x="1489075" y="4943475"/>
          <p14:tracePt t="108691" x="1301750" y="4943475"/>
          <p14:tracePt t="108699" x="1150938" y="4943475"/>
          <p14:tracePt t="108707" x="1001713" y="4943475"/>
          <p14:tracePt t="108715" x="901700" y="4968875"/>
          <p14:tracePt t="108724" x="814388" y="5030788"/>
          <p14:tracePt t="108731" x="801688" y="5081588"/>
          <p14:tracePt t="108739" x="801688" y="5194300"/>
          <p14:tracePt t="108748" x="801688" y="5268913"/>
          <p14:tracePt t="108755" x="801688" y="5368925"/>
          <p14:tracePt t="108763" x="876300" y="5481638"/>
          <p14:tracePt t="108771" x="976313" y="5556250"/>
          <p14:tracePt t="108779" x="1050925" y="5630863"/>
          <p14:tracePt t="108787" x="1189038" y="5694363"/>
          <p14:tracePt t="108796" x="1314450" y="5743575"/>
          <p14:tracePt t="108803" x="1427163" y="5794375"/>
          <p14:tracePt t="108811" x="1514475" y="5807075"/>
          <p14:tracePt t="108819" x="1601788" y="5807075"/>
          <p14:tracePt t="108828" x="1665288" y="5807075"/>
          <p14:tracePt t="108835" x="1701800" y="5807075"/>
          <p14:tracePt t="108843" x="1739900" y="5781675"/>
          <p14:tracePt t="108851" x="1739900" y="5768975"/>
          <p14:tracePt t="108859" x="1778000" y="5719763"/>
          <p14:tracePt t="108867" x="1778000" y="5694363"/>
          <p14:tracePt t="108875" x="1778000" y="5656263"/>
          <p14:tracePt t="108883" x="1778000" y="5619750"/>
          <p14:tracePt t="108892" x="1778000" y="5607050"/>
          <p14:tracePt t="108899" x="1778000" y="5581650"/>
          <p14:tracePt t="108908" x="1778000" y="5568950"/>
          <p14:tracePt t="108923" x="1778000" y="5543550"/>
          <p14:tracePt t="108942" x="1839913" y="5481638"/>
          <p14:tracePt t="108948" x="1939925" y="5407025"/>
          <p14:tracePt t="108955" x="2103438" y="5268913"/>
          <p14:tracePt t="108963" x="2390775" y="5018088"/>
          <p14:tracePt t="108971" x="2716213" y="4743450"/>
          <p14:tracePt t="108980" x="2967038" y="4392613"/>
          <p14:tracePt t="108987" x="3179763" y="4092575"/>
          <p14:tracePt t="108995" x="3292475" y="3803650"/>
          <p14:tracePt t="109003" x="3292475" y="3616325"/>
          <p14:tracePt t="109011" x="3292475" y="3441700"/>
          <p14:tracePt t="109019" x="3216275" y="3328988"/>
          <p14:tracePt t="109027" x="3116263" y="3216275"/>
          <p14:tracePt t="109035" x="3028950" y="3154363"/>
          <p14:tracePt t="109044" x="2941638" y="3103563"/>
          <p14:tracePt t="109051" x="2867025" y="3054350"/>
          <p14:tracePt t="109059" x="2854325" y="3041650"/>
          <p14:tracePt t="109067" x="2803525" y="3041650"/>
          <p14:tracePt t="109075" x="2778125" y="3041650"/>
          <p14:tracePt t="109123" x="2767013" y="3041650"/>
          <p14:tracePt t="109131" x="2741613" y="3016250"/>
          <p14:tracePt t="109147" x="2728913" y="3003550"/>
          <p14:tracePt t="109164" x="2716213" y="2990850"/>
          <p14:tracePt t="109180" x="2716213" y="2965450"/>
          <p14:tracePt t="109187" x="2716213" y="2952750"/>
          <p14:tracePt t="109195" x="2716213" y="2941638"/>
          <p14:tracePt t="109211" x="2716213" y="2928938"/>
          <p14:tracePt t="109219" x="2716213" y="2916238"/>
          <p14:tracePt t="109284" x="2716213" y="2903538"/>
          <p14:tracePt t="109292" x="2703513" y="2890838"/>
          <p14:tracePt t="109299" x="2703513" y="2865438"/>
          <p14:tracePt t="109307" x="2703513" y="2852738"/>
          <p14:tracePt t="109315" x="2703513" y="2828925"/>
          <p14:tracePt t="109323" x="2716213" y="2790825"/>
          <p14:tracePt t="109331" x="2728913" y="2765425"/>
          <p14:tracePt t="109339" x="2728913" y="2740025"/>
          <p14:tracePt t="109347" x="2741613" y="2728913"/>
          <p14:tracePt t="109355" x="2754313" y="2716213"/>
          <p14:tracePt t="109363" x="2754313" y="2703513"/>
          <p14:tracePt t="109379" x="2754313" y="2690813"/>
          <p14:tracePt t="109555" x="2767013" y="2690813"/>
          <p14:tracePt t="109563" x="2828925" y="2690813"/>
          <p14:tracePt t="109571" x="2854325" y="2703513"/>
          <p14:tracePt t="109579" x="2890838" y="2703513"/>
          <p14:tracePt t="109587" x="2928938" y="2716213"/>
          <p14:tracePt t="109595" x="2941638" y="2716213"/>
          <p14:tracePt t="109603" x="2967038" y="2716213"/>
          <p14:tracePt t="109611" x="2992438" y="2728913"/>
          <p14:tracePt t="109619" x="3016250" y="2728913"/>
          <p14:tracePt t="109627" x="3041650" y="2728913"/>
          <p14:tracePt t="109635" x="3054350" y="2728913"/>
          <p14:tracePt t="109644" x="3079750" y="2740025"/>
          <p14:tracePt t="109651" x="3092450" y="2740025"/>
          <p14:tracePt t="109660" x="3103563" y="2740025"/>
          <p14:tracePt t="109667" x="3116263" y="2740025"/>
          <p14:tracePt t="109683" x="3128963" y="2740025"/>
          <p14:tracePt t="109715" x="3141663" y="2740025"/>
          <p14:tracePt t="109739" x="3154363" y="2740025"/>
          <p14:tracePt t="109755" x="3167063" y="2740025"/>
          <p14:tracePt t="109835" x="3179763" y="2740025"/>
          <p14:tracePt t="109844" x="3192463" y="2740025"/>
          <p14:tracePt t="109851" x="3205163" y="2740025"/>
          <p14:tracePt t="109867" x="3228975" y="2740025"/>
          <p14:tracePt t="109875" x="3254375" y="2740025"/>
          <p14:tracePt t="109883" x="3292475" y="2740025"/>
          <p14:tracePt t="109891" x="3305175" y="2740025"/>
          <p14:tracePt t="109900" x="3328988" y="2740025"/>
          <p14:tracePt t="109907" x="3341688" y="2740025"/>
          <p14:tracePt t="109916" x="3367088" y="2740025"/>
          <p14:tracePt t="109932" x="3379788" y="2740025"/>
          <p14:tracePt t="109939" x="3405188" y="2740025"/>
          <p14:tracePt t="109947" x="3429000" y="2740025"/>
          <p14:tracePt t="109955" x="3441700" y="2740025"/>
          <p14:tracePt t="109963" x="3454400" y="2740025"/>
          <p14:tracePt t="109979" x="3467100" y="2740025"/>
          <p14:tracePt t="109995" x="3479800" y="2740025"/>
          <p14:tracePt t="110035" x="3492500" y="2740025"/>
          <p14:tracePt t="110043" x="3505200" y="2740025"/>
          <p14:tracePt t="110059" x="3517900" y="2740025"/>
          <p14:tracePt t="110075" x="3530600" y="2728913"/>
          <p14:tracePt t="110091" x="3554413" y="2728913"/>
          <p14:tracePt t="110107" x="3567113" y="2728913"/>
          <p14:tracePt t="110133" x="3592513" y="2728913"/>
          <p14:tracePt t="110139" x="3605213" y="2728913"/>
          <p14:tracePt t="110155" x="3630613" y="2716213"/>
          <p14:tracePt t="110171" x="3643313" y="2716213"/>
          <p14:tracePt t="110179" x="3643313" y="2703513"/>
          <p14:tracePt t="110212" x="3667125" y="2703513"/>
          <p14:tracePt t="110235" x="3679825" y="2703513"/>
          <p14:tracePt t="110259" x="3692525" y="2703513"/>
          <p14:tracePt t="110267" x="3705225" y="2703513"/>
          <p14:tracePt t="110300" x="3717925" y="2690813"/>
          <p14:tracePt t="110515" x="3654425" y="2690813"/>
          <p14:tracePt t="110523" x="3592513" y="2690813"/>
          <p14:tracePt t="110531" x="3505200" y="2690813"/>
          <p14:tracePt t="110539" x="3392488" y="2728913"/>
          <p14:tracePt t="110548" x="3254375" y="2752725"/>
          <p14:tracePt t="110555" x="3092450" y="2803525"/>
          <p14:tracePt t="110563" x="2967038" y="2852738"/>
          <p14:tracePt t="110571" x="2828925" y="2878138"/>
          <p14:tracePt t="110579" x="2690813" y="2916238"/>
          <p14:tracePt t="110587" x="2603500" y="2928938"/>
          <p14:tracePt t="110596" x="2503488" y="2941638"/>
          <p14:tracePt t="110603" x="2416175" y="2952750"/>
          <p14:tracePt t="110611" x="2339975" y="2952750"/>
          <p14:tracePt t="110619" x="2216150" y="2952750"/>
          <p14:tracePt t="110627" x="2078038" y="2952750"/>
          <p14:tracePt t="110635" x="1914525" y="2952750"/>
          <p14:tracePt t="110643" x="1752600" y="2952750"/>
          <p14:tracePt t="110651" x="1601788" y="2952750"/>
          <p14:tracePt t="110659" x="1414463" y="2952750"/>
          <p14:tracePt t="110668" x="1263650" y="2952750"/>
          <p14:tracePt t="110675" x="1139825" y="2952750"/>
          <p14:tracePt t="110683" x="1001713" y="2952750"/>
          <p14:tracePt t="110691" x="914400" y="2952750"/>
          <p14:tracePt t="110699" x="850900" y="2952750"/>
          <p14:tracePt t="110707" x="838200" y="2952750"/>
          <p14:tracePt t="110715" x="814388" y="2965450"/>
          <p14:tracePt t="110731" x="801688" y="2965450"/>
          <p14:tracePt t="110747" x="788988" y="2978150"/>
          <p14:tracePt t="110763" x="776288" y="2978150"/>
          <p14:tracePt t="110771" x="763588" y="2978150"/>
          <p14:tracePt t="110780" x="750888" y="2978150"/>
          <p14:tracePt t="110787" x="712788" y="2978150"/>
          <p14:tracePt t="110803" x="688975" y="2990850"/>
          <p14:tracePt t="111187" x="701675" y="2990850"/>
          <p14:tracePt t="111204" x="712788" y="2990850"/>
          <p14:tracePt t="111227" x="725488" y="2990850"/>
          <p14:tracePt t="111237" x="750888" y="2990850"/>
          <p14:tracePt t="111243" x="788988" y="2990850"/>
          <p14:tracePt t="111251" x="825500" y="2990850"/>
          <p14:tracePt t="111259" x="889000" y="2990850"/>
          <p14:tracePt t="111267" x="976313" y="2990850"/>
          <p14:tracePt t="111275" x="1101725" y="3016250"/>
          <p14:tracePt t="111283" x="1239838" y="3016250"/>
          <p14:tracePt t="111291" x="1376363" y="3016250"/>
          <p14:tracePt t="111299" x="1489075" y="3016250"/>
          <p14:tracePt t="111307" x="1577975" y="3016250"/>
          <p14:tracePt t="111315" x="1652588" y="3016250"/>
          <p14:tracePt t="111323" x="1727200" y="3016250"/>
          <p14:tracePt t="111331" x="1739900" y="3016250"/>
          <p14:tracePt t="111339" x="1752600" y="3016250"/>
          <p14:tracePt t="111348" x="1765300" y="3016250"/>
          <p14:tracePt t="111587" x="1778000" y="3016250"/>
          <p14:tracePt t="111595" x="1801813" y="3016250"/>
          <p14:tracePt t="111604" x="1852613" y="3028950"/>
          <p14:tracePt t="111611" x="1865313" y="3028950"/>
          <p14:tracePt t="111620" x="1903413" y="3028950"/>
          <p14:tracePt t="111627" x="1914525" y="3028950"/>
          <p14:tracePt t="111635" x="1939925" y="3041650"/>
          <p14:tracePt t="111675" x="1952625" y="3041650"/>
          <p14:tracePt t="111716" x="1978025" y="3041650"/>
          <p14:tracePt t="111723" x="1990725" y="3041650"/>
          <p14:tracePt t="111739" x="2014538" y="3041650"/>
          <p14:tracePt t="111756" x="2027238" y="3041650"/>
          <p14:tracePt t="111787" x="2052638" y="3041650"/>
          <p14:tracePt t="111803" x="2065338" y="3041650"/>
          <p14:tracePt t="111819" x="2090738" y="3041650"/>
          <p14:tracePt t="111827" x="2103438" y="3041650"/>
          <p14:tracePt t="111835" x="2127250" y="3041650"/>
          <p14:tracePt t="111843" x="2139950" y="3041650"/>
          <p14:tracePt t="111851" x="2178050" y="3041650"/>
          <p14:tracePt t="111859" x="2190750" y="3041650"/>
          <p14:tracePt t="111867" x="2228850" y="3041650"/>
          <p14:tracePt t="111875" x="2265363" y="3041650"/>
          <p14:tracePt t="111883" x="2290763" y="3041650"/>
          <p14:tracePt t="111891" x="2303463" y="3041650"/>
          <p14:tracePt t="111900" x="2316163" y="3041650"/>
          <p14:tracePt t="111907" x="2328863" y="3041650"/>
          <p14:tracePt t="111915" x="2339975" y="3041650"/>
          <p14:tracePt t="111996" x="2352675" y="3041650"/>
          <p14:tracePt t="112043" x="2365375" y="3041650"/>
          <p14:tracePt t="112051" x="2378075" y="3041650"/>
          <p14:tracePt t="112067" x="2403475" y="3041650"/>
          <p14:tracePt t="112075" x="2428875" y="3041650"/>
          <p14:tracePt t="112083" x="2478088" y="3041650"/>
          <p14:tracePt t="112091" x="2541588" y="3041650"/>
          <p14:tracePt t="112100" x="2628900" y="3041650"/>
          <p14:tracePt t="112107" x="2728913" y="3041650"/>
          <p14:tracePt t="112115" x="2816225" y="3041650"/>
          <p14:tracePt t="112123" x="2890838" y="3041650"/>
          <p14:tracePt t="112131" x="2967038" y="3041650"/>
          <p14:tracePt t="112139" x="3003550" y="3041650"/>
          <p14:tracePt t="112147" x="3041650" y="3041650"/>
          <p14:tracePt t="112163" x="3067050" y="3041650"/>
          <p14:tracePt t="112219" x="3067050" y="3028950"/>
          <p14:tracePt t="112251" x="3079750" y="3028950"/>
          <p14:tracePt t="112275" x="3092450" y="3028950"/>
          <p14:tracePt t="112284" x="3116263" y="3028950"/>
          <p14:tracePt t="112299" x="3141663" y="3028950"/>
          <p14:tracePt t="112307" x="3167063" y="3028950"/>
          <p14:tracePt t="112315" x="3179763" y="3028950"/>
          <p14:tracePt t="112323" x="3205163" y="3028950"/>
          <p14:tracePt t="112331" x="3241675" y="3028950"/>
          <p14:tracePt t="112340" x="3254375" y="3028950"/>
          <p14:tracePt t="112363" x="3267075" y="3028950"/>
          <p14:tracePt t="112395" x="3279775" y="3028950"/>
          <p14:tracePt t="112403" x="3292475" y="3028950"/>
          <p14:tracePt t="112411" x="3305175" y="3028950"/>
          <p14:tracePt t="112419" x="3317875" y="3028950"/>
          <p14:tracePt t="112427" x="3328988" y="3028950"/>
          <p14:tracePt t="112443" x="3341688" y="3028950"/>
          <p14:tracePt t="112459" x="3354388" y="3028950"/>
          <p14:tracePt t="112475" x="3367088" y="3028950"/>
          <p14:tracePt t="112491" x="3379788" y="3028950"/>
          <p14:tracePt t="112499" x="3405188" y="3028950"/>
          <p14:tracePt t="112507" x="3417888" y="3028950"/>
          <p14:tracePt t="112515" x="3429000" y="3028950"/>
          <p14:tracePt t="112523" x="3454400" y="3028950"/>
          <p14:tracePt t="112531" x="3479800" y="3028950"/>
          <p14:tracePt t="112540" x="3492500" y="3028950"/>
          <p14:tracePt t="112547" x="3517900" y="3028950"/>
          <p14:tracePt t="112555" x="3530600" y="3028950"/>
          <p14:tracePt t="112563" x="3541713" y="3028950"/>
          <p14:tracePt t="112571" x="3567113" y="3028950"/>
          <p14:tracePt t="112579" x="3579813" y="3028950"/>
          <p14:tracePt t="112587" x="3592513" y="3028950"/>
          <p14:tracePt t="112595" x="3605213" y="3028950"/>
          <p14:tracePt t="112603" x="3617913" y="3028950"/>
          <p14:tracePt t="112611" x="3630613" y="3028950"/>
          <p14:tracePt t="112619" x="3654425" y="3028950"/>
          <p14:tracePt t="112635" x="3679825" y="3028950"/>
          <p14:tracePt t="112643" x="3692525" y="3028950"/>
          <p14:tracePt t="112652" x="3705225" y="3028950"/>
          <p14:tracePt t="112659" x="3717925" y="3028950"/>
          <p14:tracePt t="112667" x="3730625" y="3028950"/>
          <p14:tracePt t="112675" x="3743325" y="3016250"/>
          <p14:tracePt t="112691" x="3756025" y="3016250"/>
          <p14:tracePt t="112707" x="3779838" y="2990850"/>
          <p14:tracePt t="112724" x="3792538" y="2978150"/>
          <p14:tracePt t="112731" x="3805238" y="2978150"/>
          <p14:tracePt t="112747" x="3830638" y="2952750"/>
          <p14:tracePt t="112763" x="3843338" y="2952750"/>
          <p14:tracePt t="113251" x="3805238" y="2952750"/>
          <p14:tracePt t="113260" x="3756025" y="2952750"/>
          <p14:tracePt t="113267" x="3630613" y="2952750"/>
          <p14:tracePt t="113275" x="3505200" y="2952750"/>
          <p14:tracePt t="113283" x="3367088" y="2952750"/>
          <p14:tracePt t="113292" x="3228975" y="2952750"/>
          <p14:tracePt t="113299" x="3116263" y="2965450"/>
          <p14:tracePt t="113308" x="3016250" y="2990850"/>
          <p14:tracePt t="113315" x="2903538" y="3016250"/>
          <p14:tracePt t="113323" x="2816225" y="3028950"/>
          <p14:tracePt t="113331" x="2716213" y="3041650"/>
          <p14:tracePt t="113339" x="2603500" y="3054350"/>
          <p14:tracePt t="113347" x="2441575" y="3054350"/>
          <p14:tracePt t="113355" x="2228850" y="3054350"/>
          <p14:tracePt t="113363" x="2065338" y="3078163"/>
          <p14:tracePt t="113371" x="1878013" y="3078163"/>
          <p14:tracePt t="113379" x="1765300" y="3078163"/>
          <p14:tracePt t="113387" x="1665288" y="3078163"/>
          <p14:tracePt t="113395" x="1565275" y="3078163"/>
          <p14:tracePt t="113404" x="1476375" y="3090863"/>
          <p14:tracePt t="113411" x="1376363" y="3090863"/>
          <p14:tracePt t="113419" x="1327150" y="3090863"/>
          <p14:tracePt t="113427" x="1263650" y="3090863"/>
          <p14:tracePt t="113435" x="1227138" y="3090863"/>
          <p14:tracePt t="113443" x="1201738" y="3090863"/>
          <p14:tracePt t="113451" x="1176338" y="3090863"/>
          <p14:tracePt t="113467" x="1150938" y="3103563"/>
          <p14:tracePt t="113476" x="1139825" y="3103563"/>
          <p14:tracePt t="113483" x="1127125" y="3103563"/>
          <p14:tracePt t="113492" x="1101725" y="3103563"/>
          <p14:tracePt t="113499" x="1089025" y="3103563"/>
          <p14:tracePt t="113507" x="1076325" y="3116263"/>
          <p14:tracePt t="113515" x="1063625" y="3128963"/>
          <p14:tracePt t="113539" x="1050925" y="3128963"/>
          <p14:tracePt t="113620" x="1027113" y="3141663"/>
          <p14:tracePt t="113627" x="1014413" y="3141663"/>
          <p14:tracePt t="113635" x="989013" y="3154363"/>
          <p14:tracePt t="113643" x="976313" y="3165475"/>
          <p14:tracePt t="113659" x="963613" y="3178175"/>
          <p14:tracePt t="113995" x="989013" y="3178175"/>
          <p14:tracePt t="114003" x="1014413" y="3178175"/>
          <p14:tracePt t="114011" x="1038225" y="3178175"/>
          <p14:tracePt t="114019" x="1076325" y="3190875"/>
          <p14:tracePt t="114027" x="1139825" y="3216275"/>
          <p14:tracePt t="114035" x="1214438" y="3228975"/>
          <p14:tracePt t="114045" x="1289050" y="3228975"/>
          <p14:tracePt t="114051" x="1352550" y="3241675"/>
          <p14:tracePt t="114059" x="1465263" y="3254375"/>
          <p14:tracePt t="114067" x="1539875" y="3254375"/>
          <p14:tracePt t="114075" x="1627188" y="3278188"/>
          <p14:tracePt t="114083" x="1701800" y="3278188"/>
          <p14:tracePt t="114091" x="1727200" y="3278188"/>
          <p14:tracePt t="114099" x="1752600" y="3278188"/>
          <p14:tracePt t="114316" x="1765300" y="3278188"/>
          <p14:tracePt t="114331" x="1790700" y="3278188"/>
          <p14:tracePt t="114340" x="1801813" y="3278188"/>
          <p14:tracePt t="114347" x="1852613" y="3278188"/>
          <p14:tracePt t="114355" x="1965325" y="3278188"/>
          <p14:tracePt t="114363" x="2103438" y="3278188"/>
          <p14:tracePt t="114371" x="2252663" y="3278188"/>
          <p14:tracePt t="114379" x="2403475" y="3278188"/>
          <p14:tracePt t="114387" x="2565400" y="3278188"/>
          <p14:tracePt t="114395" x="2716213" y="3278188"/>
          <p14:tracePt t="114403" x="2841625" y="3278188"/>
          <p14:tracePt t="114412" x="2928938" y="3278188"/>
          <p14:tracePt t="114419" x="3016250" y="3278188"/>
          <p14:tracePt t="114429" x="3041650" y="3278188"/>
          <p14:tracePt t="114435" x="3054350" y="3267075"/>
          <p14:tracePt t="114443" x="3067050" y="3267075"/>
          <p14:tracePt t="114955" x="3079750" y="3267075"/>
          <p14:tracePt t="115019" x="3116263" y="3241675"/>
          <p14:tracePt t="115027" x="3128963" y="3241675"/>
          <p14:tracePt t="115035" x="3154363" y="3241675"/>
          <p14:tracePt t="115043" x="3179763" y="3241675"/>
          <p14:tracePt t="115051" x="3205163" y="3241675"/>
          <p14:tracePt t="115059" x="3228975" y="3241675"/>
          <p14:tracePt t="115067" x="3254375" y="3241675"/>
          <p14:tracePt t="115075" x="3279775" y="3241675"/>
          <p14:tracePt t="115083" x="3292475" y="3241675"/>
          <p14:tracePt t="115092" x="3328988" y="3241675"/>
          <p14:tracePt t="115099" x="3341688" y="3241675"/>
          <p14:tracePt t="115107" x="3367088" y="3241675"/>
          <p14:tracePt t="115115" x="3379788" y="3241675"/>
          <p14:tracePt t="115123" x="3405188" y="3241675"/>
          <p14:tracePt t="115131" x="3429000" y="3241675"/>
          <p14:tracePt t="115139" x="3467100" y="3241675"/>
          <p14:tracePt t="115147" x="3505200" y="3241675"/>
          <p14:tracePt t="115155" x="3541713" y="3241675"/>
          <p14:tracePt t="115164" x="3554413" y="3241675"/>
          <p14:tracePt t="115171" x="3579813" y="3241675"/>
          <p14:tracePt t="115180" x="3592513" y="3241675"/>
          <p14:tracePt t="115187" x="3605213" y="3241675"/>
          <p14:tracePt t="115203" x="3617913" y="3241675"/>
          <p14:tracePt t="115211" x="3643313" y="3241675"/>
          <p14:tracePt t="115227" x="3654425" y="3241675"/>
          <p14:tracePt t="115235" x="3667125" y="3241675"/>
          <p14:tracePt t="115339" x="3679825" y="3228975"/>
          <p14:tracePt t="115507" x="3630613" y="3228975"/>
          <p14:tracePt t="115515" x="3592513" y="3241675"/>
          <p14:tracePt t="115523" x="3505200" y="3254375"/>
          <p14:tracePt t="115532" x="3328988" y="3267075"/>
          <p14:tracePt t="115539" x="3116263" y="3328988"/>
          <p14:tracePt t="115547" x="2790825" y="3367088"/>
          <p14:tracePt t="115555" x="2565400" y="3403600"/>
          <p14:tracePt t="115563" x="2378075" y="3416300"/>
          <p14:tracePt t="115571" x="2252663" y="3416300"/>
          <p14:tracePt t="115579" x="2116138" y="3416300"/>
          <p14:tracePt t="115587" x="2003425" y="3416300"/>
          <p14:tracePt t="115595" x="1914525" y="3416300"/>
          <p14:tracePt t="115603" x="1865313" y="3416300"/>
          <p14:tracePt t="115611" x="1827213" y="3416300"/>
          <p14:tracePt t="115619" x="1778000" y="3416300"/>
          <p14:tracePt t="115627" x="1752600" y="3416300"/>
          <p14:tracePt t="115635" x="1739900" y="3416300"/>
          <p14:tracePt t="115644" x="1701800" y="3416300"/>
          <p14:tracePt t="115651" x="1652588" y="3416300"/>
          <p14:tracePt t="115660" x="1577975" y="3416300"/>
          <p14:tracePt t="115667" x="1514475" y="3416300"/>
          <p14:tracePt t="115675" x="1427163" y="3416300"/>
          <p14:tracePt t="115683" x="1363663" y="3416300"/>
          <p14:tracePt t="115691" x="1289050" y="3416300"/>
          <p14:tracePt t="115699" x="1239838" y="3416300"/>
          <p14:tracePt t="115707" x="1201738" y="3416300"/>
          <p14:tracePt t="115715" x="1150938" y="3416300"/>
          <p14:tracePt t="115723" x="1139825" y="3416300"/>
          <p14:tracePt t="115733" x="1101725" y="3416300"/>
          <p14:tracePt t="115739" x="1063625" y="3416300"/>
          <p14:tracePt t="115747" x="1027113" y="3416300"/>
          <p14:tracePt t="115755" x="976313" y="3416300"/>
          <p14:tracePt t="115763" x="925513" y="3429000"/>
          <p14:tracePt t="115771" x="876300" y="3429000"/>
          <p14:tracePt t="115779" x="814388" y="3429000"/>
          <p14:tracePt t="115787" x="763588" y="3429000"/>
          <p14:tracePt t="115795" x="725488" y="3429000"/>
          <p14:tracePt t="115803" x="688975" y="3429000"/>
          <p14:tracePt t="115811" x="650875" y="3429000"/>
          <p14:tracePt t="115819" x="612775" y="3429000"/>
          <p14:tracePt t="115827" x="600075" y="3429000"/>
          <p14:tracePt t="115835" x="576263" y="3429000"/>
          <p14:tracePt t="115844" x="563563" y="3429000"/>
          <p14:tracePt t="115891" x="550863" y="3429000"/>
          <p14:tracePt t="115907" x="538163" y="3429000"/>
          <p14:tracePt t="115945" x="525463" y="3429000"/>
          <p14:tracePt t="115947" x="525463" y="3441700"/>
          <p14:tracePt t="116211" x="563563" y="3441700"/>
          <p14:tracePt t="116219" x="612775" y="3467100"/>
          <p14:tracePt t="116227" x="701675" y="3490913"/>
          <p14:tracePt t="116235" x="776288" y="3516313"/>
          <p14:tracePt t="116243" x="901700" y="3529013"/>
          <p14:tracePt t="116252" x="1014413" y="3541713"/>
          <p14:tracePt t="116259" x="1114425" y="3567113"/>
          <p14:tracePt t="116267" x="1189038" y="3567113"/>
          <p14:tracePt t="116275" x="1252538" y="3579813"/>
          <p14:tracePt t="116284" x="1289050" y="3579813"/>
          <p14:tracePt t="116291" x="1314450" y="3579813"/>
          <p14:tracePt t="116300" x="1339850" y="3579813"/>
          <p14:tracePt t="116331" x="1363663" y="3590925"/>
          <p14:tracePt t="116339" x="1427163" y="3616325"/>
          <p14:tracePt t="116348" x="1527175" y="3667125"/>
          <p14:tracePt t="116355" x="1652588" y="3716338"/>
          <p14:tracePt t="116363" x="1827213" y="3792538"/>
          <p14:tracePt t="116371" x="2078038" y="3905250"/>
          <p14:tracePt t="116379" x="2265363" y="3992563"/>
          <p14:tracePt t="116387" x="2416175" y="4079875"/>
          <p14:tracePt t="116396" x="2554288" y="4167188"/>
          <p14:tracePt t="116403" x="2641600" y="4241800"/>
          <p14:tracePt t="116412" x="2741613" y="4318000"/>
          <p14:tracePt t="116419" x="2803525" y="4392613"/>
          <p14:tracePt t="116427" x="2841625" y="4454525"/>
          <p14:tracePt t="116435" x="2854325" y="4530725"/>
          <p14:tracePt t="116443" x="2854325" y="4567238"/>
          <p14:tracePt t="116451" x="2854325" y="4630738"/>
          <p14:tracePt t="116459" x="2854325" y="4692650"/>
          <p14:tracePt t="116468" x="2867025" y="4768850"/>
          <p14:tracePt t="116475" x="2903538" y="4856163"/>
          <p14:tracePt t="116484" x="2954338" y="4943475"/>
          <p14:tracePt t="116491" x="2967038" y="4981575"/>
          <p14:tracePt t="116499" x="3003550" y="5018088"/>
          <p14:tracePt t="116507" x="3028950" y="5043488"/>
          <p14:tracePt t="116515" x="3041650" y="5056188"/>
          <p14:tracePt t="116523" x="3054350" y="5056188"/>
          <p14:tracePt t="116547" x="3067050" y="5056188"/>
          <p14:tracePt t="116555" x="3092450" y="5056188"/>
          <p14:tracePt t="116563" x="3116263" y="4992688"/>
          <p14:tracePt t="116571" x="3154363" y="4968875"/>
          <p14:tracePt t="116579" x="3216275" y="4892675"/>
          <p14:tracePt t="116587" x="3267075" y="4830763"/>
          <p14:tracePt t="116596" x="3292475" y="4792663"/>
          <p14:tracePt t="116603" x="3328988" y="4743450"/>
          <p14:tracePt t="116611" x="3328988" y="4718050"/>
          <p14:tracePt t="116627" x="3328988" y="4692650"/>
          <p14:tracePt t="116635" x="3317875" y="4667250"/>
          <p14:tracePt t="116643" x="3228975" y="4643438"/>
          <p14:tracePt t="116651" x="3116263" y="4630738"/>
          <p14:tracePt t="116659" x="2967038" y="4579938"/>
          <p14:tracePt t="116668" x="2790825" y="4554538"/>
          <p14:tracePt t="116675" x="2541588" y="4518025"/>
          <p14:tracePt t="116683" x="2328863" y="4492625"/>
          <p14:tracePt t="116691" x="2027238" y="4443413"/>
          <p14:tracePt t="116699" x="1790700" y="4443413"/>
          <p14:tracePt t="116707" x="1514475" y="4443413"/>
          <p14:tracePt t="116715" x="1314450" y="4443413"/>
          <p14:tracePt t="116723" x="1127125" y="4443413"/>
          <p14:tracePt t="116731" x="976313" y="4443413"/>
          <p14:tracePt t="116739" x="901700" y="4443413"/>
          <p14:tracePt t="116747" x="838200" y="4443413"/>
          <p14:tracePt t="116755" x="814388" y="4454525"/>
          <p14:tracePt t="116764" x="788988" y="4492625"/>
          <p14:tracePt t="116771" x="763588" y="4530725"/>
          <p14:tracePt t="116780" x="750888" y="4605338"/>
          <p14:tracePt t="116787" x="750888" y="4718050"/>
          <p14:tracePt t="116795" x="750888" y="4843463"/>
          <p14:tracePt t="116803" x="750888" y="4981575"/>
          <p14:tracePt t="116811" x="750888" y="5130800"/>
          <p14:tracePt t="116819" x="750888" y="5268913"/>
          <p14:tracePt t="116827" x="750888" y="5394325"/>
          <p14:tracePt t="116836" x="750888" y="5530850"/>
          <p14:tracePt t="116843" x="814388" y="5668963"/>
          <p14:tracePt t="116851" x="889000" y="5807075"/>
          <p14:tracePt t="116859" x="989013" y="5932488"/>
          <p14:tracePt t="116868" x="1089025" y="6045200"/>
          <p14:tracePt t="116875" x="1189038" y="6169025"/>
          <p14:tracePt t="116883" x="1289050" y="6281738"/>
          <p14:tracePt t="116891" x="1389063" y="6381750"/>
          <p14:tracePt t="116899" x="1527175" y="6483350"/>
          <p14:tracePt t="116907" x="1601788" y="6532563"/>
          <p14:tracePt t="116915" x="1714500" y="6594475"/>
          <p14:tracePt t="116923" x="1790700" y="6645275"/>
          <p14:tracePt t="116931" x="1865313" y="6683375"/>
          <p14:tracePt t="116939" x="1965325" y="6696075"/>
          <p14:tracePt t="116947" x="2052638" y="6707188"/>
          <p14:tracePt t="116955" x="2165350" y="6707188"/>
          <p14:tracePt t="116964" x="2278063" y="6707188"/>
          <p14:tracePt t="116971" x="2403475" y="6657975"/>
          <p14:tracePt t="116979" x="2541588" y="6583363"/>
          <p14:tracePt t="116987" x="2690813" y="6457950"/>
          <p14:tracePt t="116995" x="2879725" y="6269038"/>
          <p14:tracePt t="117003" x="3016250" y="6056313"/>
          <p14:tracePt t="117011" x="3092450" y="5907088"/>
          <p14:tracePt t="117019" x="3128963" y="5768975"/>
          <p14:tracePt t="117027" x="3141663" y="5656263"/>
          <p14:tracePt t="117036" x="3154363" y="5556250"/>
          <p14:tracePt t="117043" x="3154363" y="5443538"/>
          <p14:tracePt t="117051" x="3154363" y="5381625"/>
          <p14:tracePt t="117059" x="3154363" y="5318125"/>
          <p14:tracePt t="117067" x="3154363" y="5218113"/>
          <p14:tracePt t="117075" x="3154363" y="5143500"/>
          <p14:tracePt t="117083" x="3192463" y="5043488"/>
          <p14:tracePt t="117091" x="3205163" y="4956175"/>
          <p14:tracePt t="117099" x="3205163" y="4856163"/>
          <p14:tracePt t="117107" x="3205163" y="4768850"/>
          <p14:tracePt t="117115" x="3205163" y="4705350"/>
          <p14:tracePt t="117123" x="3167063" y="4579938"/>
          <p14:tracePt t="117131" x="3079750" y="4479925"/>
          <p14:tracePt t="117139" x="2967038" y="4392613"/>
          <p14:tracePt t="117148" x="2828925" y="4305300"/>
          <p14:tracePt t="117155" x="2654300" y="4279900"/>
          <p14:tracePt t="117164" x="2503488" y="4217988"/>
          <p14:tracePt t="117171" x="2365375" y="4205288"/>
          <p14:tracePt t="117179" x="2239963" y="4205288"/>
          <p14:tracePt t="117187" x="2116138" y="4205288"/>
          <p14:tracePt t="117195" x="2052638" y="4205288"/>
          <p14:tracePt t="117203" x="1978025" y="4205288"/>
          <p14:tracePt t="117211" x="1927225" y="4205288"/>
          <p14:tracePt t="117220" x="1890713" y="4241800"/>
          <p14:tracePt t="117227" x="1827213" y="4267200"/>
          <p14:tracePt t="117236" x="1739900" y="4330700"/>
          <p14:tracePt t="117243" x="1627188" y="4392613"/>
          <p14:tracePt t="117251" x="1552575" y="4454525"/>
          <p14:tracePt t="117259" x="1476375" y="4567238"/>
          <p14:tracePt t="117267" x="1427163" y="4692650"/>
          <p14:tracePt t="117275" x="1401763" y="4805363"/>
          <p14:tracePt t="117283" x="1389063" y="4905375"/>
          <p14:tracePt t="117291" x="1389063" y="5043488"/>
          <p14:tracePt t="117300" x="1389063" y="5181600"/>
          <p14:tracePt t="117307" x="1452563" y="5305425"/>
          <p14:tracePt t="117315" x="1489075" y="5407025"/>
          <p14:tracePt t="117323" x="1552575" y="5507038"/>
          <p14:tracePt t="117331" x="1614488" y="5619750"/>
          <p14:tracePt t="117339" x="1701800" y="5732463"/>
          <p14:tracePt t="117348" x="1778000" y="5807075"/>
          <p14:tracePt t="117355" x="1890713" y="5919788"/>
          <p14:tracePt t="117363" x="1990725" y="6007100"/>
          <p14:tracePt t="117371" x="2078038" y="6094413"/>
          <p14:tracePt t="117379" x="2165350" y="6132513"/>
          <p14:tracePt t="117387" x="2303463" y="6181725"/>
          <p14:tracePt t="117395" x="2416175" y="6181725"/>
          <p14:tracePt t="117403" x="2554288" y="6181725"/>
          <p14:tracePt t="117411" x="2690813" y="6181725"/>
          <p14:tracePt t="117420" x="2803525" y="6157913"/>
          <p14:tracePt t="117427" x="2928938" y="6107113"/>
          <p14:tracePt t="117437" x="3041650" y="6019800"/>
          <p14:tracePt t="117443" x="3128963" y="5945188"/>
          <p14:tracePt t="117451" x="3228975" y="5843588"/>
          <p14:tracePt t="117459" x="3267075" y="5756275"/>
          <p14:tracePt t="117467" x="3305175" y="5681663"/>
          <p14:tracePt t="117475" x="3305175" y="5581650"/>
          <p14:tracePt t="117483" x="3305175" y="5530850"/>
          <p14:tracePt t="117491" x="3292475" y="5468938"/>
          <p14:tracePt t="117499" x="3279775" y="5456238"/>
          <p14:tracePt t="117507" x="3267075" y="5443538"/>
          <p14:tracePt t="117515" x="3254375" y="5443538"/>
          <p14:tracePt t="117563" x="3241675" y="5443538"/>
          <p14:tracePt t="117579" x="3228975" y="5443538"/>
          <p14:tracePt t="117587" x="3216275" y="5443538"/>
          <p14:tracePt t="117620" x="3205163" y="5443538"/>
          <p14:tracePt t="117684" x="3192463" y="5443538"/>
          <p14:tracePt t="119411" x="3192463" y="5494338"/>
          <p14:tracePt t="119419" x="3228975" y="5530850"/>
          <p14:tracePt t="119427" x="3228975" y="5568950"/>
          <p14:tracePt t="119435" x="3241675" y="5619750"/>
          <p14:tracePt t="119443" x="3279775" y="5681663"/>
          <p14:tracePt t="119451" x="3292475" y="5732463"/>
          <p14:tracePt t="119459" x="3305175" y="5781675"/>
          <p14:tracePt t="119467" x="3328988" y="5819775"/>
          <p14:tracePt t="119476" x="3341688" y="5843588"/>
          <p14:tracePt t="119483" x="3354388" y="5894388"/>
          <p14:tracePt t="119491" x="3392488" y="5956300"/>
          <p14:tracePt t="119499" x="3417888" y="5994400"/>
          <p14:tracePt t="119507" x="3441700" y="6045200"/>
          <p14:tracePt t="119523" x="3454400" y="6056313"/>
          <p14:tracePt t="119531" x="3479800" y="6094413"/>
          <p14:tracePt t="119539" x="3492500" y="6094413"/>
          <p14:tracePt t="119547" x="3505200" y="6094413"/>
          <p14:tracePt t="119555" x="3530600" y="6094413"/>
          <p14:tracePt t="119563" x="3567113" y="6094413"/>
          <p14:tracePt t="119571" x="3617913" y="6094413"/>
          <p14:tracePt t="119579" x="3630613" y="6019800"/>
          <p14:tracePt t="119588" x="3705225" y="5868988"/>
          <p14:tracePt t="119595" x="3730625" y="5743575"/>
          <p14:tracePt t="119603" x="3767138" y="5607050"/>
          <p14:tracePt t="119611" x="3767138" y="5494338"/>
          <p14:tracePt t="119619" x="3767138" y="5368925"/>
          <p14:tracePt t="119627" x="3767138" y="5268913"/>
          <p14:tracePt t="119635" x="3792538" y="5156200"/>
          <p14:tracePt t="119643" x="3792538" y="5081588"/>
          <p14:tracePt t="119651" x="3792538" y="5043488"/>
          <p14:tracePt t="119659" x="3792538" y="4992688"/>
          <p14:tracePt t="119667" x="3792538" y="4930775"/>
          <p14:tracePt t="119675" x="3767138" y="4805363"/>
          <p14:tracePt t="119683" x="3756025" y="4730750"/>
          <p14:tracePt t="119691" x="3705225" y="4618038"/>
          <p14:tracePt t="119699" x="3667125" y="4543425"/>
          <p14:tracePt t="119707" x="3617913" y="4479925"/>
          <p14:tracePt t="119715" x="3530600" y="4379913"/>
          <p14:tracePt t="119723" x="3454400" y="4318000"/>
          <p14:tracePt t="119731" x="3354388" y="4267200"/>
          <p14:tracePt t="119739" x="3267075" y="4230688"/>
          <p14:tracePt t="119747" x="3179763" y="4205288"/>
          <p14:tracePt t="119755" x="3116263" y="4192588"/>
          <p14:tracePt t="119763" x="3079750" y="4192588"/>
          <p14:tracePt t="119772" x="3079750" y="4179888"/>
          <p14:tracePt t="119788" x="3067050" y="4179888"/>
          <p14:tracePt t="119795" x="3054350" y="4179888"/>
          <p14:tracePt t="119803" x="3041650" y="4179888"/>
          <p14:tracePt t="119811" x="3016250" y="4179888"/>
          <p14:tracePt t="119819" x="2992438" y="4179888"/>
          <p14:tracePt t="119827" x="2954338" y="4179888"/>
          <p14:tracePt t="119835" x="2890838" y="4154488"/>
          <p14:tracePt t="119844" x="2803525" y="4117975"/>
          <p14:tracePt t="119851" x="2703513" y="4092575"/>
          <p14:tracePt t="119859" x="2578100" y="4067175"/>
          <p14:tracePt t="119867" x="2490788" y="4054475"/>
          <p14:tracePt t="119875" x="2378075" y="4041775"/>
          <p14:tracePt t="119883" x="2252663" y="4041775"/>
          <p14:tracePt t="119891" x="2190750" y="4041775"/>
          <p14:tracePt t="119899" x="2090738" y="4041775"/>
          <p14:tracePt t="119907" x="2003425" y="4041775"/>
          <p14:tracePt t="119915" x="1914525" y="4041775"/>
          <p14:tracePt t="119940" x="1677988" y="4179888"/>
          <p14:tracePt t="119947" x="1627188" y="4241800"/>
          <p14:tracePt t="119956" x="1601788" y="4330700"/>
          <p14:tracePt t="119963" x="1565275" y="4454525"/>
          <p14:tracePt t="119972" x="1514475" y="4567238"/>
          <p14:tracePt t="119979" x="1489075" y="4692650"/>
          <p14:tracePt t="119987" x="1489075" y="4818063"/>
          <p14:tracePt t="119995" x="1489075" y="4930775"/>
          <p14:tracePt t="120003" x="1489075" y="5092700"/>
          <p14:tracePt t="120011" x="1527175" y="5230813"/>
          <p14:tracePt t="120019" x="1614488" y="5330825"/>
          <p14:tracePt t="120027" x="1701800" y="5481638"/>
          <p14:tracePt t="120035" x="1801813" y="5607050"/>
          <p14:tracePt t="120044" x="1914525" y="5732463"/>
          <p14:tracePt t="120051" x="2039938" y="5807075"/>
          <p14:tracePt t="120059" x="2152650" y="5894388"/>
          <p14:tracePt t="120067" x="2252663" y="5945188"/>
          <p14:tracePt t="120075" x="2328863" y="5969000"/>
          <p14:tracePt t="120083" x="2428875" y="6007100"/>
          <p14:tracePt t="120091" x="2516188" y="6032500"/>
          <p14:tracePt t="120099" x="2628900" y="6056313"/>
          <p14:tracePt t="120107" x="2728913" y="6056313"/>
          <p14:tracePt t="120115" x="2841625" y="6056313"/>
          <p14:tracePt t="120123" x="2941638" y="6056313"/>
          <p14:tracePt t="120131" x="3054350" y="6007100"/>
          <p14:tracePt t="120139" x="3128963" y="5956300"/>
          <p14:tracePt t="120147" x="3192463" y="5894388"/>
          <p14:tracePt t="120156" x="3254375" y="5781675"/>
          <p14:tracePt t="120163" x="3292475" y="5643563"/>
          <p14:tracePt t="120171" x="3292475" y="5518150"/>
          <p14:tracePt t="120179" x="3292475" y="5368925"/>
          <p14:tracePt t="120187" x="3228975" y="5243513"/>
          <p14:tracePt t="120195" x="3167063" y="5181600"/>
          <p14:tracePt t="120203" x="3103563" y="5118100"/>
          <p14:tracePt t="120211" x="3028950" y="5056188"/>
          <p14:tracePt t="120219" x="2954338" y="5018088"/>
          <p14:tracePt t="120228" x="2867025" y="4992688"/>
          <p14:tracePt t="120235" x="2841625" y="4992688"/>
          <p14:tracePt t="120244" x="2790825" y="4992688"/>
          <p14:tracePt t="120251" x="2767013" y="4992688"/>
          <p14:tracePt t="120259" x="2728913" y="4992688"/>
          <p14:tracePt t="120267" x="2703513" y="4992688"/>
          <p14:tracePt t="120275" x="2690813" y="4992688"/>
          <p14:tracePt t="120283" x="2690813" y="5092700"/>
          <p14:tracePt t="120291" x="2690813" y="5205413"/>
          <p14:tracePt t="120299" x="2690813" y="5343525"/>
          <p14:tracePt t="120307" x="2728913" y="5456238"/>
          <p14:tracePt t="120315" x="2790825" y="5619750"/>
          <p14:tracePt t="120323" x="2816225" y="5719763"/>
          <p14:tracePt t="120331" x="2879725" y="5807075"/>
          <p14:tracePt t="120340" x="2954338" y="5907088"/>
          <p14:tracePt t="120347" x="3028950" y="5956300"/>
          <p14:tracePt t="120355" x="3128963" y="6007100"/>
          <p14:tracePt t="120364" x="3192463" y="6019800"/>
          <p14:tracePt t="120371" x="3292475" y="6019800"/>
          <p14:tracePt t="120379" x="3341688" y="6019800"/>
          <p14:tracePt t="120387" x="3379788" y="6019800"/>
          <p14:tracePt t="120395" x="3454400" y="5969000"/>
          <p14:tracePt t="120403" x="3567113" y="5856288"/>
          <p14:tracePt t="120412" x="3692525" y="5719763"/>
          <p14:tracePt t="120419" x="3805238" y="5594350"/>
          <p14:tracePt t="120428" x="3892550" y="5430838"/>
          <p14:tracePt t="120435" x="3917950" y="5343525"/>
          <p14:tracePt t="120443" x="3917950" y="5243513"/>
          <p14:tracePt t="120451" x="3917950" y="5230813"/>
          <p14:tracePt t="120459" x="3917950" y="5205413"/>
          <p14:tracePt t="120483" x="3905250" y="5205413"/>
          <p14:tracePt t="120499" x="3879850" y="5205413"/>
          <p14:tracePt t="120507" x="3867150" y="5218113"/>
          <p14:tracePt t="120515" x="3830638" y="5256213"/>
          <p14:tracePt t="120524" x="3830638" y="5294313"/>
          <p14:tracePt t="120531" x="3817938" y="5330825"/>
          <p14:tracePt t="120539" x="3817938" y="5368925"/>
          <p14:tracePt t="120547" x="3817938" y="5394325"/>
          <p14:tracePt t="120555" x="3817938" y="5443538"/>
          <p14:tracePt t="120564" x="3817938" y="5468938"/>
          <p14:tracePt t="120571" x="3817938" y="5494338"/>
          <p14:tracePt t="120579" x="3817938" y="5518150"/>
          <p14:tracePt t="120587" x="3817938" y="5530850"/>
          <p14:tracePt t="120619" x="3817938" y="5543550"/>
          <p14:tracePt t="120667" x="3817938" y="5556250"/>
          <p14:tracePt t="120683" x="3792538" y="5568950"/>
          <p14:tracePt t="120699" x="3779838" y="5607050"/>
          <p14:tracePt t="120708" x="3756025" y="5630863"/>
          <p14:tracePt t="120715" x="3756025" y="5656263"/>
          <p14:tracePt t="120724" x="3756025" y="5681663"/>
          <p14:tracePt t="120731" x="3756025" y="5732463"/>
          <p14:tracePt t="120739" x="3756025" y="5756275"/>
          <p14:tracePt t="120747" x="3756025" y="5794375"/>
          <p14:tracePt t="120755" x="3756025" y="5832475"/>
          <p14:tracePt t="120764" x="3756025" y="5868988"/>
          <p14:tracePt t="120771" x="3756025" y="5881688"/>
          <p14:tracePt t="120779" x="3756025" y="5907088"/>
          <p14:tracePt t="120787" x="3756025" y="5945188"/>
          <p14:tracePt t="120796" x="3767138" y="5956300"/>
          <p14:tracePt t="120803" x="3779838" y="5969000"/>
          <p14:tracePt t="120811" x="3805238" y="5994400"/>
          <p14:tracePt t="120883" x="3817938" y="5994400"/>
          <p14:tracePt t="120939" x="3843338" y="5994400"/>
          <p14:tracePt t="120955" x="3856038" y="5981700"/>
          <p14:tracePt t="120996" x="3830638" y="5981700"/>
          <p14:tracePt t="121003" x="3717925" y="5994400"/>
          <p14:tracePt t="121011" x="3654425" y="6032500"/>
          <p14:tracePt t="121019" x="3643313" y="6032500"/>
          <p14:tracePt t="121139" x="3643313" y="6019800"/>
          <p14:tracePt t="121148" x="3654425" y="5994400"/>
          <p14:tracePt t="121155" x="3679825" y="5945188"/>
          <p14:tracePt t="121163" x="3692525" y="5907088"/>
          <p14:tracePt t="121171" x="3717925" y="5881688"/>
          <p14:tracePt t="121179" x="3730625" y="5843588"/>
          <p14:tracePt t="121187" x="3743325" y="5807075"/>
          <p14:tracePt t="121195" x="3743325" y="5794375"/>
          <p14:tracePt t="121211" x="3743325" y="5768975"/>
          <p14:tracePt t="121251" x="3743325" y="5756275"/>
          <p14:tracePt t="121267" x="3730625" y="5756275"/>
          <p14:tracePt t="121276" x="3717925" y="5756275"/>
          <p14:tracePt t="121299" x="3705225" y="5756275"/>
          <p14:tracePt t="121307" x="3667125" y="5719763"/>
          <p14:tracePt t="121315" x="3667125" y="5707063"/>
          <p14:tracePt t="121323" x="3630613" y="5668963"/>
          <p14:tracePt t="121332" x="3579813" y="5607050"/>
          <p14:tracePt t="121339" x="3505200" y="5556250"/>
          <p14:tracePt t="121347" x="3454400" y="5518150"/>
          <p14:tracePt t="121355" x="3392488" y="5481638"/>
          <p14:tracePt t="121363" x="3317875" y="5456238"/>
          <p14:tracePt t="121371" x="3267075" y="5430838"/>
          <p14:tracePt t="121379" x="3192463" y="5407025"/>
          <p14:tracePt t="121387" x="3167063" y="5394325"/>
          <p14:tracePt t="121395" x="3116263" y="5368925"/>
          <p14:tracePt t="121419" x="3103563" y="5368925"/>
          <p14:tracePt t="121427" x="3092450" y="5368925"/>
          <p14:tracePt t="121435" x="3079750" y="5356225"/>
          <p14:tracePt t="121443" x="3054350" y="5356225"/>
          <p14:tracePt t="121451" x="3028950" y="5356225"/>
          <p14:tracePt t="121460" x="2967038" y="5356225"/>
          <p14:tracePt t="121467" x="2879725" y="5356225"/>
          <p14:tracePt t="121475" x="2828925" y="5356225"/>
          <p14:tracePt t="121483" x="2754313" y="5356225"/>
          <p14:tracePt t="121491" x="2690813" y="5356225"/>
          <p14:tracePt t="121499" x="2641600" y="5356225"/>
          <p14:tracePt t="121507" x="2603500" y="5356225"/>
          <p14:tracePt t="121515" x="2578100" y="5356225"/>
          <p14:tracePt t="121555" x="2565400" y="5356225"/>
          <p14:tracePt t="121579" x="2554288" y="5368925"/>
          <p14:tracePt t="121587" x="2541588" y="5394325"/>
          <p14:tracePt t="121595" x="2541588" y="5418138"/>
          <p14:tracePt t="121603" x="2528888" y="5468938"/>
          <p14:tracePt t="121611" x="2528888" y="5481638"/>
          <p14:tracePt t="121619" x="2528888" y="5518150"/>
          <p14:tracePt t="121627" x="2528888" y="5556250"/>
          <p14:tracePt t="121635" x="2528888" y="5568950"/>
          <p14:tracePt t="121644" x="2528888" y="5607050"/>
          <p14:tracePt t="121651" x="2528888" y="5630863"/>
          <p14:tracePt t="121660" x="2541588" y="5656263"/>
          <p14:tracePt t="121667" x="2554288" y="5694363"/>
          <p14:tracePt t="121675" x="2590800" y="5719763"/>
          <p14:tracePt t="121683" x="2616200" y="5768975"/>
          <p14:tracePt t="121691" x="2678113" y="5794375"/>
          <p14:tracePt t="121699" x="2690813" y="5819775"/>
          <p14:tracePt t="121707" x="2728913" y="5819775"/>
          <p14:tracePt t="121716" x="2778125" y="5832475"/>
          <p14:tracePt t="121723" x="2841625" y="5832475"/>
          <p14:tracePt t="121732" x="2890838" y="5832475"/>
          <p14:tracePt t="121739" x="2941638" y="5832475"/>
          <p14:tracePt t="121747" x="2992438" y="5832475"/>
          <p14:tracePt t="121755" x="3054350" y="5807075"/>
          <p14:tracePt t="121763" x="3103563" y="5768975"/>
          <p14:tracePt t="121771" x="3128963" y="5743575"/>
          <p14:tracePt t="121779" x="3141663" y="5719763"/>
          <p14:tracePt t="121787" x="3141663" y="5694363"/>
          <p14:tracePt t="121796" x="3141663" y="5656263"/>
          <p14:tracePt t="121811" x="3128963" y="5619750"/>
          <p14:tracePt t="121819" x="3128963" y="5607050"/>
          <p14:tracePt t="121827" x="3103563" y="5594350"/>
          <p14:tracePt t="121835" x="3079750" y="5568950"/>
          <p14:tracePt t="121844" x="3067050" y="5543550"/>
          <p14:tracePt t="121851" x="3054350" y="5530850"/>
          <p14:tracePt t="121859" x="3041650" y="5518150"/>
          <p14:tracePt t="121867" x="3041650" y="5507038"/>
          <p14:tracePt t="121875" x="3016250" y="5507038"/>
          <p14:tracePt t="121883" x="2992438" y="5507038"/>
          <p14:tracePt t="121891" x="2954338" y="5507038"/>
          <p14:tracePt t="121899" x="2903538" y="5507038"/>
          <p14:tracePt t="121907" x="2828925" y="5507038"/>
          <p14:tracePt t="121916" x="2803525" y="5507038"/>
          <p14:tracePt t="121923" x="2741613" y="5543550"/>
          <p14:tracePt t="121933" x="2728913" y="5568950"/>
          <p14:tracePt t="121945" x="2703513" y="5619750"/>
          <p14:tracePt t="121947" x="2690813" y="5668963"/>
          <p14:tracePt t="121955" x="2678113" y="5707063"/>
          <p14:tracePt t="121963" x="2678113" y="5743575"/>
          <p14:tracePt t="121971" x="2678113" y="5768975"/>
          <p14:tracePt t="121979" x="2678113" y="5794375"/>
          <p14:tracePt t="121987" x="2690813" y="5832475"/>
          <p14:tracePt t="121995" x="2703513" y="5843588"/>
          <p14:tracePt t="122003" x="2754313" y="5881688"/>
          <p14:tracePt t="122011" x="2803525" y="5881688"/>
          <p14:tracePt t="122019" x="2854325" y="5894388"/>
          <p14:tracePt t="122028" x="2928938" y="5894388"/>
          <p14:tracePt t="122035" x="3003550" y="5894388"/>
          <p14:tracePt t="122043" x="3092450" y="5881688"/>
          <p14:tracePt t="122051" x="3154363" y="5843588"/>
          <p14:tracePt t="122059" x="3228975" y="5781675"/>
          <p14:tracePt t="122067" x="3279775" y="5732463"/>
          <p14:tracePt t="122075" x="3305175" y="5707063"/>
          <p14:tracePt t="122083" x="3305175" y="5694363"/>
          <p14:tracePt t="122091" x="3305175" y="5668963"/>
          <p14:tracePt t="122100" x="3305175" y="5643563"/>
          <p14:tracePt t="122107" x="3305175" y="5619750"/>
          <p14:tracePt t="122116" x="3279775" y="5607050"/>
          <p14:tracePt t="122123" x="3241675" y="5594350"/>
          <p14:tracePt t="122132" x="3179763" y="5556250"/>
          <p14:tracePt t="122139" x="3116263" y="5556250"/>
          <p14:tracePt t="122147" x="3016250" y="5556250"/>
          <p14:tracePt t="122155" x="2928938" y="5556250"/>
          <p14:tracePt t="122163" x="2828925" y="5556250"/>
          <p14:tracePt t="122171" x="2741613" y="5568950"/>
          <p14:tracePt t="122179" x="2690813" y="5581650"/>
          <p14:tracePt t="122187" x="2641600" y="5607050"/>
          <p14:tracePt t="122195" x="2628900" y="5630863"/>
          <p14:tracePt t="122203" x="2616200" y="5643563"/>
          <p14:tracePt t="122212" x="2616200" y="5668963"/>
          <p14:tracePt t="122219" x="2616200" y="5707063"/>
          <p14:tracePt t="122227" x="2628900" y="5719763"/>
          <p14:tracePt t="122235" x="2667000" y="5768975"/>
          <p14:tracePt t="122243" x="2678113" y="5794375"/>
          <p14:tracePt t="122252" x="2690813" y="5807075"/>
          <p14:tracePt t="122259" x="2703513" y="5819775"/>
          <p14:tracePt t="122267" x="2728913" y="5856288"/>
          <p14:tracePt t="122291" x="2741613" y="5856288"/>
          <p14:tracePt t="122300" x="2767013" y="5856288"/>
          <p14:tracePt t="122307" x="2778125" y="5856288"/>
          <p14:tracePt t="122315" x="2803525" y="5856288"/>
          <p14:tracePt t="122323" x="2854325" y="5832475"/>
          <p14:tracePt t="122331" x="2903538" y="5794375"/>
          <p14:tracePt t="122339" x="2967038" y="5768975"/>
          <p14:tracePt t="122347" x="3003550" y="5719763"/>
          <p14:tracePt t="122355" x="3041650" y="5668963"/>
          <p14:tracePt t="122363" x="3054350" y="5619750"/>
          <p14:tracePt t="122371" x="3054350" y="5581650"/>
          <p14:tracePt t="122379" x="3054350" y="5568950"/>
          <p14:tracePt t="122387" x="3054350" y="5543550"/>
          <p14:tracePt t="122396" x="3054350" y="5518150"/>
          <p14:tracePt t="122411" x="3041650" y="5494338"/>
          <p14:tracePt t="122484" x="3028950" y="5494338"/>
          <p14:tracePt t="122491" x="3041650" y="5507038"/>
          <p14:tracePt t="122499" x="3067050" y="5530850"/>
          <p14:tracePt t="122507" x="3092450" y="5530850"/>
          <p14:tracePt t="122515" x="3141663" y="5543550"/>
          <p14:tracePt t="122523" x="3216275" y="5543550"/>
          <p14:tracePt t="122531" x="3267075" y="5543550"/>
          <p14:tracePt t="122539" x="3328988" y="5543550"/>
          <p14:tracePt t="122547" x="3367088" y="5543550"/>
          <p14:tracePt t="122555" x="3392488" y="5543550"/>
          <p14:tracePt t="122563" x="3405188" y="5543550"/>
          <p14:tracePt t="122668" x="3417888" y="5543550"/>
          <p14:tracePt t="122843" x="3341688" y="5507038"/>
          <p14:tracePt t="122851" x="3128963" y="5394325"/>
          <p14:tracePt t="122859" x="2967038" y="5305425"/>
          <p14:tracePt t="122867" x="2778125" y="5205413"/>
          <p14:tracePt t="122875" x="2628900" y="5118100"/>
          <p14:tracePt t="122883" x="2541588" y="5018088"/>
          <p14:tracePt t="122891" x="2490788" y="4956175"/>
          <p14:tracePt t="122899" x="2478088" y="4892675"/>
          <p14:tracePt t="122907" x="2478088" y="4818063"/>
          <p14:tracePt t="122915" x="2478088" y="4779963"/>
          <p14:tracePt t="122931" x="2478088" y="4692650"/>
          <p14:tracePt t="122939" x="2478088" y="4656138"/>
          <p14:tracePt t="122948" x="2478088" y="4643438"/>
          <p14:tracePt t="122955" x="2478088" y="4618038"/>
          <p14:tracePt t="122964" x="2478088" y="4605338"/>
          <p14:tracePt t="122979" x="2478088" y="4579938"/>
          <p14:tracePt t="122995" x="2452688" y="4567238"/>
          <p14:tracePt t="123003" x="2416175" y="4567238"/>
          <p14:tracePt t="123011" x="2365375" y="4567238"/>
          <p14:tracePt t="123019" x="2303463" y="4567238"/>
          <p14:tracePt t="123027" x="2228850" y="4567238"/>
          <p14:tracePt t="123036" x="2190750" y="4567238"/>
          <p14:tracePt t="123043" x="2139950" y="4579938"/>
          <p14:tracePt t="123051" x="2090738" y="4592638"/>
          <p14:tracePt t="123059" x="2027238" y="4630738"/>
          <p14:tracePt t="123067" x="2003425" y="4630738"/>
          <p14:tracePt t="123075" x="1990725" y="4643438"/>
          <p14:tracePt t="123083" x="1939925" y="4667250"/>
          <p14:tracePt t="123091" x="1927225" y="4679950"/>
          <p14:tracePt t="123099" x="1914525" y="4705350"/>
          <p14:tracePt t="123107" x="1903413" y="4743450"/>
          <p14:tracePt t="123115" x="1903413" y="4779963"/>
          <p14:tracePt t="123123" x="1903413" y="4818063"/>
          <p14:tracePt t="123131" x="1903413" y="4892675"/>
          <p14:tracePt t="123139" x="1903413" y="4968875"/>
          <p14:tracePt t="123148" x="1914525" y="5043488"/>
          <p14:tracePt t="123155" x="1927225" y="5118100"/>
          <p14:tracePt t="123163" x="1978025" y="5194300"/>
          <p14:tracePt t="123171" x="2039938" y="5268913"/>
          <p14:tracePt t="123179" x="2127250" y="5330825"/>
          <p14:tracePt t="123187" x="2216150" y="5381625"/>
          <p14:tracePt t="123195" x="2339975" y="5418138"/>
          <p14:tracePt t="123203" x="2441575" y="5430838"/>
          <p14:tracePt t="123211" x="2528888" y="5430838"/>
          <p14:tracePt t="123219" x="2616200" y="5430838"/>
          <p14:tracePt t="123227" x="2654300" y="5430838"/>
          <p14:tracePt t="123236" x="2690813" y="5430838"/>
          <p14:tracePt t="123243" x="2728913" y="5381625"/>
          <p14:tracePt t="123251" x="2754313" y="5368925"/>
          <p14:tracePt t="123259" x="2767013" y="5330825"/>
          <p14:tracePt t="123267" x="2767013" y="5268913"/>
          <p14:tracePt t="123275" x="2790825" y="5205413"/>
          <p14:tracePt t="123283" x="2803525" y="5118100"/>
          <p14:tracePt t="123291" x="2803525" y="5030788"/>
          <p14:tracePt t="123299" x="2803525" y="4968875"/>
          <p14:tracePt t="123307" x="2803525" y="4905375"/>
          <p14:tracePt t="123315" x="2778125" y="4868863"/>
          <p14:tracePt t="123323" x="2728913" y="4805363"/>
          <p14:tracePt t="123331" x="2690813" y="4779963"/>
          <p14:tracePt t="123339" x="2628900" y="4768850"/>
          <p14:tracePt t="123348" x="2590800" y="4756150"/>
          <p14:tracePt t="123355" x="2541588" y="4756150"/>
          <p14:tracePt t="123363" x="2503488" y="4756150"/>
          <p14:tracePt t="123371" x="2452688" y="4756150"/>
          <p14:tracePt t="123379" x="2428875" y="4756150"/>
          <p14:tracePt t="123387" x="2365375" y="4779963"/>
          <p14:tracePt t="123395" x="2365375" y="4805363"/>
          <p14:tracePt t="123403" x="2339975" y="4868863"/>
          <p14:tracePt t="123411" x="2339975" y="4918075"/>
          <p14:tracePt t="123420" x="2339975" y="4981575"/>
          <p14:tracePt t="123427" x="2339975" y="5081588"/>
          <p14:tracePt t="123436" x="2339975" y="5156200"/>
          <p14:tracePt t="123443" x="2390775" y="5243513"/>
          <p14:tracePt t="123451" x="2416175" y="5268913"/>
          <p14:tracePt t="123459" x="2452688" y="5343525"/>
          <p14:tracePt t="123467" x="2478088" y="5368925"/>
          <p14:tracePt t="123475" x="2503488" y="5381625"/>
          <p14:tracePt t="123483" x="2541588" y="5394325"/>
          <p14:tracePt t="123491" x="2590800" y="5394325"/>
          <p14:tracePt t="123499" x="2628900" y="5394325"/>
          <p14:tracePt t="123507" x="2703513" y="5356225"/>
          <p14:tracePt t="123515" x="2767013" y="5330825"/>
          <p14:tracePt t="123523" x="2816225" y="5281613"/>
          <p14:tracePt t="123532" x="2890838" y="5205413"/>
          <p14:tracePt t="123539" x="2954338" y="5143500"/>
          <p14:tracePt t="123547" x="2979738" y="5056188"/>
          <p14:tracePt t="123556" x="3016250" y="4943475"/>
          <p14:tracePt t="123563" x="3041650" y="4843463"/>
          <p14:tracePt t="123571" x="3041650" y="4743450"/>
          <p14:tracePt t="123579" x="3054350" y="4679950"/>
          <p14:tracePt t="123587" x="3054350" y="4618038"/>
          <p14:tracePt t="123595" x="3054350" y="4579938"/>
          <p14:tracePt t="123604" x="3028950" y="4554538"/>
          <p14:tracePt t="123611" x="2967038" y="4505325"/>
          <p14:tracePt t="123619" x="2916238" y="4492625"/>
          <p14:tracePt t="123627" x="2803525" y="4467225"/>
          <p14:tracePt t="123635" x="2728913" y="4467225"/>
          <p14:tracePt t="123643" x="2603500" y="4467225"/>
          <p14:tracePt t="123651" x="2490788" y="4467225"/>
          <p14:tracePt t="123659" x="2390775" y="4467225"/>
          <p14:tracePt t="123667" x="2265363" y="4492625"/>
          <p14:tracePt t="123675" x="2165350" y="4567238"/>
          <p14:tracePt t="123683" x="2065338" y="4630738"/>
          <p14:tracePt t="123691" x="1990725" y="4705350"/>
          <p14:tracePt t="123700" x="1939925" y="4818063"/>
          <p14:tracePt t="123707" x="1927225" y="4868863"/>
          <p14:tracePt t="123716" x="1914525" y="4943475"/>
          <p14:tracePt t="123723" x="1914525" y="5005388"/>
          <p14:tracePt t="123731" x="1914525" y="5081588"/>
          <p14:tracePt t="123739" x="1965325" y="5156200"/>
          <p14:tracePt t="123747" x="2003425" y="5194300"/>
          <p14:tracePt t="123756" x="2052638" y="5243513"/>
          <p14:tracePt t="123763" x="2103438" y="5281613"/>
          <p14:tracePt t="123771" x="2152650" y="5294313"/>
          <p14:tracePt t="123779" x="2203450" y="5294313"/>
          <p14:tracePt t="123788" x="2290763" y="5318125"/>
          <p14:tracePt t="123795" x="2416175" y="5318125"/>
          <p14:tracePt t="123803" x="2541588" y="5318125"/>
          <p14:tracePt t="123811" x="2690813" y="5305425"/>
          <p14:tracePt t="123819" x="2828925" y="5256213"/>
          <p14:tracePt t="123827" x="2967038" y="5218113"/>
          <p14:tracePt t="123835" x="3128963" y="5105400"/>
          <p14:tracePt t="123843" x="3241675" y="5068888"/>
          <p14:tracePt t="123851" x="3305175" y="5005388"/>
          <p14:tracePt t="123859" x="3328988" y="4956175"/>
          <p14:tracePt t="123867" x="3328988" y="4930775"/>
          <p14:tracePt t="123875" x="3328988" y="4892675"/>
          <p14:tracePt t="123883" x="3328988" y="4868863"/>
          <p14:tracePt t="123891" x="3328988" y="4830763"/>
          <p14:tracePt t="123900" x="3292475" y="4818063"/>
          <p14:tracePt t="123907" x="3179763" y="4792663"/>
          <p14:tracePt t="123915" x="3054350" y="4768850"/>
          <p14:tracePt t="123923" x="2928938" y="4768850"/>
          <p14:tracePt t="123934" x="2803525" y="4768850"/>
          <p14:tracePt t="123940" x="2728913" y="4768850"/>
          <p14:tracePt t="123947" x="2654300" y="4768850"/>
          <p14:tracePt t="123955" x="2616200" y="4768850"/>
          <p14:tracePt t="123963" x="2603500" y="4779963"/>
          <p14:tracePt t="123988" x="2603500" y="4805363"/>
          <p14:tracePt t="123995" x="2603500" y="4818063"/>
          <p14:tracePt t="124003" x="2628900" y="4843463"/>
          <p14:tracePt t="124011" x="2654300" y="4879975"/>
          <p14:tracePt t="124019" x="2678113" y="4905375"/>
          <p14:tracePt t="124027" x="2690813" y="4956175"/>
          <p14:tracePt t="124035" x="2716213" y="4992688"/>
          <p14:tracePt t="124043" x="2728913" y="5018088"/>
          <p14:tracePt t="124051" x="2728913" y="5043488"/>
          <p14:tracePt t="124067" x="2741613" y="5068888"/>
          <p14:tracePt t="124084" x="2754313" y="5068888"/>
          <p14:tracePt t="124372" x="2767013" y="5068888"/>
          <p14:tracePt t="124603" x="2778125" y="5068888"/>
          <p14:tracePt t="124715" x="2790825" y="5068888"/>
          <p14:tracePt t="124763" x="2803525" y="5068888"/>
          <p14:tracePt t="125019" x="2816225" y="5068888"/>
          <p14:tracePt t="125099" x="2828925" y="5068888"/>
          <p14:tracePt t="125219" x="2841625" y="5068888"/>
          <p14:tracePt t="125627" x="2854325" y="5068888"/>
          <p14:tracePt t="126245" x="2867025" y="5068888"/>
          <p14:tracePt t="126251" x="2867025" y="5056188"/>
          <p14:tracePt t="126267" x="2867025" y="5030788"/>
          <p14:tracePt t="126275" x="2867025" y="5018088"/>
          <p14:tracePt t="126283" x="2867025" y="4992688"/>
          <p14:tracePt t="126291" x="2854325" y="4981575"/>
          <p14:tracePt t="126299" x="2854325" y="4968875"/>
          <p14:tracePt t="126323" x="2854325" y="4956175"/>
          <p14:tracePt t="126340" x="2854325" y="4943475"/>
          <p14:tracePt t="126355" x="2854325" y="4930775"/>
          <p14:tracePt t="126403" x="2867025" y="4918075"/>
          <p14:tracePt t="126419" x="2890838" y="4905375"/>
          <p14:tracePt t="126435" x="2903538" y="4892675"/>
          <p14:tracePt t="126445" x="2916238" y="4892675"/>
          <p14:tracePt t="126508" x="2928938" y="4892675"/>
          <p14:tracePt t="126547" x="2941638" y="4892675"/>
          <p14:tracePt t="126595" x="2954338" y="4879975"/>
          <p14:tracePt t="126619" x="2941638" y="4879975"/>
          <p14:tracePt t="126635" x="2941638" y="4868863"/>
          <p14:tracePt t="126644" x="2941638" y="4856163"/>
          <p14:tracePt t="126803" x="2941638" y="4830763"/>
          <p14:tracePt t="126819" x="2941638" y="4818063"/>
          <p14:tracePt t="126827" x="2954338" y="4818063"/>
          <p14:tracePt t="126907" x="2979738" y="4805363"/>
          <p14:tracePt t="126915" x="3003550" y="4792663"/>
          <p14:tracePt t="126925" x="3016250" y="4768850"/>
          <p14:tracePt t="126931" x="3079750" y="4718050"/>
          <p14:tracePt t="126939" x="3128963" y="4656138"/>
          <p14:tracePt t="126948" x="3216275" y="4579938"/>
          <p14:tracePt t="126955" x="3254375" y="4530725"/>
          <p14:tracePt t="126963" x="3292475" y="4505325"/>
          <p14:tracePt t="126971" x="3328988" y="4443413"/>
          <p14:tracePt t="126980" x="3354388" y="4430713"/>
          <p14:tracePt t="126987" x="3379788" y="4392613"/>
          <p14:tracePt t="126995" x="3417888" y="4341813"/>
          <p14:tracePt t="127003" x="3467100" y="4292600"/>
          <p14:tracePt t="127011" x="3517900" y="4230688"/>
          <p14:tracePt t="127019" x="3630613" y="4154488"/>
          <p14:tracePt t="127027" x="3705225" y="4067175"/>
          <p14:tracePt t="127035" x="3830638" y="3979863"/>
          <p14:tracePt t="127043" x="3917950" y="3879850"/>
          <p14:tracePt t="127051" x="3979863" y="3816350"/>
          <p14:tracePt t="127059" x="4043363" y="3754438"/>
          <p14:tracePt t="127067" x="4081463" y="3716338"/>
          <p14:tracePt t="127075" x="4105275" y="3692525"/>
          <p14:tracePt t="127083" x="4130675" y="3654425"/>
          <p14:tracePt t="127092" x="4156075" y="3641725"/>
          <p14:tracePt t="127099" x="4181475" y="3629025"/>
          <p14:tracePt t="127107" x="4205288" y="3603625"/>
          <p14:tracePt t="127115" x="4243388" y="3603625"/>
          <p14:tracePt t="127123" x="4281488" y="3579813"/>
          <p14:tracePt t="127131" x="4356100" y="3529013"/>
          <p14:tracePt t="127139" x="4456113" y="3467100"/>
          <p14:tracePt t="127148" x="4543425" y="3378200"/>
          <p14:tracePt t="127155" x="4619625" y="3303588"/>
          <p14:tracePt t="127163" x="4668838" y="3228975"/>
          <p14:tracePt t="127171" x="4681538" y="3190875"/>
          <p14:tracePt t="127179" x="4681538" y="3154363"/>
          <p14:tracePt t="127187" x="4681538" y="3128963"/>
          <p14:tracePt t="127195" x="4681538" y="3103563"/>
          <p14:tracePt t="127203" x="4681538" y="3078163"/>
          <p14:tracePt t="127219" x="4681538" y="3054350"/>
          <p14:tracePt t="127227" x="4681538" y="3041650"/>
          <p14:tracePt t="127235" x="4681538" y="3016250"/>
          <p14:tracePt t="127243" x="4681538" y="2978150"/>
          <p14:tracePt t="127251" x="4668838" y="2916238"/>
          <p14:tracePt t="127259" x="4668838" y="2852738"/>
          <p14:tracePt t="127267" x="4656138" y="2803525"/>
          <p14:tracePt t="127276" x="4643438" y="2740025"/>
          <p14:tracePt t="127283" x="4630738" y="2678113"/>
          <p14:tracePt t="127291" x="4630738" y="2665413"/>
          <p14:tracePt t="127299" x="4630738" y="2652713"/>
          <p14:tracePt t="127307" x="4619625" y="2627313"/>
          <p14:tracePt t="127323" x="4606925" y="2603500"/>
          <p14:tracePt t="127339" x="4594225" y="2590800"/>
          <p14:tracePt t="127348" x="4594225" y="2578100"/>
          <p14:tracePt t="127355" x="4594225" y="2552700"/>
          <p14:tracePt t="127363" x="4594225" y="2516188"/>
          <p14:tracePt t="127371" x="4594225" y="2465388"/>
          <p14:tracePt t="127379" x="4594225" y="2390775"/>
          <p14:tracePt t="127387" x="4594225" y="2339975"/>
          <p14:tracePt t="127395" x="4594225" y="2290763"/>
          <p14:tracePt t="127403" x="4594225" y="2252663"/>
          <p14:tracePt t="127411" x="4594225" y="2214563"/>
          <p14:tracePt t="127419" x="4594225" y="2201863"/>
          <p14:tracePt t="127427" x="4556125" y="2165350"/>
          <p14:tracePt t="127443" x="4543425" y="2127250"/>
          <p14:tracePt t="127451" x="4518025" y="2114550"/>
          <p14:tracePt t="127460" x="4518025" y="2101850"/>
          <p14:tracePt t="127467" x="4506913" y="2101850"/>
          <p14:tracePt t="127475" x="4468813" y="2101850"/>
          <p14:tracePt t="127491" x="4456113" y="2101850"/>
          <p14:tracePt t="127499" x="4443413" y="2101850"/>
          <p14:tracePt t="127507" x="4430713" y="2101850"/>
          <p14:tracePt t="127515" x="4406900" y="2101850"/>
          <p14:tracePt t="127523" x="4394200" y="2101850"/>
          <p14:tracePt t="127531" x="4368800" y="2101850"/>
          <p14:tracePt t="127539" x="4356100" y="2101850"/>
          <p14:tracePt t="127549" x="4330700" y="2101850"/>
          <p14:tracePt t="127555" x="4305300" y="2101850"/>
          <p14:tracePt t="127563" x="4281488" y="2101850"/>
          <p14:tracePt t="127571" x="4268788" y="2101850"/>
          <p14:tracePt t="127579" x="4256088" y="2101850"/>
          <p14:tracePt t="127587" x="4243388" y="2101850"/>
          <p14:tracePt t="127595" x="4217988" y="2101850"/>
          <p14:tracePt t="127603" x="4192588" y="2101850"/>
          <p14:tracePt t="127619" x="4181475" y="2101850"/>
          <p14:tracePt t="127627" x="4156075" y="2114550"/>
          <p14:tracePt t="127644" x="4143375" y="2127250"/>
          <p14:tracePt t="127915" x="4181475" y="2114550"/>
          <p14:tracePt t="127923" x="4205288" y="2101850"/>
          <p14:tracePt t="127945" x="4281488" y="2065338"/>
          <p14:tracePt t="127947" x="4318000" y="2039938"/>
          <p14:tracePt t="127955" x="4330700" y="2027238"/>
          <p14:tracePt t="127963" x="4356100" y="2014538"/>
          <p14:tracePt t="127971" x="4368800" y="2001838"/>
          <p14:tracePt t="127979" x="4381500" y="2001838"/>
          <p14:tracePt t="127987" x="4394200" y="2001838"/>
          <p14:tracePt t="128107" x="4368800" y="2027238"/>
          <p14:tracePt t="128115" x="4343400" y="2078038"/>
          <p14:tracePt t="128123" x="4318000" y="2114550"/>
          <p14:tracePt t="128131" x="4305300" y="2152650"/>
          <p14:tracePt t="128139" x="4268788" y="2190750"/>
          <p14:tracePt t="128147" x="4268788" y="2227263"/>
          <p14:tracePt t="128155" x="4256088" y="2278063"/>
          <p14:tracePt t="128163" x="4217988" y="2314575"/>
          <p14:tracePt t="128171" x="4205288" y="2365375"/>
          <p14:tracePt t="128179" x="4168775" y="2427288"/>
          <p14:tracePt t="128187" x="4168775" y="2439988"/>
          <p14:tracePt t="128195" x="4156075" y="2465388"/>
          <p14:tracePt t="128203" x="4156075" y="2478088"/>
          <p14:tracePt t="128284" x="4143375" y="2478088"/>
          <p14:tracePt t="128291" x="4130675" y="2465388"/>
          <p14:tracePt t="128307" x="4130675" y="2452688"/>
          <p14:tracePt t="128315" x="4130675" y="2427288"/>
          <p14:tracePt t="128323" x="4130675" y="2403475"/>
          <p14:tracePt t="128331" x="4130675" y="2390775"/>
          <p14:tracePt t="128339" x="4130675" y="2352675"/>
          <p14:tracePt t="128347" x="4130675" y="2314575"/>
          <p14:tracePt t="128355" x="4130675" y="2303463"/>
          <p14:tracePt t="128363" x="4143375" y="2278063"/>
          <p14:tracePt t="128371" x="4143375" y="2265363"/>
          <p14:tracePt t="128379" x="4143375" y="2252663"/>
          <p14:tracePt t="128396" x="4143375" y="2227263"/>
          <p14:tracePt t="128403" x="4156075" y="2227263"/>
          <p14:tracePt t="128459" x="4168775" y="2214563"/>
          <p14:tracePt t="128475" x="4181475" y="2214563"/>
          <p14:tracePt t="128491" x="4205288" y="2201863"/>
          <p14:tracePt t="128507" x="4217988" y="2190750"/>
          <p14:tracePt t="128564" x="4230688" y="2178050"/>
          <p14:tracePt t="128579" x="4243388" y="2165350"/>
          <p14:tracePt t="128587" x="4268788" y="2139950"/>
          <p14:tracePt t="128596" x="4294188" y="2127250"/>
          <p14:tracePt t="128603" x="4305300" y="2114550"/>
          <p14:tracePt t="128619" x="4318000" y="2101850"/>
          <p14:tracePt t="128635" x="4330700" y="2101850"/>
          <p14:tracePt t="128668" x="4330700" y="2089150"/>
          <p14:tracePt t="128683" x="4343400" y="2078038"/>
          <p14:tracePt t="128699" x="4356100" y="2078038"/>
          <p14:tracePt t="128723" x="4368800" y="2065338"/>
          <p14:tracePt t="128771" x="4381500" y="2065338"/>
          <p14:tracePt t="128780" x="4406900" y="2065338"/>
          <p14:tracePt t="128787" x="4418013" y="2065338"/>
          <p14:tracePt t="128795" x="4443413" y="2065338"/>
          <p14:tracePt t="128811" x="4468813" y="2065338"/>
          <p14:tracePt t="128827" x="4481513" y="2065338"/>
          <p14:tracePt t="128859" x="4506913" y="2078038"/>
          <p14:tracePt t="128867" x="4518025" y="2078038"/>
          <p14:tracePt t="128883" x="4530725" y="2078038"/>
          <p14:tracePt t="128891" x="4543425" y="2078038"/>
          <p14:tracePt t="128899" x="4568825" y="2101850"/>
          <p14:tracePt t="128915" x="4594225" y="2101850"/>
          <p14:tracePt t="128923" x="4606925" y="2101850"/>
          <p14:tracePt t="128931" x="4656138" y="2114550"/>
          <p14:tracePt t="128939" x="4694238" y="2114550"/>
          <p14:tracePt t="128948" x="4756150" y="2114550"/>
          <p14:tracePt t="128955" x="4806950" y="2114550"/>
          <p14:tracePt t="128964" x="4881563" y="2114550"/>
          <p14:tracePt t="128971" x="4932363" y="2114550"/>
          <p14:tracePt t="128979" x="4981575" y="2114550"/>
          <p14:tracePt t="128987" x="5032375" y="2114550"/>
          <p14:tracePt t="128995" x="5068888" y="2114550"/>
          <p14:tracePt t="129003" x="5081588" y="2114550"/>
          <p14:tracePt t="129011" x="5094288" y="2114550"/>
          <p14:tracePt t="129203" x="5106988" y="2127250"/>
          <p14:tracePt t="129211" x="5119688" y="2139950"/>
          <p14:tracePt t="129220" x="5145088" y="2152650"/>
          <p14:tracePt t="129227" x="5157788" y="2178050"/>
          <p14:tracePt t="129237" x="5194300" y="2201863"/>
          <p14:tracePt t="129243" x="5232400" y="2214563"/>
          <p14:tracePt t="129251" x="5294313" y="2265363"/>
          <p14:tracePt t="129259" x="5357813" y="2314575"/>
          <p14:tracePt t="129267" x="5432425" y="2390775"/>
          <p14:tracePt t="129275" x="5507038" y="2439988"/>
          <p14:tracePt t="129283" x="5595938" y="2516188"/>
          <p14:tracePt t="129291" x="5645150" y="2578100"/>
          <p14:tracePt t="129299" x="5708650" y="2627313"/>
          <p14:tracePt t="129307" x="5770563" y="2728913"/>
          <p14:tracePt t="129315" x="5821363" y="2828925"/>
          <p14:tracePt t="129323" x="5870575" y="2941638"/>
          <p14:tracePt t="129332" x="5895975" y="3065463"/>
          <p14:tracePt t="129339" x="5932488" y="3216275"/>
          <p14:tracePt t="129347" x="5983288" y="3354388"/>
          <p14:tracePt t="129355" x="6034088" y="3529013"/>
          <p14:tracePt t="129363" x="6083300" y="3629025"/>
          <p14:tracePt t="129371" x="6108700" y="3703638"/>
          <p14:tracePt t="129379" x="6146800" y="3779838"/>
          <p14:tracePt t="129387" x="6170613" y="3829050"/>
          <p14:tracePt t="129395" x="6196013" y="3854450"/>
          <p14:tracePt t="129403" x="6196013" y="3867150"/>
          <p14:tracePt t="129411" x="6196013" y="3879850"/>
          <p14:tracePt t="129420" x="6196013" y="3892550"/>
          <p14:tracePt t="129427" x="6196013" y="3905250"/>
          <p14:tracePt t="129435" x="6196013" y="3916363"/>
          <p14:tracePt t="129443" x="6196013" y="3929063"/>
          <p14:tracePt t="129451" x="6196013" y="3954463"/>
          <p14:tracePt t="129459" x="6196013" y="3979863"/>
          <p14:tracePt t="129467" x="6196013" y="4017963"/>
          <p14:tracePt t="129475" x="6170613" y="4054475"/>
          <p14:tracePt t="129483" x="6146800" y="4079875"/>
          <p14:tracePt t="129491" x="6121400" y="4129088"/>
          <p14:tracePt t="129499" x="6108700" y="4154488"/>
          <p14:tracePt t="129507" x="6045200" y="4179888"/>
          <p14:tracePt t="129516" x="6008688" y="4192588"/>
          <p14:tracePt t="129533" x="5995988" y="4192588"/>
          <p14:tracePt t="129539" x="5970588" y="4205288"/>
          <p14:tracePt t="129979" x="6021388" y="4154488"/>
          <p14:tracePt t="129988" x="6034088" y="4067175"/>
          <p14:tracePt t="129995" x="6070600" y="3954463"/>
          <p14:tracePt t="130003" x="6070600" y="3867150"/>
          <p14:tracePt t="130011" x="6070600" y="3741738"/>
          <p14:tracePt t="130019" x="6070600" y="3629025"/>
          <p14:tracePt t="130027" x="6070600" y="3516313"/>
          <p14:tracePt t="130035" x="6034088" y="3378200"/>
          <p14:tracePt t="130043" x="5983288" y="3228975"/>
          <p14:tracePt t="130051" x="5921375" y="3065463"/>
          <p14:tracePt t="130059" x="5870575" y="2952750"/>
          <p14:tracePt t="130067" x="5783263" y="2828925"/>
          <p14:tracePt t="130075" x="5695950" y="2716213"/>
          <p14:tracePt t="130084" x="5607050" y="2616200"/>
          <p14:tracePt t="130091" x="5519738" y="2552700"/>
          <p14:tracePt t="130099" x="5445125" y="2503488"/>
          <p14:tracePt t="130107" x="5332413" y="2452688"/>
          <p14:tracePt t="130115" x="5219700" y="2403475"/>
          <p14:tracePt t="130123" x="5106988" y="2352675"/>
          <p14:tracePt t="130131" x="5006975" y="2303463"/>
          <p14:tracePt t="130140" x="4932363" y="2265363"/>
          <p14:tracePt t="130147" x="4868863" y="2227263"/>
          <p14:tracePt t="130155" x="4794250" y="2178050"/>
          <p14:tracePt t="130163" x="4743450" y="2152650"/>
          <p14:tracePt t="130172" x="4656138" y="2089150"/>
          <p14:tracePt t="130179" x="4619625" y="2052638"/>
          <p14:tracePt t="130187" x="4556125" y="2001838"/>
          <p14:tracePt t="130195" x="4494213" y="1965325"/>
          <p14:tracePt t="130203" x="4443413" y="1927225"/>
          <p14:tracePt t="130211" x="4406900" y="1914525"/>
          <p14:tracePt t="130219" x="4356100" y="1889125"/>
          <p14:tracePt t="130227" x="4330700" y="1876425"/>
          <p14:tracePt t="130235" x="4305300" y="1852613"/>
          <p14:tracePt t="130243" x="4281488" y="1839913"/>
          <p14:tracePt t="130251" x="4256088" y="1839913"/>
          <p14:tracePt t="130259" x="4230688" y="1839913"/>
          <p14:tracePt t="130268" x="4205288" y="1814513"/>
          <p14:tracePt t="130275" x="4192588" y="1814513"/>
          <p14:tracePt t="130284" x="4168775" y="1814513"/>
          <p14:tracePt t="130291" x="4156075" y="1814513"/>
          <p14:tracePt t="130299" x="4130675" y="1814513"/>
          <p14:tracePt t="130307" x="4105275" y="1814513"/>
          <p14:tracePt t="130315" x="4092575" y="1814513"/>
          <p14:tracePt t="130323" x="4081463" y="1814513"/>
          <p14:tracePt t="130331" x="4068763" y="1814513"/>
          <p14:tracePt t="130340" x="4043363" y="1814513"/>
          <p14:tracePt t="130347" x="4030663" y="1827213"/>
          <p14:tracePt t="130355" x="3992563" y="1889125"/>
          <p14:tracePt t="130363" x="3979863" y="1914525"/>
          <p14:tracePt t="130371" x="3979863" y="1952625"/>
          <p14:tracePt t="130379" x="3979863" y="1989138"/>
          <p14:tracePt t="130387" x="3979863" y="2014538"/>
          <p14:tracePt t="130395" x="3979863" y="2065338"/>
          <p14:tracePt t="130403" x="3979863" y="2089150"/>
          <p14:tracePt t="130411" x="3979863" y="2127250"/>
          <p14:tracePt t="130419" x="4005263" y="2152650"/>
          <p14:tracePt t="130427" x="4056063" y="2165350"/>
          <p14:tracePt t="130435" x="4105275" y="2178050"/>
          <p14:tracePt t="130443" x="4156075" y="2178050"/>
          <p14:tracePt t="130452" x="4243388" y="2201863"/>
          <p14:tracePt t="130459" x="4281488" y="2201863"/>
          <p14:tracePt t="130468" x="4368800" y="2201863"/>
          <p14:tracePt t="130475" x="4430713" y="2201863"/>
          <p14:tracePt t="130483" x="4481513" y="2201863"/>
          <p14:tracePt t="130491" x="4556125" y="2190750"/>
          <p14:tracePt t="130499" x="4630738" y="2139950"/>
          <p14:tracePt t="130507" x="4668838" y="2127250"/>
          <p14:tracePt t="130515" x="4732338" y="2089150"/>
          <p14:tracePt t="130523" x="4743450" y="2078038"/>
          <p14:tracePt t="130541" x="4768850" y="2052638"/>
          <p14:tracePt t="130555" x="4768850" y="2039938"/>
          <p14:tracePt t="130571" x="4768850" y="2014538"/>
          <p14:tracePt t="130579" x="4756150" y="2014538"/>
          <p14:tracePt t="130611" x="4743450" y="2014538"/>
          <p14:tracePt t="131292" x="4756150" y="2014538"/>
          <p14:tracePt t="131363" x="4781550" y="2014538"/>
          <p14:tracePt t="131371" x="4794250" y="2027238"/>
          <p14:tracePt t="131379" x="4819650" y="2039938"/>
          <p14:tracePt t="131387" x="4856163" y="2065338"/>
          <p14:tracePt t="131395" x="4906963" y="2101850"/>
          <p14:tracePt t="131404" x="4981575" y="2139950"/>
          <p14:tracePt t="131411" x="5057775" y="2190750"/>
          <p14:tracePt t="131419" x="5181600" y="2265363"/>
          <p14:tracePt t="131427" x="5319713" y="2314575"/>
          <p14:tracePt t="131435" x="5495925" y="2390775"/>
          <p14:tracePt t="131443" x="5732463" y="2452688"/>
          <p14:tracePt t="131451" x="5921375" y="2490788"/>
          <p14:tracePt t="131459" x="6170613" y="2578100"/>
          <p14:tracePt t="131467" x="6346825" y="2616200"/>
          <p14:tracePt t="131476" x="6496050" y="2640013"/>
          <p14:tracePt t="131483" x="6608763" y="2665413"/>
          <p14:tracePt t="131491" x="6734175" y="2690813"/>
          <p14:tracePt t="131499" x="6784975" y="2690813"/>
          <p14:tracePt t="131507" x="6834188" y="2690813"/>
          <p14:tracePt t="131515" x="6859588" y="2703513"/>
          <p14:tracePt t="131523" x="6872288" y="2703513"/>
          <p14:tracePt t="131595" x="6884988" y="2703513"/>
          <p14:tracePt t="131603" x="6897688" y="2703513"/>
          <p14:tracePt t="131619" x="6897688" y="2690813"/>
          <p14:tracePt t="131635" x="6897688" y="2665413"/>
          <p14:tracePt t="131643" x="6872288" y="2640013"/>
          <p14:tracePt t="131651" x="6834188" y="2627313"/>
          <p14:tracePt t="131659" x="6759575" y="2603500"/>
          <p14:tracePt t="131667" x="6621463" y="2578100"/>
          <p14:tracePt t="131675" x="6483350" y="2527300"/>
          <p14:tracePt t="131683" x="6334125" y="2490788"/>
          <p14:tracePt t="131691" x="6183313" y="2452688"/>
          <p14:tracePt t="131699" x="6008688" y="2390775"/>
          <p14:tracePt t="131707" x="5857875" y="2352675"/>
          <p14:tracePt t="131715" x="5719763" y="2303463"/>
          <p14:tracePt t="131723" x="5570538" y="2278063"/>
          <p14:tracePt t="131731" x="5445125" y="2227263"/>
          <p14:tracePt t="131739" x="5357813" y="2214563"/>
          <p14:tracePt t="131747" x="5281613" y="2178050"/>
          <p14:tracePt t="131755" x="5245100" y="2178050"/>
          <p14:tracePt t="131763" x="5219700" y="2165350"/>
          <p14:tracePt t="131772" x="5194300" y="2152650"/>
          <p14:tracePt t="131779" x="5170488" y="2152650"/>
          <p14:tracePt t="131787" x="5170488" y="2139950"/>
          <p14:tracePt t="131795" x="5157788" y="2139950"/>
          <p14:tracePt t="131803" x="5145088" y="2127250"/>
          <p14:tracePt t="131811" x="5145088" y="2114550"/>
          <p14:tracePt t="131819" x="5119688" y="2101850"/>
          <p14:tracePt t="131827" x="5106988" y="2089150"/>
          <p14:tracePt t="131835" x="5068888" y="2089150"/>
          <p14:tracePt t="131844" x="5045075" y="2078038"/>
          <p14:tracePt t="131851" x="5006975" y="2065338"/>
          <p14:tracePt t="131859" x="4981575" y="2052638"/>
          <p14:tracePt t="131867" x="4968875" y="2052638"/>
          <p14:tracePt t="131875" x="4932363" y="2039938"/>
          <p14:tracePt t="131883" x="4906963" y="2027238"/>
          <p14:tracePt t="131891" x="4881563" y="2027238"/>
          <p14:tracePt t="131899" x="4856163" y="2014538"/>
          <p14:tracePt t="131907" x="4843463" y="2001838"/>
          <p14:tracePt t="131915" x="4832350" y="2001838"/>
          <p14:tracePt t="131923" x="4806950" y="2001838"/>
          <p14:tracePt t="131940" x="4732338" y="1989138"/>
          <p14:tracePt t="131947" x="4656138" y="1965325"/>
          <p14:tracePt t="131956" x="4568825" y="1952625"/>
          <p14:tracePt t="131963" x="4494213" y="1952625"/>
          <p14:tracePt t="131972" x="4406900" y="1939925"/>
          <p14:tracePt t="131979" x="4330700" y="1927225"/>
          <p14:tracePt t="131987" x="4268788" y="1927225"/>
          <p14:tracePt t="131995" x="4205288" y="1901825"/>
          <p14:tracePt t="132003" x="4181475" y="1901825"/>
          <p14:tracePt t="132139" x="4168775" y="1901825"/>
          <p14:tracePt t="132163" x="4168775" y="1914525"/>
          <p14:tracePt t="132179" x="4181475" y="1927225"/>
          <p14:tracePt t="132203" x="4192588" y="1927225"/>
          <p14:tracePt t="132211" x="4205288" y="1939925"/>
          <p14:tracePt t="132219" x="4217988" y="1952625"/>
          <p14:tracePt t="132228" x="4230688" y="1952625"/>
          <p14:tracePt t="132235" x="4243388" y="1952625"/>
          <p14:tracePt t="132244" x="4268788" y="1978025"/>
          <p14:tracePt t="132251" x="4330700" y="1989138"/>
          <p14:tracePt t="132259" x="4368800" y="1989138"/>
          <p14:tracePt t="132267" x="4456113" y="2014538"/>
          <p14:tracePt t="132275" x="4518025" y="2014538"/>
          <p14:tracePt t="132283" x="4619625" y="2014538"/>
          <p14:tracePt t="132291" x="4719638" y="2014538"/>
          <p14:tracePt t="132299" x="4832350" y="2014538"/>
          <p14:tracePt t="132307" x="4956175" y="2014538"/>
          <p14:tracePt t="132315" x="5045075" y="2014538"/>
          <p14:tracePt t="132323" x="5132388" y="2001838"/>
          <p14:tracePt t="132331" x="5194300" y="1989138"/>
          <p14:tracePt t="132340" x="5232400" y="1989138"/>
          <p14:tracePt t="132347" x="5245100" y="1989138"/>
          <p14:tracePt t="132355" x="5281613" y="1978025"/>
          <p14:tracePt t="132371" x="5294313" y="1978025"/>
          <p14:tracePt t="132403" x="5319713" y="1978025"/>
          <p14:tracePt t="132435" x="5332413" y="1978025"/>
          <p14:tracePt t="132451" x="5357813" y="1978025"/>
          <p14:tracePt t="132467" x="5394325" y="1978025"/>
          <p14:tracePt t="132475" x="5419725" y="1978025"/>
          <p14:tracePt t="132483" x="5457825" y="1978025"/>
          <p14:tracePt t="132491" x="5507038" y="1978025"/>
          <p14:tracePt t="132499" x="5557838" y="1965325"/>
          <p14:tracePt t="132507" x="5607050" y="1965325"/>
          <p14:tracePt t="132515" x="5657850" y="1952625"/>
          <p14:tracePt t="132524" x="5695950" y="1952625"/>
          <p14:tracePt t="132531" x="5719763" y="1952625"/>
          <p14:tracePt t="132539" x="5757863" y="1927225"/>
          <p14:tracePt t="132611" x="5783263" y="1927225"/>
          <p14:tracePt t="132659" x="5808663" y="1914525"/>
          <p14:tracePt t="132787" x="5821363" y="1914525"/>
          <p14:tracePt t="133299" x="5832475" y="1914525"/>
          <p14:tracePt t="133363" x="5845175" y="1914525"/>
          <p14:tracePt t="133403" x="5857875" y="1914525"/>
          <p14:tracePt t="133443" x="5870575" y="1914525"/>
          <p14:tracePt t="133476" x="5895975" y="1914525"/>
          <p14:tracePt t="133483" x="5908675" y="1914525"/>
          <p14:tracePt t="133491" x="5932488" y="1914525"/>
          <p14:tracePt t="133499" x="5957888" y="1927225"/>
          <p14:tracePt t="133507" x="6008688" y="1952625"/>
          <p14:tracePt t="133515" x="6057900" y="1978025"/>
          <p14:tracePt t="133523" x="6121400" y="2001838"/>
          <p14:tracePt t="133531" x="6183313" y="2027238"/>
          <p14:tracePt t="133539" x="6221413" y="2027238"/>
          <p14:tracePt t="133549" x="6246813" y="2027238"/>
          <p14:tracePt t="133563" x="6259513" y="2027238"/>
          <p14:tracePt t="133707" x="6259513" y="2039938"/>
          <p14:tracePt t="133716" x="6259513" y="2065338"/>
          <p14:tracePt t="133723" x="6259513" y="2101850"/>
          <p14:tracePt t="133731" x="6259513" y="2114550"/>
          <p14:tracePt t="133739" x="6246813" y="2165350"/>
          <p14:tracePt t="133748" x="6234113" y="2239963"/>
          <p14:tracePt t="133755" x="6134100" y="2352675"/>
          <p14:tracePt t="133763" x="6057900" y="2439988"/>
          <p14:tracePt t="133771" x="5970588" y="2503488"/>
          <p14:tracePt t="133779" x="5857875" y="2590800"/>
          <p14:tracePt t="133787" x="5770563" y="2640013"/>
          <p14:tracePt t="133795" x="5683250" y="2678113"/>
          <p14:tracePt t="133803" x="5632450" y="2690813"/>
          <p14:tracePt t="133811" x="5607050" y="2690813"/>
          <p14:tracePt t="133819" x="5595938" y="2690813"/>
          <p14:tracePt t="133827" x="5583238" y="2690813"/>
          <p14:tracePt t="133859" x="5570538" y="2690813"/>
          <p14:tracePt t="133899" x="5557838" y="2690813"/>
          <p14:tracePt t="133907" x="5545138" y="2703513"/>
          <p14:tracePt t="133923" x="5507038" y="2703513"/>
          <p14:tracePt t="133931" x="5483225" y="2703513"/>
          <p14:tracePt t="133939" x="5457825" y="2703513"/>
          <p14:tracePt t="133947" x="5419725" y="2703513"/>
          <p14:tracePt t="133955" x="5407025" y="2703513"/>
          <p14:tracePt t="133963" x="5383213" y="2703513"/>
          <p14:tracePt t="133971" x="5345113" y="2690813"/>
          <p14:tracePt t="133979" x="5332413" y="2690813"/>
          <p14:tracePt t="133987" x="5332413" y="2678113"/>
          <p14:tracePt t="133995" x="5307013" y="2678113"/>
          <p14:tracePt t="134003" x="5294313" y="2678113"/>
          <p14:tracePt t="134043" x="5281613" y="2665413"/>
          <p14:tracePt t="134051" x="5270500" y="2652713"/>
          <p14:tracePt t="134380" x="5281613" y="2640013"/>
          <p14:tracePt t="134387" x="5319713" y="2640013"/>
          <p14:tracePt t="134395" x="5345113" y="2640013"/>
          <p14:tracePt t="134403" x="5419725" y="2640013"/>
          <p14:tracePt t="134411" x="5507038" y="2640013"/>
          <p14:tracePt t="134419" x="5632450" y="2640013"/>
          <p14:tracePt t="134427" x="5770563" y="2640013"/>
          <p14:tracePt t="134435" x="5895975" y="2640013"/>
          <p14:tracePt t="134443" x="6034088" y="2640013"/>
          <p14:tracePt t="134451" x="6146800" y="2640013"/>
          <p14:tracePt t="134459" x="6234113" y="2640013"/>
          <p14:tracePt t="134467" x="6321425" y="2640013"/>
          <p14:tracePt t="134475" x="6370638" y="2640013"/>
          <p14:tracePt t="134484" x="6383338" y="2640013"/>
          <p14:tracePt t="134491" x="6396038" y="2640013"/>
          <p14:tracePt t="134499" x="6408738" y="2640013"/>
          <p14:tracePt t="134531" x="6421438" y="2627313"/>
          <p14:tracePt t="134539" x="6434138" y="2627313"/>
          <p14:tracePt t="134547" x="6459538" y="2627313"/>
          <p14:tracePt t="134555" x="6472238" y="2627313"/>
          <p14:tracePt t="134563" x="6483350" y="2627313"/>
          <p14:tracePt t="134571" x="6496050" y="2627313"/>
          <p14:tracePt t="134579" x="6508750" y="2627313"/>
          <p14:tracePt t="134691" x="6521450" y="2627313"/>
          <p14:tracePt t="134763" x="6534150" y="2627313"/>
          <p14:tracePt t="134859" x="6546850" y="2616200"/>
          <p14:tracePt t="134891" x="6559550" y="2616200"/>
          <p14:tracePt t="135883" x="6572250" y="2616200"/>
          <p14:tracePt t="136379" x="6483350" y="2616200"/>
          <p14:tracePt t="136387" x="6421438" y="2616200"/>
          <p14:tracePt t="136395" x="6334125" y="2616200"/>
          <p14:tracePt t="136403" x="6234113" y="2616200"/>
          <p14:tracePt t="136411" x="6083300" y="2590800"/>
          <p14:tracePt t="136419" x="5908675" y="2565400"/>
          <p14:tracePt t="136427" x="5708650" y="2527300"/>
          <p14:tracePt t="136435" x="5470525" y="2452688"/>
          <p14:tracePt t="136443" x="5370513" y="2427288"/>
          <p14:tracePt t="136452" x="5257800" y="2390775"/>
          <p14:tracePt t="136459" x="5170488" y="2378075"/>
          <p14:tracePt t="136468" x="5119688" y="2365375"/>
          <p14:tracePt t="136475" x="5106988" y="2365375"/>
          <p14:tracePt t="136499" x="5094288" y="2365375"/>
          <p14:tracePt t="136515" x="5068888" y="2365375"/>
          <p14:tracePt t="136523" x="5057775" y="2365375"/>
          <p14:tracePt t="136531" x="5019675" y="2365375"/>
          <p14:tracePt t="136540" x="4932363" y="2365375"/>
          <p14:tracePt t="136547" x="4868863" y="2365375"/>
          <p14:tracePt t="136555" x="4743450" y="2365375"/>
          <p14:tracePt t="136563" x="4643438" y="2365375"/>
          <p14:tracePt t="136571" x="4530725" y="2365375"/>
          <p14:tracePt t="136579" x="4418013" y="2365375"/>
          <p14:tracePt t="136587" x="4318000" y="2327275"/>
          <p14:tracePt t="136595" x="4217988" y="2327275"/>
          <p14:tracePt t="136603" x="4156075" y="2314575"/>
          <p14:tracePt t="136611" x="4092575" y="2303463"/>
          <p14:tracePt t="136619" x="4056063" y="2303463"/>
          <p14:tracePt t="136627" x="4043363" y="2303463"/>
          <p14:tracePt t="136939" x="4105275" y="2303463"/>
          <p14:tracePt t="136947" x="4181475" y="2303463"/>
          <p14:tracePt t="136955" x="4268788" y="2303463"/>
          <p14:tracePt t="136963" x="4330700" y="2303463"/>
          <p14:tracePt t="136971" x="4394200" y="2303463"/>
          <p14:tracePt t="136979" x="4456113" y="2303463"/>
          <p14:tracePt t="136987" x="4506913" y="2303463"/>
          <p14:tracePt t="136995" x="4530725" y="2303463"/>
          <p14:tracePt t="137003" x="4556125" y="2303463"/>
          <p14:tracePt t="137011" x="4581525" y="2303463"/>
          <p14:tracePt t="137020" x="4594225" y="2303463"/>
          <p14:tracePt t="137043" x="4619625" y="2303463"/>
          <p14:tracePt t="137051" x="4643438" y="2303463"/>
          <p14:tracePt t="137060" x="4681538" y="2314575"/>
          <p14:tracePt t="137075" x="4706938" y="2314575"/>
          <p14:tracePt t="137091" x="4706938" y="2327275"/>
          <p14:tracePt t="137099" x="4706938" y="2352675"/>
          <p14:tracePt t="137107" x="4706938" y="2378075"/>
          <p14:tracePt t="137115" x="4668838" y="2403475"/>
          <p14:tracePt t="137123" x="4643438" y="2414588"/>
          <p14:tracePt t="137307" x="4619625" y="2352675"/>
          <p14:tracePt t="137315" x="4619625" y="2327275"/>
          <p14:tracePt t="137323" x="4619625" y="2303463"/>
          <p14:tracePt t="137331" x="4630738" y="2303463"/>
          <p14:tracePt t="137347" x="4643438" y="2303463"/>
          <p14:tracePt t="137371" x="4656138" y="2303463"/>
          <p14:tracePt t="137379" x="4668838" y="2290763"/>
          <p14:tracePt t="137395" x="4681538" y="2278063"/>
          <p14:tracePt t="137411" x="4694238" y="2278063"/>
          <p14:tracePt t="137419" x="4732338" y="2252663"/>
          <p14:tracePt t="137443" x="4732338" y="2239963"/>
          <p14:tracePt t="137459" x="4732338" y="2214563"/>
          <p14:tracePt t="137467" x="4732338" y="2201863"/>
          <p14:tracePt t="137491" x="4732338" y="2178050"/>
          <p14:tracePt t="137507" x="4719638" y="2165350"/>
          <p14:tracePt t="137523" x="4706938" y="2165350"/>
          <p14:tracePt t="137555" x="4694238" y="2165350"/>
          <p14:tracePt t="137563" x="4681538" y="2165350"/>
          <p14:tracePt t="137572" x="4668838" y="2165350"/>
          <p14:tracePt t="137588" x="4656138" y="2165350"/>
          <p14:tracePt t="137595" x="4643438" y="2165350"/>
          <p14:tracePt t="137603" x="4630738" y="2165350"/>
          <p14:tracePt t="137611" x="4619625" y="2165350"/>
          <p14:tracePt t="137619" x="4594225" y="2165350"/>
          <p14:tracePt t="137635" x="4581525" y="2165350"/>
          <p14:tracePt t="137644" x="4556125" y="2165350"/>
          <p14:tracePt t="137651" x="4543425" y="2165350"/>
          <p14:tracePt t="137659" x="4530725" y="2165350"/>
          <p14:tracePt t="137667" x="4494213" y="2165350"/>
          <p14:tracePt t="137675" x="4456113" y="2165350"/>
          <p14:tracePt t="137683" x="4430713" y="2165350"/>
          <p14:tracePt t="137691" x="4394200" y="2165350"/>
          <p14:tracePt t="137699" x="4356100" y="2165350"/>
          <p14:tracePt t="137707" x="4305300" y="2178050"/>
          <p14:tracePt t="137715" x="4294188" y="2178050"/>
          <p14:tracePt t="137723" x="4268788" y="2178050"/>
          <p14:tracePt t="137731" x="4230688" y="2201863"/>
          <p14:tracePt t="137739" x="4217988" y="2214563"/>
          <p14:tracePt t="137747" x="4192588" y="2214563"/>
          <p14:tracePt t="137755" x="4181475" y="2227263"/>
          <p14:tracePt t="137763" x="4168775" y="2239963"/>
          <p14:tracePt t="137772" x="4156075" y="2252663"/>
          <p14:tracePt t="137787" x="4143375" y="2252663"/>
          <p14:tracePt t="137803" x="4117975" y="2252663"/>
          <p14:tracePt t="137811" x="4105275" y="2252663"/>
          <p14:tracePt t="137819" x="4081463" y="2265363"/>
          <p14:tracePt t="137827" x="4068763" y="2265363"/>
          <p14:tracePt t="137835" x="4056063" y="2265363"/>
          <p14:tracePt t="137844" x="4030663" y="2278063"/>
          <p14:tracePt t="137851" x="4005263" y="2290763"/>
          <p14:tracePt t="137859" x="3979863" y="2303463"/>
          <p14:tracePt t="137867" x="3968750" y="2303463"/>
          <p14:tracePt t="137875" x="3930650" y="2339975"/>
          <p14:tracePt t="137891" x="3930650" y="2365375"/>
          <p14:tracePt t="137907" x="3930650" y="2378075"/>
          <p14:tracePt t="137940" x="3968750" y="2427288"/>
          <p14:tracePt t="137947" x="3992563" y="2452688"/>
          <p14:tracePt t="137956" x="4030663" y="2465388"/>
          <p14:tracePt t="137963" x="4081463" y="2478088"/>
          <p14:tracePt t="137971" x="4130675" y="2478088"/>
          <p14:tracePt t="137979" x="4256088" y="2527300"/>
          <p14:tracePt t="137987" x="4356100" y="2527300"/>
          <p14:tracePt t="137995" x="4481513" y="2527300"/>
          <p14:tracePt t="138003" x="4656138" y="2527300"/>
          <p14:tracePt t="138011" x="4819650" y="2527300"/>
          <p14:tracePt t="138019" x="4994275" y="2527300"/>
          <p14:tracePt t="138027" x="5145088" y="2527300"/>
          <p14:tracePt t="138035" x="5294313" y="2527300"/>
          <p14:tracePt t="138044" x="5432425" y="2527300"/>
          <p14:tracePt t="138051" x="5545138" y="2527300"/>
          <p14:tracePt t="138059" x="5645150" y="2527300"/>
          <p14:tracePt t="138067" x="5732463" y="2527300"/>
          <p14:tracePt t="138075" x="5832475" y="2527300"/>
          <p14:tracePt t="138083" x="5921375" y="2516188"/>
          <p14:tracePt t="138091" x="5983288" y="2503488"/>
          <p14:tracePt t="138099" x="6096000" y="2490788"/>
          <p14:tracePt t="138107" x="6208713" y="2465388"/>
          <p14:tracePt t="138115" x="6283325" y="2452688"/>
          <p14:tracePt t="138123" x="6370638" y="2452688"/>
          <p14:tracePt t="138131" x="6434138" y="2427288"/>
          <p14:tracePt t="138139" x="6483350" y="2403475"/>
          <p14:tracePt t="138147" x="6508750" y="2390775"/>
          <p14:tracePt t="138156" x="6521450" y="2390775"/>
          <p14:tracePt t="138171" x="6534150" y="2378075"/>
          <p14:tracePt t="138179" x="6534150" y="2365375"/>
          <p14:tracePt t="138195" x="6534150" y="2352675"/>
          <p14:tracePt t="138203" x="6534150" y="2327275"/>
          <p14:tracePt t="138211" x="6534150" y="2303463"/>
          <p14:tracePt t="138219" x="6534150" y="2265363"/>
          <p14:tracePt t="138227" x="6508750" y="2227263"/>
          <p14:tracePt t="138235" x="6496050" y="2201863"/>
          <p14:tracePt t="138244" x="6472238" y="2152650"/>
          <p14:tracePt t="138251" x="6434138" y="2127250"/>
          <p14:tracePt t="138259" x="6383338" y="2089150"/>
          <p14:tracePt t="138267" x="6283325" y="2052638"/>
          <p14:tracePt t="138275" x="6196013" y="2027238"/>
          <p14:tracePt t="138283" x="6070600" y="1978025"/>
          <p14:tracePt t="138291" x="5932488" y="1965325"/>
          <p14:tracePt t="138299" x="5808663" y="1939925"/>
          <p14:tracePt t="138307" x="5670550" y="1914525"/>
          <p14:tracePt t="138315" x="5519738" y="1914525"/>
          <p14:tracePt t="138323" x="5383213" y="1914525"/>
          <p14:tracePt t="138331" x="5257800" y="1914525"/>
          <p14:tracePt t="138340" x="5132388" y="1914525"/>
          <p14:tracePt t="138347" x="5006975" y="1914525"/>
          <p14:tracePt t="138355" x="4868863" y="1914525"/>
          <p14:tracePt t="138363" x="4768850" y="1914525"/>
          <p14:tracePt t="138371" x="4681538" y="1914525"/>
          <p14:tracePt t="138379" x="4619625" y="1927225"/>
          <p14:tracePt t="138387" x="4530725" y="1939925"/>
          <p14:tracePt t="138395" x="4468813" y="1952625"/>
          <p14:tracePt t="138403" x="4443413" y="1978025"/>
          <p14:tracePt t="138411" x="4418013" y="1978025"/>
          <p14:tracePt t="138419" x="4394200" y="2001838"/>
          <p14:tracePt t="138427" x="4368800" y="2014538"/>
          <p14:tracePt t="138435" x="4356100" y="2039938"/>
          <p14:tracePt t="138443" x="4330700" y="2039938"/>
          <p14:tracePt t="138451" x="4294188" y="2089150"/>
          <p14:tracePt t="138459" x="4281488" y="2101850"/>
          <p14:tracePt t="138467" x="4256088" y="2127250"/>
          <p14:tracePt t="138475" x="4217988" y="2165350"/>
          <p14:tracePt t="138483" x="4192588" y="2190750"/>
          <p14:tracePt t="138491" x="4168775" y="2227263"/>
          <p14:tracePt t="138499" x="4143375" y="2252663"/>
          <p14:tracePt t="138507" x="4117975" y="2278063"/>
          <p14:tracePt t="138515" x="4117975" y="2303463"/>
          <p14:tracePt t="138524" x="4105275" y="2314575"/>
          <p14:tracePt t="138531" x="4105275" y="2327275"/>
          <p14:tracePt t="138539" x="4105275" y="2339975"/>
          <p14:tracePt t="138707" x="4105275" y="2352675"/>
          <p14:tracePt t="138723" x="4105275" y="2365375"/>
          <p14:tracePt t="138739" x="4117975" y="2365375"/>
          <p14:tracePt t="138747" x="4130675" y="2365375"/>
          <p14:tracePt t="138755" x="4143375" y="2365375"/>
          <p14:tracePt t="138771" x="4156075" y="2365375"/>
          <p14:tracePt t="138780" x="4168775" y="2365375"/>
          <p14:tracePt t="138787" x="4181475" y="2365375"/>
          <p14:tracePt t="138795" x="4192588" y="2365375"/>
          <p14:tracePt t="138803" x="4205288" y="2365375"/>
          <p14:tracePt t="138811" x="4243388" y="2365375"/>
          <p14:tracePt t="138819" x="4268788" y="2365375"/>
          <p14:tracePt t="138827" x="4305300" y="2365375"/>
          <p14:tracePt t="138835" x="4343400" y="2365375"/>
          <p14:tracePt t="138843" x="4368800" y="2365375"/>
          <p14:tracePt t="138851" x="4394200" y="2365375"/>
          <p14:tracePt t="138859" x="4406900" y="2365375"/>
          <p14:tracePt t="139115" x="4430713" y="2390775"/>
          <p14:tracePt t="139123" x="4468813" y="2390775"/>
          <p14:tracePt t="139131" x="4518025" y="2403475"/>
          <p14:tracePt t="139139" x="4556125" y="2403475"/>
          <p14:tracePt t="139147" x="4606925" y="2403475"/>
          <p14:tracePt t="139155" x="4681538" y="2403475"/>
          <p14:tracePt t="139163" x="4719638" y="2403475"/>
          <p14:tracePt t="139171" x="4768850" y="2403475"/>
          <p14:tracePt t="139179" x="4806950" y="2403475"/>
          <p14:tracePt t="139187" x="4856163" y="2403475"/>
          <p14:tracePt t="139195" x="4868863" y="2403475"/>
          <p14:tracePt t="139203" x="4906963" y="2403475"/>
          <p14:tracePt t="139211" x="4945063" y="2403475"/>
          <p14:tracePt t="139219" x="4956175" y="2403475"/>
          <p14:tracePt t="139227" x="4968875" y="2403475"/>
          <p14:tracePt t="139243" x="4981575" y="2403475"/>
          <p14:tracePt t="139251" x="4994275" y="2403475"/>
          <p14:tracePt t="139260" x="5006975" y="2403475"/>
          <p14:tracePt t="139267" x="5032375" y="2403475"/>
          <p14:tracePt t="139276" x="5045075" y="2403475"/>
          <p14:tracePt t="139283" x="5068888" y="2403475"/>
          <p14:tracePt t="139291" x="5094288" y="2403475"/>
          <p14:tracePt t="139299" x="5119688" y="2403475"/>
          <p14:tracePt t="139363" x="5132388" y="2403475"/>
          <p14:tracePt t="139371" x="5145088" y="2403475"/>
          <p14:tracePt t="139379" x="5157788" y="2403475"/>
          <p14:tracePt t="139395" x="5170488" y="2403475"/>
          <p14:tracePt t="139403" x="5181600" y="2403475"/>
          <p14:tracePt t="139411" x="5194300" y="2403475"/>
          <p14:tracePt t="139419" x="5207000" y="2403475"/>
          <p14:tracePt t="139427" x="5219700" y="2403475"/>
          <p14:tracePt t="139435" x="5232400" y="2403475"/>
          <p14:tracePt t="139443" x="5270500" y="2403475"/>
          <p14:tracePt t="139451" x="5294313" y="2403475"/>
          <p14:tracePt t="139460" x="5307013" y="2403475"/>
          <p14:tracePt t="139467" x="5319713" y="2403475"/>
          <p14:tracePt t="139475" x="5345113" y="2414588"/>
          <p14:tracePt t="139483" x="5370513" y="2414588"/>
          <p14:tracePt t="139499" x="5394325" y="2414588"/>
          <p14:tracePt t="139507" x="5407025" y="2414588"/>
          <p14:tracePt t="139515" x="5445125" y="2414588"/>
          <p14:tracePt t="139523" x="5470525" y="2414588"/>
          <p14:tracePt t="139531" x="5495925" y="2414588"/>
          <p14:tracePt t="139539" x="5519738" y="2414588"/>
          <p14:tracePt t="139548" x="5545138" y="2414588"/>
          <p14:tracePt t="139555" x="5570538" y="2414588"/>
          <p14:tracePt t="139563" x="5595938" y="2414588"/>
          <p14:tracePt t="139571" x="5632450" y="2414588"/>
          <p14:tracePt t="139579" x="5645150" y="2414588"/>
          <p14:tracePt t="139587" x="5670550" y="2414588"/>
          <p14:tracePt t="139595" x="5695950" y="2414588"/>
          <p14:tracePt t="139603" x="5708650" y="2414588"/>
          <p14:tracePt t="139611" x="5745163" y="2414588"/>
          <p14:tracePt t="139627" x="5757863" y="2414588"/>
          <p14:tracePt t="139675" x="5770563" y="2414588"/>
          <p14:tracePt t="139683" x="5783263" y="2414588"/>
          <p14:tracePt t="139691" x="5795963" y="2414588"/>
          <p14:tracePt t="139699" x="5821363" y="2414588"/>
          <p14:tracePt t="139707" x="5832475" y="2414588"/>
          <p14:tracePt t="139723" x="5870575" y="2414588"/>
          <p14:tracePt t="139731" x="5895975" y="2414588"/>
          <p14:tracePt t="139739" x="5908675" y="2414588"/>
          <p14:tracePt t="139748" x="5921375" y="2414588"/>
          <p14:tracePt t="139755" x="5945188" y="2414588"/>
          <p14:tracePt t="139787" x="5957888" y="2414588"/>
          <p14:tracePt t="139803" x="5970588" y="2414588"/>
          <p14:tracePt t="139811" x="5983288" y="2414588"/>
          <p14:tracePt t="139827" x="6008688" y="2414588"/>
          <p14:tracePt t="139835" x="6021388" y="2414588"/>
          <p14:tracePt t="139859" x="6034088" y="2414588"/>
          <p14:tracePt t="139916" x="6045200" y="2414588"/>
          <p14:tracePt t="139923" x="6057900" y="2414588"/>
          <p14:tracePt t="139931" x="6096000" y="2414588"/>
          <p14:tracePt t="139939" x="6121400" y="2414588"/>
          <p14:tracePt t="139947" x="6146800" y="2414588"/>
          <p14:tracePt t="139955" x="6183313" y="2414588"/>
          <p14:tracePt t="139971" x="6208713" y="2414588"/>
          <p14:tracePt t="140131" x="6221413" y="2414588"/>
          <p14:tracePt t="140163" x="6234113" y="2414588"/>
          <p14:tracePt t="140267" x="6246813" y="2414588"/>
          <p14:tracePt t="140307" x="6259513" y="2414588"/>
          <p14:tracePt t="140339" x="6270625" y="2414588"/>
          <p14:tracePt t="140347" x="6283325" y="2414588"/>
          <p14:tracePt t="140355" x="6308725" y="2414588"/>
          <p14:tracePt t="140363" x="6334125" y="2414588"/>
          <p14:tracePt t="140371" x="6359525" y="2414588"/>
          <p14:tracePt t="140379" x="6383338" y="2414588"/>
          <p14:tracePt t="140396" x="6396038" y="2414588"/>
          <p14:tracePt t="140403" x="6408738" y="2414588"/>
          <p14:tracePt t="140411" x="6421438" y="2414588"/>
          <p14:tracePt t="140427" x="6446838" y="2414588"/>
          <p14:tracePt t="140443" x="6483350" y="2414588"/>
          <p14:tracePt t="140459" x="6483350" y="2403475"/>
          <p14:tracePt t="140467" x="6496050" y="2403475"/>
          <p14:tracePt t="140483" x="6508750" y="2390775"/>
          <p14:tracePt t="140547" x="6508750" y="2378075"/>
          <p14:tracePt t="140595" x="6521450" y="2365375"/>
          <p14:tracePt t="140603" x="6546850" y="2365375"/>
          <p14:tracePt t="140611" x="6596063" y="2365375"/>
          <p14:tracePt t="140619" x="6634163" y="2365375"/>
          <p14:tracePt t="140627" x="6684963" y="2365375"/>
          <p14:tracePt t="140635" x="6708775" y="2365375"/>
          <p14:tracePt t="140643" x="6772275" y="2365375"/>
          <p14:tracePt t="140652" x="6846888" y="2365375"/>
          <p14:tracePt t="140659" x="6872288" y="2365375"/>
          <p14:tracePt t="140667" x="6910388" y="2365375"/>
          <p14:tracePt t="140675" x="6946900" y="2365375"/>
          <p14:tracePt t="140683" x="6959600" y="2365375"/>
          <p14:tracePt t="140771" x="6985000" y="2365375"/>
          <p14:tracePt t="140779" x="6997700" y="2365375"/>
          <p14:tracePt t="140787" x="7021513" y="2365375"/>
          <p14:tracePt t="140795" x="7034213" y="2365375"/>
          <p14:tracePt t="140803" x="7059613" y="2365375"/>
          <p14:tracePt t="140811" x="7072313" y="2365375"/>
          <p14:tracePt t="140867" x="7085013" y="2365375"/>
          <p14:tracePt t="140875" x="7110413" y="2365375"/>
          <p14:tracePt t="140883" x="7146925" y="2365375"/>
          <p14:tracePt t="140891" x="7172325" y="2365375"/>
          <p14:tracePt t="140899" x="7223125" y="2365375"/>
          <p14:tracePt t="140907" x="7246938" y="2365375"/>
          <p14:tracePt t="140915" x="7259638" y="2365375"/>
          <p14:tracePt t="140923" x="7285038" y="2365375"/>
          <p14:tracePt t="140931" x="7297738" y="2365375"/>
          <p14:tracePt t="140947" x="7310438" y="2365375"/>
          <p14:tracePt t="140995" x="7323138" y="2365375"/>
          <p14:tracePt t="141003" x="7335838" y="2365375"/>
          <p14:tracePt t="141011" x="7359650" y="2365375"/>
          <p14:tracePt t="141019" x="7385050" y="2365375"/>
          <p14:tracePt t="141027" x="7423150" y="2365375"/>
          <p14:tracePt t="141043" x="7435850" y="2365375"/>
          <p14:tracePt t="141091" x="7448550" y="2365375"/>
          <p14:tracePt t="141148" x="7459663" y="2365375"/>
          <p14:tracePt t="141195" x="7472363" y="2365375"/>
          <p14:tracePt t="141267" x="7485063" y="2365375"/>
          <p14:tracePt t="141291" x="7497763" y="2365375"/>
          <p14:tracePt t="141307" x="7510463" y="2365375"/>
          <p14:tracePt t="141323" x="7535863" y="2365375"/>
          <p14:tracePt t="141331" x="7561263" y="2365375"/>
          <p14:tracePt t="141347" x="7635875" y="2365375"/>
          <p14:tracePt t="141355" x="7673975" y="2365375"/>
          <p14:tracePt t="141363" x="7710488" y="2365375"/>
          <p14:tracePt t="141371" x="7735888" y="2365375"/>
          <p14:tracePt t="141379" x="7748588" y="2365375"/>
          <p14:tracePt t="141387" x="7761288" y="2365375"/>
          <p14:tracePt t="141411" x="7773988" y="2365375"/>
          <p14:tracePt t="141427" x="7785100" y="2365375"/>
          <p14:tracePt t="141435" x="7797800" y="2365375"/>
          <p14:tracePt t="141451" x="7810500" y="2365375"/>
          <p14:tracePt t="141467" x="7823200" y="2365375"/>
          <p14:tracePt t="141475" x="7835900" y="2365375"/>
          <p14:tracePt t="141499" x="7861300" y="2352675"/>
          <p14:tracePt t="141523" x="7874000" y="2339975"/>
          <p14:tracePt t="141539" x="7886700" y="2339975"/>
          <p14:tracePt t="141547" x="7897813" y="2339975"/>
          <p14:tracePt t="141555" x="7910513" y="2339975"/>
          <p14:tracePt t="141563" x="7923213" y="2339975"/>
          <p14:tracePt t="141571" x="7935913" y="2339975"/>
          <p14:tracePt t="141579" x="7948613" y="2339975"/>
          <p14:tracePt t="141587" x="7961313" y="2339975"/>
          <p14:tracePt t="141595" x="7974013" y="2339975"/>
          <p14:tracePt t="141603" x="7986713" y="2339975"/>
          <p14:tracePt t="141747" x="7999413" y="2339975"/>
          <p14:tracePt t="141883" x="8010525" y="2339975"/>
          <p14:tracePt t="141891" x="8035925" y="2327275"/>
          <p14:tracePt t="141907" x="8048625" y="2314575"/>
          <p14:tracePt t="141934" x="8061325" y="2314575"/>
          <p14:tracePt t="142115" x="8035925" y="2314575"/>
          <p14:tracePt t="142131" x="8023225" y="2314575"/>
          <p14:tracePt t="142139" x="7999413" y="2314575"/>
          <p14:tracePt t="142147" x="7986713" y="2314575"/>
          <p14:tracePt t="142156" x="7961313" y="2314575"/>
          <p14:tracePt t="142163" x="7935913" y="2314575"/>
          <p14:tracePt t="142171" x="7910513" y="2314575"/>
          <p14:tracePt t="142179" x="7861300" y="2314575"/>
          <p14:tracePt t="142187" x="7785100" y="2314575"/>
          <p14:tracePt t="142195" x="7723188" y="2314575"/>
          <p14:tracePt t="142203" x="7623175" y="2314575"/>
          <p14:tracePt t="142211" x="7497763" y="2327275"/>
          <p14:tracePt t="142219" x="7385050" y="2352675"/>
          <p14:tracePt t="142227" x="7246938" y="2365375"/>
          <p14:tracePt t="142235" x="7097713" y="2390775"/>
          <p14:tracePt t="142243" x="6934200" y="2390775"/>
          <p14:tracePt t="142251" x="6708775" y="2390775"/>
          <p14:tracePt t="142259" x="6396038" y="2390775"/>
          <p14:tracePt t="142268" x="6196013" y="2390775"/>
          <p14:tracePt t="142275" x="6008688" y="2390775"/>
          <p14:tracePt t="142282" x="5857875" y="2390775"/>
          <p14:tracePt t="142291" x="5719763" y="2390775"/>
          <p14:tracePt t="142299" x="5619750" y="2390775"/>
          <p14:tracePt t="142307" x="5557838" y="2390775"/>
          <p14:tracePt t="142314" x="5507038" y="2390775"/>
          <p14:tracePt t="142323" x="5495925" y="2390775"/>
          <p14:tracePt t="142339" x="5483225" y="2390775"/>
          <p14:tracePt t="142347" x="5470525" y="2390775"/>
          <p14:tracePt t="142356" x="5457825" y="2390775"/>
          <p14:tracePt t="142363" x="5419725" y="2390775"/>
          <p14:tracePt t="142371" x="5357813" y="2390775"/>
          <p14:tracePt t="142379" x="5270500" y="2403475"/>
          <p14:tracePt t="142387" x="5181600" y="2403475"/>
          <p14:tracePt t="142395" x="5094288" y="2403475"/>
          <p14:tracePt t="142403" x="5006975" y="2414588"/>
          <p14:tracePt t="142411" x="4932363" y="2414588"/>
          <p14:tracePt t="142419" x="4832350" y="2414588"/>
          <p14:tracePt t="142427" x="4743450" y="2414588"/>
          <p14:tracePt t="142435" x="4643438" y="2414588"/>
          <p14:tracePt t="142443" x="4581525" y="2414588"/>
          <p14:tracePt t="142451" x="4506913" y="2414588"/>
          <p14:tracePt t="142459" x="4456113" y="2427288"/>
          <p14:tracePt t="142468" x="4418013" y="2427288"/>
          <p14:tracePt t="142475" x="4368800" y="2439988"/>
          <p14:tracePt t="142483" x="4330700" y="2452688"/>
          <p14:tracePt t="142499" x="4318000" y="2465388"/>
          <p14:tracePt t="142531" x="4294188" y="2465388"/>
          <p14:tracePt t="142547" x="4281488" y="2490788"/>
          <p14:tracePt t="142563" x="4268788" y="2490788"/>
          <p14:tracePt t="142571" x="4268788" y="2503488"/>
          <p14:tracePt t="142579" x="4256088" y="2503488"/>
          <p14:tracePt t="142587" x="4256088" y="2516188"/>
          <p14:tracePt t="142603" x="4256088" y="2527300"/>
          <p14:tracePt t="142627" x="4256088" y="2540000"/>
          <p14:tracePt t="142643" x="4256088" y="2552700"/>
          <p14:tracePt t="142667" x="4256088" y="2565400"/>
          <p14:tracePt t="142675" x="4256088" y="2578100"/>
          <p14:tracePt t="142707" x="4256088" y="2590800"/>
          <p14:tracePt t="142723" x="4256088" y="2603500"/>
          <p14:tracePt t="142739" x="4268788" y="2603500"/>
          <p14:tracePt t="142747" x="4294188" y="2616200"/>
          <p14:tracePt t="142755" x="4318000" y="2616200"/>
          <p14:tracePt t="142763" x="4343400" y="2627313"/>
          <p14:tracePt t="142771" x="4381500" y="2627313"/>
          <p14:tracePt t="142779" x="4430713" y="2627313"/>
          <p14:tracePt t="142787" x="4506913" y="2627313"/>
          <p14:tracePt t="142795" x="4556125" y="2627313"/>
          <p14:tracePt t="142803" x="4630738" y="2627313"/>
          <p14:tracePt t="142811" x="4706938" y="2627313"/>
          <p14:tracePt t="142819" x="4768850" y="2627313"/>
          <p14:tracePt t="142827" x="4843463" y="2627313"/>
          <p14:tracePt t="142836" x="4919663" y="2627313"/>
          <p14:tracePt t="142843" x="4968875" y="2627313"/>
          <p14:tracePt t="142851" x="5032375" y="2627313"/>
          <p14:tracePt t="142859" x="5057775" y="2627313"/>
          <p14:tracePt t="142867" x="5081588" y="2627313"/>
          <p14:tracePt t="142883" x="5094288" y="2627313"/>
          <p14:tracePt t="142899" x="5106988" y="2627313"/>
          <p14:tracePt t="142907" x="5132388" y="2627313"/>
          <p14:tracePt t="142915" x="5170488" y="2627313"/>
          <p14:tracePt t="142923" x="5194300" y="2627313"/>
          <p14:tracePt t="142937" x="5232400" y="2640013"/>
          <p14:tracePt t="142939" x="5281613" y="2652713"/>
          <p14:tracePt t="142947" x="5332413" y="2652713"/>
          <p14:tracePt t="142955" x="5407025" y="2665413"/>
          <p14:tracePt t="142963" x="5445125" y="2665413"/>
          <p14:tracePt t="142971" x="5483225" y="2665413"/>
          <p14:tracePt t="142979" x="5519738" y="2665413"/>
          <p14:tracePt t="142987" x="5532438" y="2665413"/>
          <p14:tracePt t="142995" x="5557838" y="2665413"/>
          <p14:tracePt t="143003" x="5583238" y="2665413"/>
          <p14:tracePt t="143011" x="5607050" y="2665413"/>
          <p14:tracePt t="143020" x="5619750" y="2665413"/>
          <p14:tracePt t="143027" x="5657850" y="2665413"/>
          <p14:tracePt t="143035" x="5683250" y="2665413"/>
          <p14:tracePt t="143043" x="5732463" y="2665413"/>
          <p14:tracePt t="143051" x="5783263" y="2665413"/>
          <p14:tracePt t="143060" x="5857875" y="2652713"/>
          <p14:tracePt t="143067" x="5908675" y="2640013"/>
          <p14:tracePt t="143075" x="5932488" y="2640013"/>
          <p14:tracePt t="143083" x="5957888" y="2627313"/>
          <p14:tracePt t="143139" x="5995988" y="2627313"/>
          <p14:tracePt t="143147" x="6057900" y="2627313"/>
          <p14:tracePt t="143155" x="6121400" y="2627313"/>
          <p14:tracePt t="143163" x="6246813" y="2627313"/>
          <p14:tracePt t="143171" x="6321425" y="2627313"/>
          <p14:tracePt t="143179" x="6446838" y="2627313"/>
          <p14:tracePt t="143187" x="6496050" y="2603500"/>
          <p14:tracePt t="143195" x="6559550" y="2590800"/>
          <p14:tracePt t="143203" x="6584950" y="2590800"/>
          <p14:tracePt t="143211" x="6596063" y="2590800"/>
          <p14:tracePt t="143243" x="6608763" y="2578100"/>
          <p14:tracePt t="143251" x="6608763" y="2552700"/>
          <p14:tracePt t="143267" x="6634163" y="2527300"/>
          <p14:tracePt t="143275" x="6634163" y="2503488"/>
          <p14:tracePt t="143283" x="6659563" y="2478088"/>
          <p14:tracePt t="143291" x="6684963" y="2452688"/>
          <p14:tracePt t="143299" x="6696075" y="2439988"/>
          <p14:tracePt t="143307" x="6708775" y="2403475"/>
          <p14:tracePt t="143315" x="6721475" y="2390775"/>
          <p14:tracePt t="143323" x="6721475" y="2378075"/>
          <p14:tracePt t="143331" x="6721475" y="2365375"/>
          <p14:tracePt t="143339" x="6721475" y="2352675"/>
          <p14:tracePt t="143347" x="6721475" y="2339975"/>
          <p14:tracePt t="143355" x="6721475" y="2327275"/>
          <p14:tracePt t="143371" x="6696075" y="2314575"/>
          <p14:tracePt t="143379" x="6672263" y="2314575"/>
          <p14:tracePt t="143387" x="6634163" y="2314575"/>
          <p14:tracePt t="143395" x="6584950" y="2314575"/>
          <p14:tracePt t="143404" x="6521450" y="2314575"/>
          <p14:tracePt t="143411" x="6446838" y="2314575"/>
          <p14:tracePt t="143419" x="6359525" y="2314575"/>
          <p14:tracePt t="143427" x="6296025" y="2314575"/>
          <p14:tracePt t="143435" x="6196013" y="2314575"/>
          <p14:tracePt t="143443" x="6096000" y="2314575"/>
          <p14:tracePt t="143451" x="5995988" y="2314575"/>
          <p14:tracePt t="143459" x="5895975" y="2314575"/>
          <p14:tracePt t="143467" x="5808663" y="2314575"/>
          <p14:tracePt t="143475" x="5708650" y="2314575"/>
          <p14:tracePt t="143483" x="5657850" y="2314575"/>
          <p14:tracePt t="143491" x="5583238" y="2314575"/>
          <p14:tracePt t="143499" x="5545138" y="2314575"/>
          <p14:tracePt t="143507" x="5519738" y="2314575"/>
          <p14:tracePt t="143515" x="5495925" y="2314575"/>
          <p14:tracePt t="143523" x="5483225" y="2314575"/>
          <p14:tracePt t="143539" x="5470525" y="2314575"/>
          <p14:tracePt t="143547" x="5457825" y="2314575"/>
          <p14:tracePt t="143555" x="5445125" y="2314575"/>
          <p14:tracePt t="143563" x="5407025" y="2314575"/>
          <p14:tracePt t="143571" x="5383213" y="2339975"/>
          <p14:tracePt t="143579" x="5345113" y="2339975"/>
          <p14:tracePt t="143588" x="5307013" y="2339975"/>
          <p14:tracePt t="143595" x="5257800" y="2339975"/>
          <p14:tracePt t="143603" x="5219700" y="2339975"/>
          <p14:tracePt t="143611" x="5181600" y="2339975"/>
          <p14:tracePt t="143619" x="5170488" y="2339975"/>
          <p14:tracePt t="143627" x="5145088" y="2339975"/>
          <p14:tracePt t="143635" x="5132388" y="2339975"/>
          <p14:tracePt t="143643" x="5119688" y="2339975"/>
          <p14:tracePt t="143651" x="5106988" y="2352675"/>
          <p14:tracePt t="143667" x="5094288" y="2352675"/>
          <p14:tracePt t="143683" x="5068888" y="2365375"/>
          <p14:tracePt t="143699" x="5045075" y="2378075"/>
          <p14:tracePt t="143707" x="5045075" y="2390775"/>
          <p14:tracePt t="143715" x="5032375" y="2390775"/>
          <p14:tracePt t="143723" x="5019675" y="2403475"/>
          <p14:tracePt t="143731" x="4994275" y="2414588"/>
          <p14:tracePt t="143739" x="4968875" y="2427288"/>
          <p14:tracePt t="143747" x="4956175" y="2439988"/>
          <p14:tracePt t="143755" x="4932363" y="2439988"/>
          <p14:tracePt t="143772" x="4919663" y="2452688"/>
          <p14:tracePt t="143811" x="4919663" y="2465388"/>
          <p14:tracePt t="143818" x="4919663" y="2478088"/>
          <p14:tracePt t="143827" x="4932363" y="2503488"/>
          <p14:tracePt t="143835" x="4956175" y="2516188"/>
          <p14:tracePt t="143844" x="4968875" y="2516188"/>
          <p14:tracePt t="143851" x="5045075" y="2552700"/>
          <p14:tracePt t="143859" x="5081588" y="2565400"/>
          <p14:tracePt t="143867" x="5132388" y="2590800"/>
          <p14:tracePt t="143875" x="5207000" y="2603500"/>
          <p14:tracePt t="143883" x="5257800" y="2616200"/>
          <p14:tracePt t="143891" x="5357813" y="2627313"/>
          <p14:tracePt t="143899" x="5432425" y="2627313"/>
          <p14:tracePt t="143907" x="5495925" y="2627313"/>
          <p14:tracePt t="143915" x="5595938" y="2627313"/>
          <p14:tracePt t="143939" x="5770563" y="2627313"/>
          <p14:tracePt t="143947" x="5808663" y="2627313"/>
          <p14:tracePt t="143956" x="5845175" y="2627313"/>
          <p14:tracePt t="143963" x="5870575" y="2627313"/>
          <p14:tracePt t="143971" x="5921375" y="2627313"/>
          <p14:tracePt t="143979" x="5970588" y="2627313"/>
          <p14:tracePt t="143986" x="6045200" y="2627313"/>
          <p14:tracePt t="143995" x="6108700" y="2627313"/>
          <p14:tracePt t="144003" x="6183313" y="2627313"/>
          <p14:tracePt t="144011" x="6246813" y="2627313"/>
          <p14:tracePt t="144019" x="6308725" y="2627313"/>
          <p14:tracePt t="144027" x="6359525" y="2627313"/>
          <p14:tracePt t="144035" x="6396038" y="2627313"/>
          <p14:tracePt t="144044" x="6434138" y="2627313"/>
          <p14:tracePt t="144091" x="6446838" y="2627313"/>
          <p14:tracePt t="144099" x="6483350" y="2627313"/>
          <p14:tracePt t="144107" x="6534150" y="2627313"/>
          <p14:tracePt t="144115" x="6608763" y="2627313"/>
          <p14:tracePt t="144123" x="6646863" y="2627313"/>
          <p14:tracePt t="144131" x="6684963" y="2627313"/>
          <p14:tracePt t="144139" x="6721475" y="2627313"/>
          <p14:tracePt t="144147" x="6734175" y="2627313"/>
          <p14:tracePt t="145195" x="6746875" y="2627313"/>
          <p14:tracePt t="145203" x="6784975" y="2640013"/>
          <p14:tracePt t="145211" x="6808788" y="2665413"/>
          <p14:tracePt t="145219" x="6821488" y="2678113"/>
          <p14:tracePt t="145227" x="6846888" y="2703513"/>
          <p14:tracePt t="145235" x="6872288" y="2716213"/>
          <p14:tracePt t="145243" x="6897688" y="2728913"/>
          <p14:tracePt t="145251" x="6934200" y="2752725"/>
          <p14:tracePt t="145259" x="6959600" y="2765425"/>
          <p14:tracePt t="145267" x="6985000" y="2765425"/>
          <p14:tracePt t="145276" x="7010400" y="2778125"/>
          <p14:tracePt t="145291" x="7021513" y="2790825"/>
          <p14:tracePt t="145307" x="7034213" y="2790825"/>
          <p14:tracePt t="145355" x="7046913" y="2790825"/>
          <p14:tracePt t="145371" x="7072313" y="2790825"/>
          <p14:tracePt t="145379" x="7072313" y="2778125"/>
          <p14:tracePt t="145387" x="7097713" y="2752725"/>
          <p14:tracePt t="145395" x="7123113" y="2740025"/>
          <p14:tracePt t="145403" x="7123113" y="2728913"/>
          <p14:tracePt t="145411" x="7123113" y="2703513"/>
          <p14:tracePt t="145419" x="7123113" y="2678113"/>
          <p14:tracePt t="145427" x="7123113" y="2665413"/>
          <p14:tracePt t="145435" x="7123113" y="2652713"/>
          <p14:tracePt t="145443" x="7123113" y="2616200"/>
          <p14:tracePt t="145451" x="7110413" y="2616200"/>
          <p14:tracePt t="145467" x="7097713" y="2616200"/>
          <p14:tracePt t="145474" x="7085013" y="2603500"/>
          <p14:tracePt t="145595" x="7097713" y="2603500"/>
          <p14:tracePt t="145603" x="7159625" y="2603500"/>
          <p14:tracePt t="145611" x="7223125" y="2616200"/>
          <p14:tracePt t="145619" x="7323138" y="2616200"/>
          <p14:tracePt t="145627" x="7385050" y="2640013"/>
          <p14:tracePt t="145635" x="7485063" y="2640013"/>
          <p14:tracePt t="145644" x="7535863" y="2640013"/>
          <p14:tracePt t="145651" x="7597775" y="2640013"/>
          <p14:tracePt t="145659" x="7610475" y="2640013"/>
          <p14:tracePt t="145667" x="7661275" y="2640013"/>
          <p14:tracePt t="145675" x="7673975" y="2627313"/>
          <p14:tracePt t="145683" x="7685088" y="2627313"/>
          <p14:tracePt t="145690" x="7735888" y="2603500"/>
          <p14:tracePt t="145699" x="7761288" y="2603500"/>
          <p14:tracePt t="145707" x="7810500" y="2590800"/>
          <p14:tracePt t="145715" x="7848600" y="2590800"/>
          <p14:tracePt t="145723" x="7886700" y="2590800"/>
          <p14:tracePt t="145731" x="7910513" y="2578100"/>
          <p14:tracePt t="145739" x="7923213" y="2578100"/>
          <p14:tracePt t="145819" x="7935913" y="2578100"/>
          <p14:tracePt t="145867" x="7948613" y="2578100"/>
          <p14:tracePt t="145875" x="7961313" y="2578100"/>
          <p14:tracePt t="146068" x="7910513" y="2590800"/>
          <p14:tracePt t="146075" x="7723188" y="2603500"/>
          <p14:tracePt t="146083" x="7535863" y="2640013"/>
          <p14:tracePt t="146091" x="7172325" y="2703513"/>
          <p14:tracePt t="146100" x="6759575" y="2740025"/>
          <p14:tracePt t="146107" x="6472238" y="2752725"/>
          <p14:tracePt t="146115" x="6170613" y="2752725"/>
          <p14:tracePt t="146123" x="5932488" y="2752725"/>
          <p14:tracePt t="146131" x="5745163" y="2752725"/>
          <p14:tracePt t="146139" x="5557838" y="2752725"/>
          <p14:tracePt t="146147" x="5383213" y="2752725"/>
          <p14:tracePt t="146155" x="5194300" y="2752725"/>
          <p14:tracePt t="146163" x="5057775" y="2752725"/>
          <p14:tracePt t="146171" x="4945063" y="2752725"/>
          <p14:tracePt t="146179" x="4832350" y="2752725"/>
          <p14:tracePt t="146187" x="4732338" y="2752725"/>
          <p14:tracePt t="146195" x="4630738" y="2752725"/>
          <p14:tracePt t="146203" x="4543425" y="2752725"/>
          <p14:tracePt t="146212" x="4481513" y="2752725"/>
          <p14:tracePt t="146219" x="4443413" y="2752725"/>
          <p14:tracePt t="146227" x="4394200" y="2752725"/>
          <p14:tracePt t="146235" x="4368800" y="2752725"/>
          <p14:tracePt t="146243" x="4356100" y="2752725"/>
          <p14:tracePt t="146251" x="4318000" y="2752725"/>
          <p14:tracePt t="146259" x="4305300" y="2752725"/>
          <p14:tracePt t="146267" x="4294188" y="2752725"/>
          <p14:tracePt t="146275" x="4281488" y="2752725"/>
          <p14:tracePt t="146283" x="4243388" y="2752725"/>
          <p14:tracePt t="146291" x="4230688" y="2752725"/>
          <p14:tracePt t="146299" x="4205288" y="2752725"/>
          <p14:tracePt t="146307" x="4181475" y="2752725"/>
          <p14:tracePt t="146315" x="4143375" y="2752725"/>
          <p14:tracePt t="146323" x="4105275" y="2752725"/>
          <p14:tracePt t="146331" x="4068763" y="2752725"/>
          <p14:tracePt t="146339" x="4056063" y="2752725"/>
          <p14:tracePt t="146347" x="4017963" y="2752725"/>
          <p14:tracePt t="146355" x="4005263" y="2752725"/>
          <p14:tracePt t="146531" x="4005263" y="2765425"/>
          <p14:tracePt t="146547" x="4017963" y="2765425"/>
          <p14:tracePt t="146555" x="4030663" y="2765425"/>
          <p14:tracePt t="146563" x="4043363" y="2765425"/>
          <p14:tracePt t="146571" x="4056063" y="2765425"/>
          <p14:tracePt t="146580" x="4056063" y="2778125"/>
          <p14:tracePt t="146587" x="4068763" y="2778125"/>
          <p14:tracePt t="146595" x="4081463" y="2778125"/>
          <p14:tracePt t="146603" x="4081463" y="2790825"/>
          <p14:tracePt t="146619" x="4092575" y="2803525"/>
          <p14:tracePt t="146627" x="4105275" y="2803525"/>
          <p14:tracePt t="146635" x="4117975" y="2803525"/>
          <p14:tracePt t="146643" x="4130675" y="2816225"/>
          <p14:tracePt t="146659" x="4143375" y="2816225"/>
          <p14:tracePt t="146667" x="4156075" y="2816225"/>
          <p14:tracePt t="146675" x="4168775" y="2816225"/>
          <p14:tracePt t="146683" x="4192588" y="2816225"/>
          <p14:tracePt t="146691" x="4205288" y="2816225"/>
          <p14:tracePt t="146699" x="4230688" y="2816225"/>
          <p14:tracePt t="146707" x="4256088" y="2816225"/>
          <p14:tracePt t="146715" x="4294188" y="2828925"/>
          <p14:tracePt t="146723" x="4343400" y="2828925"/>
          <p14:tracePt t="146731" x="4394200" y="2828925"/>
          <p14:tracePt t="146739" x="4443413" y="2828925"/>
          <p14:tracePt t="146747" x="4494213" y="2828925"/>
          <p14:tracePt t="146755" x="4594225" y="2828925"/>
          <p14:tracePt t="146764" x="4681538" y="2828925"/>
          <p14:tracePt t="146771" x="4781550" y="2828925"/>
          <p14:tracePt t="146780" x="4856163" y="2828925"/>
          <p14:tracePt t="146787" x="4919663" y="2828925"/>
          <p14:tracePt t="146795" x="4968875" y="2828925"/>
          <p14:tracePt t="146803" x="4994275" y="2828925"/>
          <p14:tracePt t="146811" x="5019675" y="2828925"/>
          <p14:tracePt t="146827" x="5032375" y="2828925"/>
          <p14:tracePt t="146891" x="5032375" y="2816225"/>
          <p14:tracePt t="146899" x="5045075" y="2816225"/>
          <p14:tracePt t="146907" x="5081588" y="2816225"/>
          <p14:tracePt t="146915" x="5119688" y="2816225"/>
          <p14:tracePt t="146923" x="5132388" y="2816225"/>
          <p14:tracePt t="146931" x="5145088" y="2816225"/>
          <p14:tracePt t="146939" x="5170488" y="2816225"/>
          <p14:tracePt t="146947" x="5194300" y="2816225"/>
          <p14:tracePt t="146955" x="5219700" y="2816225"/>
          <p14:tracePt t="146964" x="5245100" y="2816225"/>
          <p14:tracePt t="146971" x="5270500" y="2816225"/>
          <p14:tracePt t="146979" x="5307013" y="2816225"/>
          <p14:tracePt t="146987" x="5319713" y="2816225"/>
          <p14:tracePt t="146994" x="5345113" y="2816225"/>
          <p14:tracePt t="147043" x="5357813" y="2816225"/>
          <p14:tracePt t="147091" x="5383213" y="2816225"/>
          <p14:tracePt t="147099" x="5407025" y="2828925"/>
          <p14:tracePt t="147107" x="5419725" y="2828925"/>
          <p14:tracePt t="147115" x="5432425" y="2828925"/>
          <p14:tracePt t="147131" x="5445125" y="2828925"/>
          <p14:tracePt t="147139" x="5457825" y="2828925"/>
          <p14:tracePt t="147148" x="5470525" y="2828925"/>
          <p14:tracePt t="147155" x="5495925" y="2828925"/>
          <p14:tracePt t="147162" x="5519738" y="2828925"/>
          <p14:tracePt t="147179" x="5545138" y="2852738"/>
          <p14:tracePt t="147187" x="5557838" y="2852738"/>
          <p14:tracePt t="147203" x="5583238" y="2852738"/>
          <p14:tracePt t="147219" x="5595938" y="2852738"/>
          <p14:tracePt t="147252" x="5607050" y="2852738"/>
          <p14:tracePt t="147267" x="5632450" y="2865438"/>
          <p14:tracePt t="147283" x="5657850" y="2865438"/>
          <p14:tracePt t="147291" x="5670550" y="2865438"/>
          <p14:tracePt t="147315" x="5695950" y="2865438"/>
          <p14:tracePt t="147323" x="5708650" y="2865438"/>
          <p14:tracePt t="147331" x="5719763" y="2865438"/>
          <p14:tracePt t="147339" x="5732463" y="2865438"/>
          <p14:tracePt t="147347" x="5745163" y="2865438"/>
          <p14:tracePt t="147355" x="5757863" y="2865438"/>
          <p14:tracePt t="147363" x="5770563" y="2865438"/>
          <p14:tracePt t="147372" x="5783263" y="2865438"/>
          <p14:tracePt t="147379" x="5795963" y="2865438"/>
          <p14:tracePt t="147387" x="5808663" y="2865438"/>
          <p14:tracePt t="147394" x="5832475" y="2890838"/>
          <p14:tracePt t="147411" x="5857875" y="2890838"/>
          <p14:tracePt t="147443" x="5870575" y="2890838"/>
          <p14:tracePt t="147483" x="5895975" y="2890838"/>
          <p14:tracePt t="147491" x="5921375" y="2890838"/>
          <p14:tracePt t="147499" x="5945188" y="2890838"/>
          <p14:tracePt t="147507" x="5983288" y="2890838"/>
          <p14:tracePt t="147515" x="5995988" y="2890838"/>
          <p14:tracePt t="147523" x="6021388" y="2890838"/>
          <p14:tracePt t="147531" x="6034088" y="2890838"/>
          <p14:tracePt t="147547" x="6045200" y="2890838"/>
          <p14:tracePt t="147643" x="6057900" y="2890838"/>
          <p14:tracePt t="147651" x="6070600" y="2890838"/>
          <p14:tracePt t="147659" x="6083300" y="2890838"/>
          <p14:tracePt t="147667" x="6096000" y="2890838"/>
          <p14:tracePt t="147675" x="6108700" y="2890838"/>
          <p14:tracePt t="147771" x="6121400" y="2890838"/>
          <p14:tracePt t="147779" x="6157913" y="2890838"/>
          <p14:tracePt t="147795" x="6196013" y="2890838"/>
          <p14:tracePt t="147803" x="6208713" y="2890838"/>
          <p14:tracePt t="147811" x="6234113" y="2890838"/>
          <p14:tracePt t="147827" x="6259513" y="2890838"/>
          <p14:tracePt t="147835" x="6270625" y="2890838"/>
          <p14:tracePt t="147843" x="6308725" y="2890838"/>
          <p14:tracePt t="147851" x="6321425" y="2890838"/>
          <p14:tracePt t="147859" x="6359525" y="2890838"/>
          <p14:tracePt t="147867" x="6370638" y="2890838"/>
          <p14:tracePt t="147875" x="6396038" y="2890838"/>
          <p14:tracePt t="147883" x="6434138" y="2890838"/>
          <p14:tracePt t="147891" x="6446838" y="2890838"/>
          <p14:tracePt t="147900" x="6459538" y="2890838"/>
          <p14:tracePt t="147907" x="6472238" y="2890838"/>
          <p14:tracePt t="147963" x="6483350" y="2890838"/>
          <p14:tracePt t="148011" x="6508750" y="2890838"/>
          <p14:tracePt t="148084" x="6521450" y="2890838"/>
          <p14:tracePt t="148091" x="6534150" y="2890838"/>
          <p14:tracePt t="148099" x="6559550" y="2890838"/>
          <p14:tracePt t="148107" x="6608763" y="2890838"/>
          <p14:tracePt t="148115" x="6659563" y="2890838"/>
          <p14:tracePt t="148123" x="6696075" y="2890838"/>
          <p14:tracePt t="148131" x="6721475" y="2890838"/>
          <p14:tracePt t="148147" x="6734175" y="2890838"/>
          <p14:tracePt t="148156" x="6746875" y="2890838"/>
          <p14:tracePt t="148163" x="6759575" y="2890838"/>
          <p14:tracePt t="148171" x="6772275" y="2890838"/>
          <p14:tracePt t="148179" x="6797675" y="2890838"/>
          <p14:tracePt t="148187" x="6821488" y="2890838"/>
          <p14:tracePt t="148195" x="6834188" y="2890838"/>
          <p14:tracePt t="148203" x="6846888" y="2890838"/>
          <p14:tracePt t="148211" x="6872288" y="2890838"/>
          <p14:tracePt t="148219" x="6884988" y="2890838"/>
          <p14:tracePt t="148227" x="6897688" y="2890838"/>
          <p14:tracePt t="148235" x="6921500" y="2890838"/>
          <p14:tracePt t="148243" x="6959600" y="2890838"/>
          <p14:tracePt t="148251" x="6997700" y="2890838"/>
          <p14:tracePt t="148259" x="7046913" y="2890838"/>
          <p14:tracePt t="148268" x="7072313" y="2890838"/>
          <p14:tracePt t="148275" x="7110413" y="2890838"/>
          <p14:tracePt t="148283" x="7134225" y="2890838"/>
          <p14:tracePt t="148299" x="7146925" y="2890838"/>
          <p14:tracePt t="148315" x="7172325" y="2890838"/>
          <p14:tracePt t="148323" x="7197725" y="2890838"/>
          <p14:tracePt t="148331" x="7210425" y="2890838"/>
          <p14:tracePt t="148339" x="7246938" y="2890838"/>
          <p14:tracePt t="148347" x="7272338" y="2890838"/>
          <p14:tracePt t="148357" x="7310438" y="2890838"/>
          <p14:tracePt t="148363" x="7323138" y="2890838"/>
          <p14:tracePt t="148403" x="7348538" y="2890838"/>
          <p14:tracePt t="148411" x="7359650" y="2890838"/>
          <p14:tracePt t="148419" x="7397750" y="2890838"/>
          <p14:tracePt t="148427" x="7448550" y="2890838"/>
          <p14:tracePt t="148435" x="7497763" y="2890838"/>
          <p14:tracePt t="148443" x="7548563" y="2890838"/>
          <p14:tracePt t="148451" x="7585075" y="2890838"/>
          <p14:tracePt t="148459" x="7597775" y="2890838"/>
          <p14:tracePt t="148468" x="7610475" y="2890838"/>
          <p14:tracePt t="148475" x="7635875" y="2890838"/>
          <p14:tracePt t="148491" x="7648575" y="2890838"/>
          <p14:tracePt t="148499" x="7673975" y="2890838"/>
          <p14:tracePt t="148515" x="7697788" y="2890838"/>
          <p14:tracePt t="148523" x="7710488" y="2890838"/>
          <p14:tracePt t="148539" x="7723188" y="2890838"/>
          <p14:tracePt t="148563" x="7735888" y="2890838"/>
          <p14:tracePt t="148571" x="7748588" y="2890838"/>
          <p14:tracePt t="148579" x="7761288" y="2890838"/>
          <p14:tracePt t="148587" x="7773988" y="2890838"/>
          <p14:tracePt t="148595" x="7797800" y="2890838"/>
          <p14:tracePt t="148603" x="7823200" y="2890838"/>
          <p14:tracePt t="148611" x="7848600" y="2890838"/>
          <p14:tracePt t="148619" x="7874000" y="2890838"/>
          <p14:tracePt t="148627" x="7886700" y="2890838"/>
          <p14:tracePt t="148635" x="7923213" y="2890838"/>
          <p14:tracePt t="148643" x="7948613" y="2878138"/>
          <p14:tracePt t="148659" x="7961313" y="2878138"/>
          <p14:tracePt t="148699" x="7974013" y="2878138"/>
          <p14:tracePt t="148707" x="7986713" y="2878138"/>
          <p14:tracePt t="148714" x="7999413" y="2878138"/>
          <p14:tracePt t="148723" x="8010525" y="2878138"/>
          <p14:tracePt t="148739" x="8023225" y="2878138"/>
          <p14:tracePt t="148787" x="8035925" y="2878138"/>
          <p14:tracePt t="148811" x="8048625" y="2878138"/>
          <p14:tracePt t="148827" x="8061325" y="2878138"/>
          <p14:tracePt t="149931" x="8035925" y="2878138"/>
          <p14:tracePt t="149939" x="7986713" y="2878138"/>
          <p14:tracePt t="149947" x="7935913" y="2878138"/>
          <p14:tracePt t="149956" x="7861300" y="2878138"/>
          <p14:tracePt t="149963" x="7761288" y="2903538"/>
          <p14:tracePt t="149971" x="7685088" y="2928938"/>
          <p14:tracePt t="149979" x="7548563" y="2941638"/>
          <p14:tracePt t="149987" x="7359650" y="2965450"/>
          <p14:tracePt t="149995" x="7123113" y="2978150"/>
          <p14:tracePt t="150003" x="6921500" y="3016250"/>
          <p14:tracePt t="150011" x="6746875" y="3016250"/>
          <p14:tracePt t="150019" x="6572250" y="3054350"/>
          <p14:tracePt t="150027" x="6446838" y="3065463"/>
          <p14:tracePt t="150035" x="6308725" y="3078163"/>
          <p14:tracePt t="150044" x="6183313" y="3103563"/>
          <p14:tracePt t="150051" x="6121400" y="3103563"/>
          <p14:tracePt t="150059" x="6070600" y="3103563"/>
          <p14:tracePt t="150067" x="6021388" y="3103563"/>
          <p14:tracePt t="150075" x="5957888" y="3103563"/>
          <p14:tracePt t="150083" x="5883275" y="3103563"/>
          <p14:tracePt t="150091" x="5795963" y="3116263"/>
          <p14:tracePt t="150099" x="5695950" y="3128963"/>
          <p14:tracePt t="150107" x="5607050" y="3141663"/>
          <p14:tracePt t="150115" x="5519738" y="3165475"/>
          <p14:tracePt t="150123" x="5419725" y="3178175"/>
          <p14:tracePt t="150131" x="5307013" y="3190875"/>
          <p14:tracePt t="150139" x="5232400" y="3203575"/>
          <p14:tracePt t="150147" x="5157788" y="3203575"/>
          <p14:tracePt t="150155" x="5119688" y="3203575"/>
          <p14:tracePt t="150163" x="5068888" y="3203575"/>
          <p14:tracePt t="150171" x="5045075" y="3203575"/>
          <p14:tracePt t="150179" x="5032375" y="3203575"/>
          <p14:tracePt t="150186" x="5006975" y="3203575"/>
          <p14:tracePt t="150195" x="4981575" y="3203575"/>
          <p14:tracePt t="150203" x="4956175" y="3203575"/>
          <p14:tracePt t="150211" x="4945063" y="3203575"/>
          <p14:tracePt t="150219" x="4894263" y="3190875"/>
          <p14:tracePt t="150227" x="4856163" y="3190875"/>
          <p14:tracePt t="150235" x="4794250" y="3178175"/>
          <p14:tracePt t="150244" x="4732338" y="3178175"/>
          <p14:tracePt t="150251" x="4681538" y="3178175"/>
          <p14:tracePt t="150259" x="4606925" y="3178175"/>
          <p14:tracePt t="150267" x="4530725" y="3178175"/>
          <p14:tracePt t="150275" x="4481513" y="3178175"/>
          <p14:tracePt t="150283" x="4430713" y="3178175"/>
          <p14:tracePt t="150291" x="4394200" y="3178175"/>
          <p14:tracePt t="150299" x="4356100" y="3178175"/>
          <p14:tracePt t="150315" x="4343400" y="3178175"/>
          <p14:tracePt t="150323" x="4330700" y="3178175"/>
          <p14:tracePt t="150340" x="4318000" y="3178175"/>
          <p14:tracePt t="150364" x="4305300" y="3178175"/>
          <p14:tracePt t="150379" x="4294188" y="3178175"/>
          <p14:tracePt t="150403" x="4281488" y="3165475"/>
          <p14:tracePt t="150443" x="4268788" y="3165475"/>
          <p14:tracePt t="150492" x="4256088" y="3165475"/>
          <p14:tracePt t="150531" x="4256088" y="3154363"/>
          <p14:tracePt t="151307" x="4256088" y="3141663"/>
          <p14:tracePt t="151619" x="4256088" y="3128963"/>
          <p14:tracePt t="151683" x="4281488" y="3128963"/>
          <p14:tracePt t="151723" x="4294188" y="3128963"/>
          <p14:tracePt t="151739" x="4318000" y="3128963"/>
          <p14:tracePt t="151755" x="4330700" y="3116263"/>
          <p14:tracePt t="151819" x="4368800" y="3116263"/>
          <p14:tracePt t="151827" x="4406900" y="3116263"/>
          <p14:tracePt t="151835" x="4456113" y="3116263"/>
          <p14:tracePt t="151843" x="4494213" y="3116263"/>
          <p14:tracePt t="151851" x="4530725" y="3116263"/>
          <p14:tracePt t="151859" x="4556125" y="3116263"/>
          <p14:tracePt t="151867" x="4581525" y="3116263"/>
          <p14:tracePt t="151875" x="4594225" y="3116263"/>
          <p14:tracePt t="151883" x="4630738" y="3116263"/>
          <p14:tracePt t="151899" x="4643438" y="3116263"/>
          <p14:tracePt t="151907" x="4681538" y="3116263"/>
          <p14:tracePt t="151928" x="4732338" y="3116263"/>
          <p14:tracePt t="151931" x="4768850" y="3116263"/>
          <p14:tracePt t="151939" x="4806950" y="3116263"/>
          <p14:tracePt t="151947" x="4856163" y="3116263"/>
          <p14:tracePt t="151955" x="4906963" y="3116263"/>
          <p14:tracePt t="151963" x="4956175" y="3116263"/>
          <p14:tracePt t="151971" x="5006975" y="3116263"/>
          <p14:tracePt t="151979" x="5081588" y="3116263"/>
          <p14:tracePt t="151987" x="5132388" y="3116263"/>
          <p14:tracePt t="151995" x="5157788" y="3116263"/>
          <p14:tracePt t="152003" x="5181600" y="3116263"/>
          <p14:tracePt t="152011" x="5207000" y="3116263"/>
          <p14:tracePt t="152019" x="5219700" y="3116263"/>
          <p14:tracePt t="152027" x="5245100" y="3116263"/>
          <p14:tracePt t="152035" x="5281613" y="3116263"/>
          <p14:tracePt t="152043" x="5319713" y="3116263"/>
          <p14:tracePt t="152051" x="5370513" y="3116263"/>
          <p14:tracePt t="152059" x="5407025" y="3116263"/>
          <p14:tracePt t="152067" x="5457825" y="3116263"/>
          <p14:tracePt t="152075" x="5495925" y="3116263"/>
          <p14:tracePt t="152083" x="5507038" y="3116263"/>
          <p14:tracePt t="152091" x="5532438" y="3116263"/>
          <p14:tracePt t="152163" x="5545138" y="3116263"/>
          <p14:tracePt t="152171" x="5557838" y="3116263"/>
          <p14:tracePt t="152179" x="5607050" y="3116263"/>
          <p14:tracePt t="152187" x="5657850" y="3116263"/>
          <p14:tracePt t="152195" x="5708650" y="3116263"/>
          <p14:tracePt t="152203" x="5757863" y="3116263"/>
          <p14:tracePt t="152212" x="5795963" y="3116263"/>
          <p14:tracePt t="152219" x="5832475" y="3116263"/>
          <p14:tracePt t="152226" x="5845175" y="3116263"/>
          <p14:tracePt t="152235" x="5870575" y="3116263"/>
          <p14:tracePt t="152300" x="5845175" y="3116263"/>
          <p14:tracePt t="152307" x="5845175" y="3141663"/>
          <p14:tracePt t="152315" x="5832475" y="3154363"/>
          <p14:tracePt t="152619" x="5808663" y="3154363"/>
          <p14:tracePt t="152627" x="5783263" y="3154363"/>
          <p14:tracePt t="152643" x="5757863" y="3154363"/>
          <p14:tracePt t="152651" x="5732463" y="3154363"/>
          <p14:tracePt t="152659" x="5657850" y="3141663"/>
          <p14:tracePt t="152667" x="5607050" y="3141663"/>
          <p14:tracePt t="152675" x="5532438" y="3141663"/>
          <p14:tracePt t="152683" x="5432425" y="3141663"/>
          <p14:tracePt t="152691" x="5370513" y="3128963"/>
          <p14:tracePt t="152699" x="5319713" y="3128963"/>
          <p14:tracePt t="152707" x="5181600" y="3128963"/>
          <p14:tracePt t="152715" x="5057775" y="3128963"/>
          <p14:tracePt t="152723" x="4919663" y="3128963"/>
          <p14:tracePt t="152731" x="4832350" y="3128963"/>
          <p14:tracePt t="152739" x="4719638" y="3128963"/>
          <p14:tracePt t="152747" x="4643438" y="3154363"/>
          <p14:tracePt t="152755" x="4594225" y="3154363"/>
          <p14:tracePt t="152763" x="4543425" y="3154363"/>
          <p14:tracePt t="152771" x="4518025" y="3141663"/>
          <p14:tracePt t="152779" x="4481513" y="3141663"/>
          <p14:tracePt t="152787" x="4443413" y="3116263"/>
          <p14:tracePt t="152794" x="4406900" y="3103563"/>
          <p14:tracePt t="152803" x="4356100" y="3090863"/>
          <p14:tracePt t="152811" x="4294188" y="3090863"/>
          <p14:tracePt t="152819" x="4243388" y="3078163"/>
          <p14:tracePt t="152827" x="4181475" y="3065463"/>
          <p14:tracePt t="152835" x="4130675" y="3065463"/>
          <p14:tracePt t="152842" x="4092575" y="3065463"/>
          <p14:tracePt t="152852" x="4081463" y="3065463"/>
          <p14:tracePt t="152859" x="4068763" y="3054350"/>
          <p14:tracePt t="152867" x="4056063" y="3054350"/>
          <p14:tracePt t="152907" x="4043363" y="3054350"/>
          <p14:tracePt t="152948" x="4043363" y="3041650"/>
          <p14:tracePt t="152964" x="4043363" y="3016250"/>
          <p14:tracePt t="152971" x="4056063" y="3016250"/>
          <p14:tracePt t="152978" x="4105275" y="3016250"/>
          <p14:tracePt t="152987" x="4143375" y="3016250"/>
          <p14:tracePt t="152995" x="4205288" y="3016250"/>
          <p14:tracePt t="153003" x="4281488" y="3016250"/>
          <p14:tracePt t="153011" x="4356100" y="3016250"/>
          <p14:tracePt t="153019" x="4443413" y="3016250"/>
          <p14:tracePt t="153026" x="4506913" y="3016250"/>
          <p14:tracePt t="153035" x="4619625" y="3016250"/>
          <p14:tracePt t="153043" x="4719638" y="3016250"/>
          <p14:tracePt t="153052" x="4819650" y="3016250"/>
          <p14:tracePt t="153059" x="4868863" y="3016250"/>
          <p14:tracePt t="153067" x="4932363" y="3016250"/>
          <p14:tracePt t="153075" x="4968875" y="3016250"/>
          <p14:tracePt t="153123" x="4981575" y="3016250"/>
          <p14:tracePt t="153179" x="4981575" y="3041650"/>
          <p14:tracePt t="153187" x="4981575" y="3054350"/>
          <p14:tracePt t="153194" x="5006975" y="3065463"/>
          <p14:tracePt t="153203" x="5057775" y="3078163"/>
          <p14:tracePt t="153211" x="5094288" y="3090863"/>
          <p14:tracePt t="153219" x="5119688" y="3116263"/>
          <p14:tracePt t="153227" x="5157788" y="3128963"/>
          <p14:tracePt t="153235" x="5181600" y="3141663"/>
          <p14:tracePt t="153243" x="5219700" y="3154363"/>
          <p14:tracePt t="153251" x="5245100" y="3154363"/>
          <p14:tracePt t="153267" x="5257800" y="3154363"/>
          <p14:tracePt t="153283" x="5270500" y="3154363"/>
          <p14:tracePt t="153331" x="5281613" y="3154363"/>
          <p14:tracePt t="153355" x="5307013" y="3154363"/>
          <p14:tracePt t="153363" x="5319713" y="3154363"/>
          <p14:tracePt t="153371" x="5332413" y="3154363"/>
          <p14:tracePt t="153379" x="5370513" y="3154363"/>
          <p14:tracePt t="153387" x="5419725" y="3154363"/>
          <p14:tracePt t="153394" x="5470525" y="3154363"/>
          <p14:tracePt t="153403" x="5532438" y="3141663"/>
          <p14:tracePt t="153411" x="5570538" y="3128963"/>
          <p14:tracePt t="153419" x="5607050" y="3128963"/>
          <p14:tracePt t="153427" x="5619750" y="3128963"/>
          <p14:tracePt t="153435" x="5632450" y="3103563"/>
          <p14:tracePt t="153651" x="5645150" y="3103563"/>
          <p14:tracePt t="153659" x="5657850" y="3103563"/>
          <p14:tracePt t="153675" x="5670550" y="3103563"/>
          <p14:tracePt t="153691" x="5683250" y="3103563"/>
          <p14:tracePt t="153699" x="5695950" y="3103563"/>
          <p14:tracePt t="153723" x="5719763" y="3103563"/>
          <p14:tracePt t="153730" x="5732463" y="3103563"/>
          <p14:tracePt t="153746" x="5757863" y="3103563"/>
          <p14:tracePt t="153755" x="5770563" y="3103563"/>
          <p14:tracePt t="153763" x="5783263" y="3103563"/>
          <p14:tracePt t="153771" x="5795963" y="3103563"/>
          <p14:tracePt t="153778" x="5808663" y="3103563"/>
          <p14:tracePt t="153794" x="5821363" y="3103563"/>
          <p14:tracePt t="153819" x="5832475" y="3103563"/>
          <p14:tracePt t="153867" x="5845175" y="3103563"/>
          <p14:tracePt t="153875" x="5895975" y="3103563"/>
          <p14:tracePt t="153883" x="5957888" y="3116263"/>
          <p14:tracePt t="153891" x="6008688" y="3116263"/>
          <p14:tracePt t="153900" x="6057900" y="3128963"/>
          <p14:tracePt t="153907" x="6096000" y="3128963"/>
          <p14:tracePt t="153914" x="6134100" y="3128963"/>
          <p14:tracePt t="153923" x="6146800" y="3128963"/>
          <p14:tracePt t="153934" x="6157913" y="3128963"/>
          <p14:tracePt t="153939" x="6170613" y="3128963"/>
          <p14:tracePt t="153947" x="6183313" y="3128963"/>
          <p14:tracePt t="153963" x="6196013" y="3128963"/>
          <p14:tracePt t="153971" x="6208713" y="3128963"/>
          <p14:tracePt t="153979" x="6221413" y="3128963"/>
          <p14:tracePt t="153987" x="6234113" y="3128963"/>
          <p14:tracePt t="153995" x="6259513" y="3128963"/>
          <p14:tracePt t="154003" x="6296025" y="3128963"/>
          <p14:tracePt t="154011" x="6308725" y="3128963"/>
          <p14:tracePt t="154019" x="6346825" y="3128963"/>
          <p14:tracePt t="154027" x="6359525" y="3128963"/>
          <p14:tracePt t="154035" x="6396038" y="3128963"/>
          <p14:tracePt t="154043" x="6408738" y="3128963"/>
          <p14:tracePt t="154051" x="6421438" y="3128963"/>
          <p14:tracePt t="154059" x="6434138" y="3128963"/>
          <p14:tracePt t="154123" x="6446838" y="3128963"/>
          <p14:tracePt t="154131" x="6472238" y="3128963"/>
          <p14:tracePt t="154139" x="6483350" y="3128963"/>
          <p14:tracePt t="154146" x="6521450" y="3141663"/>
          <p14:tracePt t="154156" x="6559550" y="3141663"/>
          <p14:tracePt t="154163" x="6572250" y="3141663"/>
          <p14:tracePt t="154171" x="6608763" y="3141663"/>
          <p14:tracePt t="154243" x="6621463" y="3141663"/>
          <p14:tracePt t="154251" x="6634163" y="3141663"/>
          <p14:tracePt t="154259" x="6646863" y="3141663"/>
          <p14:tracePt t="154268" x="6659563" y="3141663"/>
          <p14:tracePt t="154275" x="6684963" y="3141663"/>
          <p14:tracePt t="154283" x="6708775" y="3141663"/>
          <p14:tracePt t="154291" x="6746875" y="3141663"/>
          <p14:tracePt t="154298" x="6797675" y="3154363"/>
          <p14:tracePt t="154307" x="6897688" y="3165475"/>
          <p14:tracePt t="154314" x="6972300" y="3165475"/>
          <p14:tracePt t="154323" x="7085013" y="3165475"/>
          <p14:tracePt t="154331" x="7197725" y="3165475"/>
          <p14:tracePt t="154339" x="7297738" y="3165475"/>
          <p14:tracePt t="154346" x="7397750" y="3165475"/>
          <p14:tracePt t="154356" x="7472363" y="3165475"/>
          <p14:tracePt t="154363" x="7523163" y="3165475"/>
          <p14:tracePt t="154371" x="7548563" y="3165475"/>
          <p14:tracePt t="154379" x="7561263" y="3165475"/>
          <p14:tracePt t="154507" x="7585075" y="3154363"/>
          <p14:tracePt t="154515" x="7597775" y="3154363"/>
          <p14:tracePt t="154523" x="7648575" y="3141663"/>
          <p14:tracePt t="154531" x="7685088" y="3141663"/>
          <p14:tracePt t="154539" x="7710488" y="3141663"/>
          <p14:tracePt t="154547" x="7735888" y="3141663"/>
          <p14:tracePt t="154555" x="7773988" y="3141663"/>
          <p14:tracePt t="154563" x="7797800" y="3141663"/>
          <p14:tracePt t="154571" x="7823200" y="3141663"/>
          <p14:tracePt t="154579" x="7848600" y="3141663"/>
          <p14:tracePt t="154587" x="7874000" y="3141663"/>
          <p14:tracePt t="154595" x="7886700" y="3141663"/>
          <p14:tracePt t="154603" x="7923213" y="3141663"/>
          <p14:tracePt t="154619" x="7948613" y="3141663"/>
          <p14:tracePt t="154627" x="7961313" y="3141663"/>
          <p14:tracePt t="154643" x="7974013" y="3141663"/>
          <p14:tracePt t="154652" x="7999413" y="3141663"/>
          <p14:tracePt t="154667" x="8010525" y="3141663"/>
          <p14:tracePt t="154675" x="8023225" y="3141663"/>
          <p14:tracePt t="154682" x="8035925" y="3141663"/>
          <p14:tracePt t="154699" x="8048625" y="3141663"/>
          <p14:tracePt t="154731" x="8061325" y="3141663"/>
          <p14:tracePt t="154739" x="8074025" y="3141663"/>
          <p14:tracePt t="154747" x="8086725" y="3141663"/>
          <p14:tracePt t="154755" x="8110538" y="3141663"/>
          <p14:tracePt t="154771" x="8135938" y="3141663"/>
          <p14:tracePt t="154779" x="8148638" y="3141663"/>
          <p14:tracePt t="154787" x="8161338" y="3141663"/>
          <p14:tracePt t="154795" x="8174038" y="3141663"/>
          <p14:tracePt t="154803" x="8186738" y="3141663"/>
          <p14:tracePt t="154811" x="8199438" y="3141663"/>
          <p14:tracePt t="154907" x="8212138" y="3141663"/>
          <p14:tracePt t="154915" x="8223250" y="3141663"/>
          <p14:tracePt t="154923" x="8223250" y="3128963"/>
          <p14:tracePt t="154971" x="8223250" y="3116263"/>
          <p14:tracePt t="155019" x="8223250" y="3103563"/>
          <p14:tracePt t="155227" x="8223250" y="3090863"/>
          <p14:tracePt t="156003" x="8223250" y="3078163"/>
          <p14:tracePt t="156011" x="8199438" y="3078163"/>
          <p14:tracePt t="156019" x="8186738" y="3090863"/>
          <p14:tracePt t="156027" x="8135938" y="3103563"/>
          <p14:tracePt t="156034" x="8074025" y="3128963"/>
          <p14:tracePt t="156043" x="7974013" y="3154363"/>
          <p14:tracePt t="156051" x="7835900" y="3178175"/>
          <p14:tracePt t="156059" x="7648575" y="3216275"/>
          <p14:tracePt t="156067" x="7372350" y="3216275"/>
          <p14:tracePt t="156075" x="6846888" y="3278188"/>
          <p14:tracePt t="156083" x="6383338" y="3354388"/>
          <p14:tracePt t="156091" x="5870575" y="3390900"/>
          <p14:tracePt t="156099" x="5457825" y="3416300"/>
          <p14:tracePt t="156107" x="4994275" y="3503613"/>
          <p14:tracePt t="156115" x="4606925" y="3516313"/>
          <p14:tracePt t="156123" x="4381500" y="3554413"/>
          <p14:tracePt t="156131" x="4192588" y="3579813"/>
          <p14:tracePt t="156140" x="4056063" y="3590925"/>
          <p14:tracePt t="156147" x="4005263" y="3603625"/>
          <p14:tracePt t="156371" x="4017963" y="3603625"/>
          <p14:tracePt t="156379" x="4056063" y="3603625"/>
          <p14:tracePt t="156386" x="4092575" y="3603625"/>
          <p14:tracePt t="156395" x="4168775" y="3579813"/>
          <p14:tracePt t="156402" x="4230688" y="3541713"/>
          <p14:tracePt t="156411" x="4281488" y="3516313"/>
          <p14:tracePt t="156418" x="4330700" y="3503613"/>
          <p14:tracePt t="156427" x="4356100" y="3490913"/>
          <p14:tracePt t="156531" x="4381500" y="3479800"/>
          <p14:tracePt t="156555" x="4381500" y="3454400"/>
          <p14:tracePt t="156579" x="4381500" y="3441700"/>
          <p14:tracePt t="156603" x="4381500" y="3429000"/>
          <p14:tracePt t="156795" x="4381500" y="3416300"/>
          <p14:tracePt t="156803" x="4430713" y="3416300"/>
          <p14:tracePt t="156811" x="4481513" y="3416300"/>
          <p14:tracePt t="156819" x="4643438" y="3416300"/>
          <p14:tracePt t="156827" x="4806950" y="3416300"/>
          <p14:tracePt t="156835" x="4968875" y="3416300"/>
          <p14:tracePt t="156843" x="5157788" y="3416300"/>
          <p14:tracePt t="156851" x="5257800" y="3416300"/>
          <p14:tracePt t="156859" x="5394325" y="3416300"/>
          <p14:tracePt t="156867" x="5470525" y="3416300"/>
          <p14:tracePt t="156875" x="5495925" y="3416300"/>
          <p14:tracePt t="156883" x="5519738" y="3416300"/>
          <p14:tracePt t="156987" x="5519738" y="3403600"/>
          <p14:tracePt t="157067" x="5532438" y="3403600"/>
          <p14:tracePt t="157106" x="5557838" y="3403600"/>
          <p14:tracePt t="157115" x="5570538" y="3403600"/>
          <p14:tracePt t="157122" x="5607050" y="3403600"/>
          <p14:tracePt t="157131" x="5619750" y="3403600"/>
          <p14:tracePt t="157138" x="5683250" y="3390900"/>
          <p14:tracePt t="157148" x="5719763" y="3390900"/>
          <p14:tracePt t="157154" x="5770563" y="3390900"/>
          <p14:tracePt t="157163" x="5821363" y="3367088"/>
          <p14:tracePt t="157170" x="5870575" y="3367088"/>
          <p14:tracePt t="157179" x="5908675" y="3354388"/>
          <p14:tracePt t="157187" x="5945188" y="3354388"/>
          <p14:tracePt t="157195" x="5957888" y="3354388"/>
          <p14:tracePt t="157211" x="5970588" y="3354388"/>
          <p14:tracePt t="157243" x="5983288" y="3354388"/>
          <p14:tracePt t="157251" x="6008688" y="3354388"/>
          <p14:tracePt t="157259" x="6034088" y="3354388"/>
          <p14:tracePt t="157266" x="6070600" y="3354388"/>
          <p14:tracePt t="157276" x="6083300" y="3354388"/>
          <p14:tracePt t="157283" x="6096000" y="3354388"/>
          <p14:tracePt t="157363" x="6108700" y="3354388"/>
          <p14:tracePt t="157371" x="6121400" y="3354388"/>
          <p14:tracePt t="157379" x="6134100" y="3354388"/>
          <p14:tracePt t="157387" x="6146800" y="3354388"/>
          <p14:tracePt t="157395" x="6170613" y="3354388"/>
          <p14:tracePt t="157411" x="6183313" y="3354388"/>
          <p14:tracePt t="157467" x="6196013" y="3354388"/>
          <p14:tracePt t="157475" x="6208713" y="3354388"/>
          <p14:tracePt t="157491" x="6221413" y="3354388"/>
          <p14:tracePt t="157499" x="6234113" y="3354388"/>
          <p14:tracePt t="157515" x="6246813" y="3354388"/>
          <p14:tracePt t="157587" x="6259513" y="3354388"/>
          <p14:tracePt t="157603" x="6270625" y="3354388"/>
          <p14:tracePt t="157619" x="6296025" y="3354388"/>
          <p14:tracePt t="157627" x="6321425" y="3354388"/>
          <p14:tracePt t="157635" x="6334125" y="3354388"/>
          <p14:tracePt t="157643" x="6359525" y="3354388"/>
          <p14:tracePt t="157651" x="6370638" y="3354388"/>
          <p14:tracePt t="157659" x="6396038" y="3354388"/>
          <p14:tracePt t="157675" x="6408738" y="3354388"/>
          <p14:tracePt t="157683" x="6421438" y="3354388"/>
          <p14:tracePt t="157690" x="6434138" y="3354388"/>
          <p14:tracePt t="157699" x="6459538" y="3354388"/>
          <p14:tracePt t="157706" x="6483350" y="3354388"/>
          <p14:tracePt t="157723" x="6496050" y="3354388"/>
          <p14:tracePt t="157731" x="6508750" y="3354388"/>
          <p14:tracePt t="157738" x="6521450" y="3354388"/>
          <p14:tracePt t="157755" x="6534150" y="3354388"/>
          <p14:tracePt t="157763" x="6546850" y="3354388"/>
          <p14:tracePt t="157771" x="6559550" y="3354388"/>
          <p14:tracePt t="157803" x="6572250" y="3354388"/>
          <p14:tracePt t="157819" x="6584950" y="3354388"/>
          <p14:tracePt t="157891" x="6608763" y="3354388"/>
          <p14:tracePt t="157899" x="6621463" y="3354388"/>
          <p14:tracePt t="157907" x="6634163" y="3354388"/>
          <p14:tracePt t="157915" x="6646863" y="3354388"/>
          <p14:tracePt t="157922" x="6684963" y="3354388"/>
          <p14:tracePt t="157931" x="6708775" y="3354388"/>
          <p14:tracePt t="157945" x="6746875" y="3354388"/>
          <p14:tracePt t="157947" x="6759575" y="3354388"/>
          <p14:tracePt t="157955" x="6784975" y="3354388"/>
          <p14:tracePt t="157963" x="6797675" y="3354388"/>
          <p14:tracePt t="157979" x="6808788" y="3354388"/>
          <p14:tracePt t="157987" x="6821488" y="3354388"/>
          <p14:tracePt t="157995" x="6834188" y="3354388"/>
          <p14:tracePt t="158011" x="6846888" y="3354388"/>
          <p14:tracePt t="158019" x="6872288" y="3354388"/>
          <p14:tracePt t="158035" x="6884988" y="3354388"/>
          <p14:tracePt t="158043" x="6897688" y="3354388"/>
          <p14:tracePt t="158051" x="6910388" y="3354388"/>
          <p14:tracePt t="158067" x="6921500" y="3354388"/>
          <p14:tracePt t="158075" x="6934200" y="3354388"/>
          <p14:tracePt t="158139" x="6946900" y="3354388"/>
          <p14:tracePt t="158147" x="6972300" y="3354388"/>
          <p14:tracePt t="158155" x="6997700" y="3354388"/>
          <p14:tracePt t="158162" x="7034213" y="3354388"/>
          <p14:tracePt t="158171" x="7046913" y="3354388"/>
          <p14:tracePt t="158179" x="7072313" y="3354388"/>
          <p14:tracePt t="158187" x="7085013" y="3354388"/>
          <p14:tracePt t="158203" x="7097713" y="3354388"/>
          <p14:tracePt t="158275" x="7110413" y="3354388"/>
          <p14:tracePt t="158283" x="7123113" y="3354388"/>
          <p14:tracePt t="158299" x="7134225" y="3354388"/>
          <p14:tracePt t="158307" x="7146925" y="3354388"/>
          <p14:tracePt t="158331" x="7159625" y="3354388"/>
          <p14:tracePt t="158363" x="7172325" y="3354388"/>
          <p14:tracePt t="158371" x="7185025" y="3354388"/>
          <p14:tracePt t="158387" x="7223125" y="3354388"/>
          <p14:tracePt t="158396" x="7235825" y="3354388"/>
          <p14:tracePt t="158403" x="7259638" y="3354388"/>
          <p14:tracePt t="158410" x="7272338" y="3354388"/>
          <p14:tracePt t="158419" x="7285038" y="3354388"/>
          <p14:tracePt t="158475" x="7297738" y="3354388"/>
          <p14:tracePt t="158483" x="7335838" y="3354388"/>
          <p14:tracePt t="158491" x="7397750" y="3354388"/>
          <p14:tracePt t="158499" x="7448550" y="3354388"/>
          <p14:tracePt t="158507" x="7510463" y="3354388"/>
          <p14:tracePt t="158515" x="7561263" y="3354388"/>
          <p14:tracePt t="158523" x="7572375" y="3354388"/>
          <p14:tracePt t="158531" x="7585075" y="3354388"/>
          <p14:tracePt t="158538" x="7597775" y="3354388"/>
          <p14:tracePt t="158571" x="7610475" y="3354388"/>
          <p14:tracePt t="158580" x="7623175" y="3354388"/>
          <p14:tracePt t="158587" x="7635875" y="3354388"/>
          <p14:tracePt t="158594" x="7661275" y="3354388"/>
          <p14:tracePt t="158603" x="7685088" y="3354388"/>
          <p14:tracePt t="158619" x="7697788" y="3354388"/>
          <p14:tracePt t="158675" x="7723188" y="3354388"/>
          <p14:tracePt t="158683" x="7735888" y="3354388"/>
          <p14:tracePt t="158690" x="7761288" y="3354388"/>
          <p14:tracePt t="158699" x="7773988" y="3354388"/>
          <p14:tracePt t="158707" x="7797800" y="3354388"/>
          <p14:tracePt t="158859" x="7810500" y="3367088"/>
          <p14:tracePt t="158979" x="7823200" y="3367088"/>
          <p14:tracePt t="158995" x="7835900" y="3367088"/>
          <p14:tracePt t="159003" x="7835900" y="3378200"/>
          <p14:tracePt t="159011" x="7848600" y="3378200"/>
          <p14:tracePt t="159026" x="7874000" y="3378200"/>
          <p14:tracePt t="159043" x="7886700" y="3378200"/>
          <p14:tracePt t="159052" x="7923213" y="3378200"/>
          <p14:tracePt t="159059" x="7935913" y="3378200"/>
          <p14:tracePt t="159067" x="7974013" y="3378200"/>
          <p14:tracePt t="159075" x="7999413" y="3378200"/>
          <p14:tracePt t="159083" x="8023225" y="3378200"/>
          <p14:tracePt t="159091" x="8048625" y="3378200"/>
          <p14:tracePt t="159099" x="8074025" y="3378200"/>
          <p14:tracePt t="159107" x="8099425" y="3378200"/>
          <p14:tracePt t="159123" x="8110538" y="3378200"/>
          <p14:tracePt t="159131" x="8123238" y="3378200"/>
          <p14:tracePt t="159139" x="8135938" y="3378200"/>
          <p14:tracePt t="159203" x="8148638" y="3378200"/>
          <p14:tracePt t="159219" x="8174038" y="3378200"/>
          <p14:tracePt t="159227" x="8199438" y="3367088"/>
          <p14:tracePt t="159243" x="8212138" y="3354388"/>
          <p14:tracePt t="159315" x="8235950" y="3354388"/>
          <p14:tracePt t="159507" x="8212138" y="3354388"/>
          <p14:tracePt t="159516" x="8148638" y="3354388"/>
          <p14:tracePt t="159523" x="8048625" y="3367088"/>
          <p14:tracePt t="159531" x="7961313" y="3378200"/>
          <p14:tracePt t="159539" x="7835900" y="3390900"/>
          <p14:tracePt t="159546" x="7735888" y="3403600"/>
          <p14:tracePt t="159555" x="7635875" y="3429000"/>
          <p14:tracePt t="159562" x="7548563" y="3429000"/>
          <p14:tracePt t="159571" x="7485063" y="3441700"/>
          <p14:tracePt t="159579" x="7423150" y="3454400"/>
          <p14:tracePt t="159587" x="7385050" y="3454400"/>
          <p14:tracePt t="159594" x="7335838" y="3454400"/>
          <p14:tracePt t="159603" x="7223125" y="3479800"/>
          <p14:tracePt t="159611" x="7072313" y="3503613"/>
          <p14:tracePt t="159619" x="6897688" y="3516313"/>
          <p14:tracePt t="159626" x="6708775" y="3554413"/>
          <p14:tracePt t="159634" x="6521450" y="3579813"/>
          <p14:tracePt t="159643" x="6308725" y="3603625"/>
          <p14:tracePt t="159651" x="6121400" y="3629025"/>
          <p14:tracePt t="159659" x="5957888" y="3667125"/>
          <p14:tracePt t="159666" x="5808663" y="3679825"/>
          <p14:tracePt t="159675" x="5670550" y="3679825"/>
          <p14:tracePt t="159683" x="5557838" y="3679825"/>
          <p14:tracePt t="159691" x="5432425" y="3679825"/>
          <p14:tracePt t="159699" x="5370513" y="3679825"/>
          <p14:tracePt t="159707" x="5307013" y="3679825"/>
          <p14:tracePt t="159715" x="5219700" y="3679825"/>
          <p14:tracePt t="159723" x="5132388" y="3679825"/>
          <p14:tracePt t="159730" x="5019675" y="3679825"/>
          <p14:tracePt t="159739" x="4932363" y="3679825"/>
          <p14:tracePt t="159746" x="4819650" y="3679825"/>
          <p14:tracePt t="159755" x="4732338" y="3679825"/>
          <p14:tracePt t="159763" x="4630738" y="3679825"/>
          <p14:tracePt t="159771" x="4581525" y="3679825"/>
          <p14:tracePt t="159779" x="4530725" y="3679825"/>
          <p14:tracePt t="159787" x="4494213" y="3679825"/>
          <p14:tracePt t="159794" x="4481513" y="3679825"/>
          <p14:tracePt t="159811" x="4456113" y="3679825"/>
          <p14:tracePt t="159843" x="4443413" y="3679825"/>
          <p14:tracePt t="159851" x="4406900" y="3679825"/>
          <p14:tracePt t="159859" x="4368800" y="3654425"/>
          <p14:tracePt t="159867" x="4356100" y="3654425"/>
          <p14:tracePt t="159875" x="4343400" y="3654425"/>
          <p14:tracePt t="159923" x="4330700" y="3654425"/>
          <p14:tracePt t="159939" x="4318000" y="3641725"/>
          <p14:tracePt t="160084" x="4343400" y="3641725"/>
          <p14:tracePt t="160091" x="4356100" y="3641725"/>
          <p14:tracePt t="160098" x="4368800" y="3641725"/>
          <p14:tracePt t="160107" x="4406900" y="3616325"/>
          <p14:tracePt t="160114" x="4430713" y="3616325"/>
          <p14:tracePt t="160123" x="4494213" y="3603625"/>
          <p14:tracePt t="160130" x="4556125" y="3603625"/>
          <p14:tracePt t="160139" x="4606925" y="3603625"/>
          <p14:tracePt t="160146" x="4643438" y="3603625"/>
          <p14:tracePt t="160156" x="4694238" y="3603625"/>
          <p14:tracePt t="160163" x="4706938" y="3603625"/>
          <p14:tracePt t="160171" x="4743450" y="3603625"/>
          <p14:tracePt t="160179" x="4756150" y="3603625"/>
          <p14:tracePt t="160187" x="4768850" y="3603625"/>
          <p14:tracePt t="160195" x="4781550" y="3603625"/>
          <p14:tracePt t="160243" x="4794250" y="3603625"/>
          <p14:tracePt t="160251" x="4806950" y="3603625"/>
          <p14:tracePt t="160290" x="4819650" y="3603625"/>
          <p14:tracePt t="162611" x="4832350" y="3590925"/>
          <p14:tracePt t="162619" x="4856163" y="3590925"/>
          <p14:tracePt t="162627" x="4894263" y="3590925"/>
          <p14:tracePt t="162634" x="4956175" y="3590925"/>
          <p14:tracePt t="162643" x="5045075" y="3590925"/>
          <p14:tracePt t="162651" x="5132388" y="3590925"/>
          <p14:tracePt t="162659" x="5170488" y="3590925"/>
          <p14:tracePt t="162699" x="5181600" y="3590925"/>
          <p14:tracePt t="162883" x="5181600" y="3579813"/>
          <p14:tracePt t="162891" x="5181600" y="3567113"/>
          <p14:tracePt t="162899" x="5157788" y="3567113"/>
          <p14:tracePt t="162906" x="5132388" y="3554413"/>
          <p14:tracePt t="162915" x="5094288" y="3554413"/>
          <p14:tracePt t="162942" x="5057775" y="3554413"/>
          <p14:tracePt t="162947" x="5045075" y="3554413"/>
          <p14:tracePt t="162954" x="5032375" y="3554413"/>
          <p14:tracePt t="163011" x="5006975" y="3554413"/>
          <p14:tracePt t="163019" x="4981575" y="3554413"/>
          <p14:tracePt t="163027" x="4968875" y="3554413"/>
          <p14:tracePt t="163035" x="4945063" y="3554413"/>
          <p14:tracePt t="163043" x="4932363" y="3554413"/>
          <p14:tracePt t="163083" x="4919663" y="3554413"/>
          <p14:tracePt t="163091" x="4906963" y="3554413"/>
          <p14:tracePt t="163123" x="4894263" y="3554413"/>
          <p14:tracePt t="163147" x="4881563" y="3554413"/>
          <p14:tracePt t="163195" x="4856163" y="3567113"/>
          <p14:tracePt t="163339" x="4881563" y="3579813"/>
          <p14:tracePt t="163347" x="4894263" y="3579813"/>
          <p14:tracePt t="163355" x="4932363" y="3579813"/>
          <p14:tracePt t="163370" x="4945063" y="3579813"/>
          <p14:tracePt t="163379" x="4968875" y="3579813"/>
          <p14:tracePt t="163386" x="4981575" y="3579813"/>
          <p14:tracePt t="163403" x="4994275" y="3579813"/>
          <p14:tracePt t="163410" x="5006975" y="3579813"/>
          <p14:tracePt t="163426" x="5032375" y="3579813"/>
          <p14:tracePt t="163434" x="5057775" y="3579813"/>
          <p14:tracePt t="163443" x="5094288" y="3579813"/>
          <p14:tracePt t="163451" x="5132388" y="3579813"/>
          <p14:tracePt t="163460" x="5170488" y="3579813"/>
          <p14:tracePt t="163467" x="5207000" y="3579813"/>
          <p14:tracePt t="163475" x="5245100" y="3579813"/>
          <p14:tracePt t="163483" x="5294313" y="3579813"/>
          <p14:tracePt t="163490" x="5332413" y="3579813"/>
          <p14:tracePt t="163515" x="5345113" y="3579813"/>
          <p14:tracePt t="163539" x="5370513" y="3579813"/>
          <p14:tracePt t="163547" x="5383213" y="3579813"/>
          <p14:tracePt t="163554" x="5407025" y="3579813"/>
          <p14:tracePt t="163595" x="5419725" y="3579813"/>
          <p14:tracePt t="163707" x="5432425" y="3603625"/>
          <p14:tracePt t="163715" x="5445125" y="3603625"/>
          <p14:tracePt t="163722" x="5470525" y="3616325"/>
          <p14:tracePt t="163731" x="5495925" y="3629025"/>
          <p14:tracePt t="163738" x="5532438" y="3641725"/>
          <p14:tracePt t="163747" x="5557838" y="3641725"/>
          <p14:tracePt t="163754" x="5607050" y="3641725"/>
          <p14:tracePt t="163763" x="5657850" y="3641725"/>
          <p14:tracePt t="163770" x="5708650" y="3641725"/>
          <p14:tracePt t="163779" x="5770563" y="3641725"/>
          <p14:tracePt t="163787" x="5808663" y="3641725"/>
          <p14:tracePt t="163795" x="5832475" y="3641725"/>
          <p14:tracePt t="163803" x="5857875" y="3641725"/>
          <p14:tracePt t="163811" x="5870575" y="3641725"/>
          <p14:tracePt t="163819" x="5883275" y="3641725"/>
          <p14:tracePt t="163867" x="5895975" y="3641725"/>
          <p14:tracePt t="163874" x="5908675" y="3641725"/>
          <p14:tracePt t="163883" x="5921375" y="3641725"/>
          <p14:tracePt t="163891" x="5932488" y="3641725"/>
          <p14:tracePt t="163899" x="5945188" y="3641725"/>
          <p14:tracePt t="163907" x="5957888" y="3641725"/>
          <p14:tracePt t="163931" x="5970588" y="3641725"/>
          <p14:tracePt t="163971" x="5983288" y="3641725"/>
          <p14:tracePt t="163979" x="6008688" y="3641725"/>
          <p14:tracePt t="163987" x="6034088" y="3641725"/>
          <p14:tracePt t="163994" x="6057900" y="3641725"/>
          <p14:tracePt t="164003" x="6083300" y="3641725"/>
          <p14:tracePt t="164043" x="6096000" y="3641725"/>
          <p14:tracePt t="164163" x="6121400" y="3641725"/>
          <p14:tracePt t="164203" x="6134100" y="3641725"/>
          <p14:tracePt t="164211" x="6157913" y="3641725"/>
          <p14:tracePt t="164219" x="6183313" y="3641725"/>
          <p14:tracePt t="164226" x="6246813" y="3641725"/>
          <p14:tracePt t="164235" x="6334125" y="3641725"/>
          <p14:tracePt t="164242" x="6421438" y="3641725"/>
          <p14:tracePt t="164251" x="6508750" y="3641725"/>
          <p14:tracePt t="164259" x="6584950" y="3641725"/>
          <p14:tracePt t="164267" x="6696075" y="3629025"/>
          <p14:tracePt t="164274" x="6784975" y="3603625"/>
          <p14:tracePt t="164283" x="6859588" y="3590925"/>
          <p14:tracePt t="164291" x="6934200" y="3579813"/>
          <p14:tracePt t="164299" x="7010400" y="3579813"/>
          <p14:tracePt t="164306" x="7046913" y="3567113"/>
          <p14:tracePt t="164315" x="7085013" y="3567113"/>
          <p14:tracePt t="164323" x="7110413" y="3554413"/>
          <p14:tracePt t="164538" x="7123113" y="3554413"/>
          <p14:tracePt t="164546" x="7134225" y="3554413"/>
          <p14:tracePt t="164571" x="7146925" y="3554413"/>
          <p14:tracePt t="164587" x="7172325" y="3554413"/>
          <p14:tracePt t="164603" x="7197725" y="3554413"/>
          <p14:tracePt t="164610" x="7223125" y="3554413"/>
          <p14:tracePt t="164619" x="7272338" y="3554413"/>
          <p14:tracePt t="164626" x="7310438" y="3554413"/>
          <p14:tracePt t="164635" x="7348538" y="3554413"/>
          <p14:tracePt t="164643" x="7372350" y="3554413"/>
          <p14:tracePt t="164659" x="7385050" y="3554413"/>
          <p14:tracePt t="164730" x="7410450" y="3554413"/>
          <p14:tracePt t="164746" x="7423150" y="3554413"/>
          <p14:tracePt t="164755" x="7423150" y="3567113"/>
          <p14:tracePt t="164787" x="7448550" y="3579813"/>
          <p14:tracePt t="164794" x="7523163" y="3603625"/>
          <p14:tracePt t="164803" x="7585075" y="3616325"/>
          <p14:tracePt t="164810" x="7661275" y="3641725"/>
          <p14:tracePt t="164818" x="7723188" y="3641725"/>
          <p14:tracePt t="164826" x="7810500" y="3654425"/>
          <p14:tracePt t="164835" x="7861300" y="3654425"/>
          <p14:tracePt t="164843" x="7897813" y="3654425"/>
          <p14:tracePt t="164852" x="7910513" y="3654425"/>
          <p14:tracePt t="164923" x="7923213" y="3654425"/>
          <p14:tracePt t="164930" x="7935913" y="3654425"/>
          <p14:tracePt t="165011" x="7935913" y="3641725"/>
          <p14:tracePt t="165019" x="7923213" y="3641725"/>
          <p14:tracePt t="165035" x="7923213" y="3629025"/>
          <p14:tracePt t="165042" x="7910513" y="3629025"/>
          <p14:tracePt t="165052" x="7897813" y="3629025"/>
          <p14:tracePt t="165059" x="7886700" y="3629025"/>
          <p14:tracePt t="165074" x="7861300" y="3629025"/>
          <p14:tracePt t="165083" x="7848600" y="3629025"/>
          <p14:tracePt t="165090" x="7810500" y="3629025"/>
          <p14:tracePt t="165099" x="7785100" y="3629025"/>
          <p14:tracePt t="165106" x="7735888" y="3603625"/>
          <p14:tracePt t="165115" x="7697788" y="3603625"/>
          <p14:tracePt t="165122" x="7661275" y="3603625"/>
          <p14:tracePt t="165131" x="7610475" y="3603625"/>
          <p14:tracePt t="165139" x="7585075" y="3603625"/>
          <p14:tracePt t="165148" x="7548563" y="3603625"/>
          <p14:tracePt t="165154" x="7497763" y="3603625"/>
          <p14:tracePt t="165162" x="7448550" y="3603625"/>
          <p14:tracePt t="165171" x="7410450" y="3603625"/>
          <p14:tracePt t="165178" x="7359650" y="3616325"/>
          <p14:tracePt t="165186" x="7297738" y="3629025"/>
          <p14:tracePt t="165194" x="7246938" y="3667125"/>
          <p14:tracePt t="165203" x="7210425" y="3679825"/>
          <p14:tracePt t="165211" x="7172325" y="3692525"/>
          <p14:tracePt t="165219" x="7159625" y="3716338"/>
          <p14:tracePt t="165491" x="7146925" y="3716338"/>
          <p14:tracePt t="165506" x="7146925" y="3729038"/>
          <p14:tracePt t="165515" x="7110413" y="3741738"/>
          <p14:tracePt t="165522" x="7046913" y="3767138"/>
          <p14:tracePt t="165530" x="6910388" y="3854450"/>
          <p14:tracePt t="165538" x="6721475" y="3954463"/>
          <p14:tracePt t="165546" x="6459538" y="4105275"/>
          <p14:tracePt t="165555" x="6021388" y="4418013"/>
          <p14:tracePt t="165562" x="5519738" y="4667250"/>
          <p14:tracePt t="165571" x="5057775" y="4905375"/>
          <p14:tracePt t="165578" x="4668838" y="5118100"/>
          <p14:tracePt t="165587" x="4381500" y="5343525"/>
          <p14:tracePt t="165594" x="4168775" y="5507038"/>
          <p14:tracePt t="165603" x="4092575" y="5581650"/>
          <p14:tracePt t="165610" x="4068763" y="5607050"/>
          <p14:tracePt t="165619" x="4068763" y="5619750"/>
          <p14:tracePt t="165651" x="4068763" y="5630863"/>
          <p14:tracePt t="165659" x="4068763" y="5643563"/>
          <p14:tracePt t="165666" x="4068763" y="5681663"/>
          <p14:tracePt t="165675" x="4068763" y="5694363"/>
          <p14:tracePt t="165683" x="4068763" y="5732463"/>
          <p14:tracePt t="165691" x="4068763" y="5743575"/>
          <p14:tracePt t="165700" x="4068763" y="5781675"/>
          <p14:tracePt t="165707" x="4068763" y="5807075"/>
          <p14:tracePt t="165714" x="4092575" y="5832475"/>
          <p14:tracePt t="165731" x="4105275" y="5843588"/>
          <p14:tracePt t="165755" x="4105275" y="5868988"/>
          <p14:tracePt t="165771" x="4117975" y="5868988"/>
          <p14:tracePt t="165787" x="4117975" y="5881688"/>
          <p14:tracePt t="165794" x="4130675" y="5881688"/>
          <p14:tracePt t="165803" x="4143375" y="5894388"/>
          <p14:tracePt t="165810" x="4143375" y="5907088"/>
          <p14:tracePt t="165827" x="4168775" y="5907088"/>
          <p14:tracePt t="165835" x="4205288" y="5907088"/>
          <p14:tracePt t="165842" x="4256088" y="5907088"/>
          <p14:tracePt t="165851" x="4305300" y="5907088"/>
          <p14:tracePt t="165859" x="4394200" y="5868988"/>
          <p14:tracePt t="165867" x="4530725" y="5832475"/>
          <p14:tracePt t="165875" x="4668838" y="5768975"/>
          <p14:tracePt t="165883" x="4806950" y="5732463"/>
          <p14:tracePt t="165891" x="4932363" y="5694363"/>
          <p14:tracePt t="165898" x="5019675" y="5668963"/>
          <p14:tracePt t="165907" x="5094288" y="5630863"/>
          <p14:tracePt t="165914" x="5106988" y="5630863"/>
          <p14:tracePt t="165934" x="5132388" y="5594350"/>
          <p14:tracePt t="165946" x="5132388" y="5581650"/>
          <p14:tracePt t="165955" x="5145088" y="5581650"/>
          <p14:tracePt t="165963" x="5157788" y="5581650"/>
          <p14:tracePt t="165971" x="5181600" y="5581650"/>
          <p14:tracePt t="165978" x="5194300" y="5581650"/>
          <p14:tracePt t="165987" x="5232400" y="5581650"/>
          <p14:tracePt t="165994" x="5245100" y="5581650"/>
          <p14:tracePt t="166011" x="5270500" y="5581650"/>
          <p14:tracePt t="166019" x="5294313" y="5568950"/>
          <p14:tracePt t="166026" x="5319713" y="5568950"/>
          <p14:tracePt t="166034" x="5357813" y="5568950"/>
          <p14:tracePt t="166043" x="5407025" y="5543550"/>
          <p14:tracePt t="166051" x="5483225" y="5530850"/>
          <p14:tracePt t="166059" x="5532438" y="5530850"/>
          <p14:tracePt t="166067" x="5583238" y="5518150"/>
          <p14:tracePt t="166074" x="5619750" y="5518150"/>
          <p14:tracePt t="166084" x="5645150" y="5518150"/>
          <p14:tracePt t="166091" x="5670550" y="5494338"/>
          <p14:tracePt t="166139" x="5683250" y="5481638"/>
          <p14:tracePt t="166146" x="5695950" y="5456238"/>
          <p14:tracePt t="166156" x="5719763" y="5443538"/>
          <p14:tracePt t="166162" x="5732463" y="5430838"/>
          <p14:tracePt t="166170" x="5770563" y="5407025"/>
          <p14:tracePt t="166178" x="5795963" y="5394325"/>
          <p14:tracePt t="166195" x="5808663" y="5381625"/>
          <p14:tracePt t="166211" x="5808663" y="5368925"/>
          <p14:tracePt t="166218" x="5808663" y="5356225"/>
          <p14:tracePt t="166227" x="5783263" y="5343525"/>
          <p14:tracePt t="166235" x="5757863" y="5330825"/>
          <p14:tracePt t="166242" x="5732463" y="5318125"/>
          <p14:tracePt t="166251" x="5719763" y="5305425"/>
          <p14:tracePt t="166259" x="5683250" y="5305425"/>
          <p14:tracePt t="166268" x="5645150" y="5305425"/>
          <p14:tracePt t="166275" x="5607050" y="5281613"/>
          <p14:tracePt t="166282" x="5583238" y="5268913"/>
          <p14:tracePt t="166291" x="5545138" y="5268913"/>
          <p14:tracePt t="166298" x="5532438" y="5268913"/>
          <p14:tracePt t="166307" x="5495925" y="5268913"/>
          <p14:tracePt t="166314" x="5445125" y="5268913"/>
          <p14:tracePt t="166322" x="5370513" y="5268913"/>
          <p14:tracePt t="166330" x="5319713" y="5268913"/>
          <p14:tracePt t="166339" x="5270500" y="5268913"/>
          <p14:tracePt t="166346" x="5219700" y="5268913"/>
          <p14:tracePt t="166356" x="5181600" y="5268913"/>
          <p14:tracePt t="166362" x="5132388" y="5268913"/>
          <p14:tracePt t="166370" x="5094288" y="5268913"/>
          <p14:tracePt t="166378" x="5057775" y="5268913"/>
          <p14:tracePt t="166387" x="5032375" y="5268913"/>
          <p14:tracePt t="166394" x="5006975" y="5268913"/>
          <p14:tracePt t="166403" x="4968875" y="5268913"/>
          <p14:tracePt t="166410" x="4945063" y="5268913"/>
          <p14:tracePt t="166419" x="4894263" y="5268913"/>
          <p14:tracePt t="166426" x="4832350" y="5268913"/>
          <p14:tracePt t="166435" x="4768850" y="5268913"/>
          <p14:tracePt t="166443" x="4706938" y="5268913"/>
          <p14:tracePt t="166451" x="4630738" y="5268913"/>
          <p14:tracePt t="166459" x="4594225" y="5268913"/>
          <p14:tracePt t="166467" x="4556125" y="5268913"/>
          <p14:tracePt t="166475" x="4543425" y="5268913"/>
          <p14:tracePt t="166482" x="4530725" y="5268913"/>
          <p14:tracePt t="166499" x="4506913" y="5268913"/>
          <p14:tracePt t="166507" x="4494213" y="5281613"/>
          <p14:tracePt t="166523" x="4468813" y="5294313"/>
          <p14:tracePt t="166530" x="4443413" y="5305425"/>
          <p14:tracePt t="166539" x="4418013" y="5318125"/>
          <p14:tracePt t="166546" x="4381500" y="5330825"/>
          <p14:tracePt t="166555" x="4330700" y="5343525"/>
          <p14:tracePt t="166562" x="4294188" y="5368925"/>
          <p14:tracePt t="166571" x="4256088" y="5368925"/>
          <p14:tracePt t="166578" x="4243388" y="5381625"/>
          <p14:tracePt t="166587" x="4230688" y="5381625"/>
          <p14:tracePt t="166594" x="4217988" y="5381625"/>
          <p14:tracePt t="166603" x="4205288" y="5407025"/>
          <p14:tracePt t="166635" x="4192588" y="5407025"/>
          <p14:tracePt t="166650" x="4192588" y="5418138"/>
          <p14:tracePt t="166667" x="4192588" y="5430838"/>
          <p14:tracePt t="166675" x="4192588" y="5443538"/>
          <p14:tracePt t="166683" x="4217988" y="5456238"/>
          <p14:tracePt t="166691" x="4256088" y="5468938"/>
          <p14:tracePt t="166698" x="4281488" y="5481638"/>
          <p14:tracePt t="166707" x="4318000" y="5494338"/>
          <p14:tracePt t="166714" x="4368800" y="5507038"/>
          <p14:tracePt t="166723" x="4430713" y="5518150"/>
          <p14:tracePt t="166730" x="4494213" y="5530850"/>
          <p14:tracePt t="166739" x="4568825" y="5543550"/>
          <p14:tracePt t="166746" x="4681538" y="5543550"/>
          <p14:tracePt t="166755" x="4781550" y="5543550"/>
          <p14:tracePt t="166762" x="4881563" y="5543550"/>
          <p14:tracePt t="166771" x="4994275" y="5543550"/>
          <p14:tracePt t="166779" x="5119688" y="5543550"/>
          <p14:tracePt t="166787" x="5207000" y="5543550"/>
          <p14:tracePt t="166794" x="5307013" y="5543550"/>
          <p14:tracePt t="166802" x="5370513" y="5543550"/>
          <p14:tracePt t="166810" x="5419725" y="5543550"/>
          <p14:tracePt t="166819" x="5483225" y="5530850"/>
          <p14:tracePt t="166827" x="5532438" y="5518150"/>
          <p14:tracePt t="166835" x="5557838" y="5494338"/>
          <p14:tracePt t="166842" x="5583238" y="5494338"/>
          <p14:tracePt t="166850" x="5619750" y="5481638"/>
          <p14:tracePt t="166858" x="5657850" y="5481638"/>
          <p14:tracePt t="166866" x="5708650" y="5468938"/>
          <p14:tracePt t="166875" x="5795963" y="5443538"/>
          <p14:tracePt t="166882" x="5821363" y="5443538"/>
          <p14:tracePt t="166891" x="5870575" y="5418138"/>
          <p14:tracePt t="166898" x="5895975" y="5418138"/>
          <p14:tracePt t="166907" x="5932488" y="5394325"/>
          <p14:tracePt t="166914" x="5945188" y="5394325"/>
          <p14:tracePt t="166930" x="5945188" y="5381625"/>
          <p14:tracePt t="166938" x="5945188" y="5368925"/>
          <p14:tracePt t="166946" x="5945188" y="5356225"/>
          <p14:tracePt t="166963" x="5945188" y="5330825"/>
          <p14:tracePt t="166970" x="5932488" y="5305425"/>
          <p14:tracePt t="166979" x="5921375" y="5305425"/>
          <p14:tracePt t="166986" x="5921375" y="5294313"/>
          <p14:tracePt t="166995" x="5908675" y="5268913"/>
          <p14:tracePt t="167003" x="5895975" y="5268913"/>
          <p14:tracePt t="167011" x="5883275" y="5268913"/>
          <p14:tracePt t="167020" x="5857875" y="5256213"/>
          <p14:tracePt t="167026" x="5832475" y="5243513"/>
          <p14:tracePt t="167034" x="5821363" y="5230813"/>
          <p14:tracePt t="167043" x="5783263" y="5230813"/>
          <p14:tracePt t="167050" x="5732463" y="5230813"/>
          <p14:tracePt t="167059" x="5695950" y="5230813"/>
          <p14:tracePt t="167066" x="5619750" y="5218113"/>
          <p14:tracePt t="167075" x="5519738" y="5205413"/>
          <p14:tracePt t="167082" x="5419725" y="5205413"/>
          <p14:tracePt t="167091" x="5332413" y="5205413"/>
          <p14:tracePt t="167098" x="5281613" y="5181600"/>
          <p14:tracePt t="167107" x="5232400" y="5181600"/>
          <p14:tracePt t="167114" x="5194300" y="5168900"/>
          <p14:tracePt t="167123" x="5157788" y="5168900"/>
          <p14:tracePt t="167131" x="5132388" y="5168900"/>
          <p14:tracePt t="167138" x="5106988" y="5168900"/>
          <p14:tracePt t="167146" x="5094288" y="5168900"/>
          <p14:tracePt t="167155" x="5081588" y="5168900"/>
          <p14:tracePt t="167163" x="5057775" y="5168900"/>
          <p14:tracePt t="167170" x="5019675" y="5168900"/>
          <p14:tracePt t="167179" x="4968875" y="5168900"/>
          <p14:tracePt t="167187" x="4919663" y="5168900"/>
          <p14:tracePt t="167194" x="4856163" y="5168900"/>
          <p14:tracePt t="167204" x="4806950" y="5168900"/>
          <p14:tracePt t="167210" x="4743450" y="5168900"/>
          <p14:tracePt t="167218" x="4694238" y="5168900"/>
          <p14:tracePt t="167227" x="4643438" y="5168900"/>
          <p14:tracePt t="167234" x="4606925" y="5168900"/>
          <p14:tracePt t="167243" x="4556125" y="5168900"/>
          <p14:tracePt t="167250" x="4543425" y="5168900"/>
          <p14:tracePt t="167259" x="4506913" y="5168900"/>
          <p14:tracePt t="167266" x="4481513" y="5168900"/>
          <p14:tracePt t="167274" x="4468813" y="5168900"/>
          <p14:tracePt t="167283" x="4430713" y="5168900"/>
          <p14:tracePt t="167291" x="4418013" y="5168900"/>
          <p14:tracePt t="167298" x="4406900" y="5168900"/>
          <p14:tracePt t="167307" x="4381500" y="5168900"/>
          <p14:tracePt t="167314" x="4381500" y="5181600"/>
          <p14:tracePt t="167322" x="4368800" y="5194300"/>
          <p14:tracePt t="167331" x="4343400" y="5194300"/>
          <p14:tracePt t="167338" x="4343400" y="5205413"/>
          <p14:tracePt t="167346" x="4343400" y="5218113"/>
          <p14:tracePt t="167354" x="4343400" y="5243513"/>
          <p14:tracePt t="167363" x="4343400" y="5256213"/>
          <p14:tracePt t="167371" x="4343400" y="5281613"/>
          <p14:tracePt t="167379" x="4343400" y="5294313"/>
          <p14:tracePt t="167394" x="4343400" y="5318125"/>
          <p14:tracePt t="167403" x="4343400" y="5330825"/>
          <p14:tracePt t="167427" x="4356100" y="5343525"/>
          <p14:tracePt t="167434" x="4381500" y="5356225"/>
          <p14:tracePt t="167443" x="4406900" y="5381625"/>
          <p14:tracePt t="167450" x="4443413" y="5381625"/>
          <p14:tracePt t="167460" x="4518025" y="5394325"/>
          <p14:tracePt t="167466" x="4606925" y="5394325"/>
          <p14:tracePt t="167474" x="4719638" y="5418138"/>
          <p14:tracePt t="167482" x="4856163" y="5418138"/>
          <p14:tracePt t="167491" x="4981575" y="5418138"/>
          <p14:tracePt t="167498" x="5106988" y="5418138"/>
          <p14:tracePt t="167507" x="5157788" y="5418138"/>
          <p14:tracePt t="167514" x="5219700" y="5418138"/>
          <p14:tracePt t="167522" x="5294313" y="5418138"/>
          <p14:tracePt t="167530" x="5332413" y="5418138"/>
          <p14:tracePt t="167539" x="5370513" y="5418138"/>
          <p14:tracePt t="167546" x="5383213" y="5407025"/>
          <p14:tracePt t="167554" x="5419725" y="5381625"/>
          <p14:tracePt t="167563" x="5432425" y="5356225"/>
          <p14:tracePt t="167571" x="5445125" y="5343525"/>
          <p14:tracePt t="167578" x="5445125" y="5305425"/>
          <p14:tracePt t="167588" x="5445125" y="5281613"/>
          <p14:tracePt t="167595" x="5445125" y="5243513"/>
          <p14:tracePt t="167602" x="5445125" y="5205413"/>
          <p14:tracePt t="167610" x="5445125" y="5181600"/>
          <p14:tracePt t="167618" x="5445125" y="5156200"/>
          <p14:tracePt t="167626" x="5419725" y="5118100"/>
          <p14:tracePt t="167634" x="5407025" y="5105400"/>
          <p14:tracePt t="167643" x="5383213" y="5092700"/>
          <p14:tracePt t="167650" x="5370513" y="5068888"/>
          <p14:tracePt t="167660" x="5345113" y="5056188"/>
          <p14:tracePt t="167666" x="5332413" y="5056188"/>
          <p14:tracePt t="167674" x="5307013" y="5043488"/>
          <p14:tracePt t="167683" x="5281613" y="5030788"/>
          <p14:tracePt t="167691" x="5232400" y="5005388"/>
          <p14:tracePt t="167698" x="5132388" y="4992688"/>
          <p14:tracePt t="167706" x="5006975" y="4992688"/>
          <p14:tracePt t="167714" x="4881563" y="4992688"/>
          <p14:tracePt t="167723" x="4732338" y="4992688"/>
          <p14:tracePt t="167731" x="4619625" y="4992688"/>
          <p14:tracePt t="167739" x="4506913" y="4992688"/>
          <p14:tracePt t="167746" x="4381500" y="4992688"/>
          <p14:tracePt t="167755" x="4256088" y="5043488"/>
          <p14:tracePt t="167762" x="4130675" y="5105400"/>
          <p14:tracePt t="167772" x="4043363" y="5130800"/>
          <p14:tracePt t="167779" x="3968750" y="5181600"/>
          <p14:tracePt t="167786" x="3905250" y="5230813"/>
          <p14:tracePt t="167795" x="3892550" y="5243513"/>
          <p14:tracePt t="167802" x="3867150" y="5268913"/>
          <p14:tracePt t="167810" x="3867150" y="5305425"/>
          <p14:tracePt t="167818" x="3867150" y="5330825"/>
          <p14:tracePt t="167827" x="3867150" y="5368925"/>
          <p14:tracePt t="167834" x="3867150" y="5394325"/>
          <p14:tracePt t="167843" x="3867150" y="5418138"/>
          <p14:tracePt t="167850" x="3867150" y="5456238"/>
          <p14:tracePt t="167860" x="3905250" y="5481638"/>
          <p14:tracePt t="167866" x="3956050" y="5507038"/>
          <p14:tracePt t="167874" x="4005263" y="5518150"/>
          <p14:tracePt t="167882" x="4092575" y="5530850"/>
          <p14:tracePt t="167890" x="4192588" y="5556250"/>
          <p14:tracePt t="167898" x="4318000" y="5556250"/>
          <p14:tracePt t="167907" x="4468813" y="5556250"/>
          <p14:tracePt t="167914" x="4643438" y="5556250"/>
          <p14:tracePt t="167923" x="4843463" y="5556250"/>
          <p14:tracePt t="167930" x="5032375" y="5556250"/>
          <p14:tracePt t="167939" x="5194300" y="5556250"/>
          <p14:tracePt t="167947" x="5332413" y="5530850"/>
          <p14:tracePt t="167956" x="5432425" y="5494338"/>
          <p14:tracePt t="167962" x="5519738" y="5468938"/>
          <p14:tracePt t="167971" x="5595938" y="5418138"/>
          <p14:tracePt t="167979" x="5619750" y="5394325"/>
          <p14:tracePt t="167986" x="5632450" y="5381625"/>
          <p14:tracePt t="167994" x="5632450" y="5356225"/>
          <p14:tracePt t="168002" x="5632450" y="5330825"/>
          <p14:tracePt t="168011" x="5619750" y="5281613"/>
          <p14:tracePt t="168018" x="5607050" y="5268913"/>
          <p14:tracePt t="168027" x="5545138" y="5230813"/>
          <p14:tracePt t="168034" x="5470525" y="5181600"/>
          <p14:tracePt t="168043" x="5394325" y="5156200"/>
          <p14:tracePt t="168050" x="5294313" y="5118100"/>
          <p14:tracePt t="168058" x="5170488" y="5092700"/>
          <p14:tracePt t="168067" x="5045075" y="5081588"/>
          <p14:tracePt t="168075" x="4906963" y="5081588"/>
          <p14:tracePt t="168082" x="4756150" y="5081588"/>
          <p14:tracePt t="168091" x="4606925" y="5081588"/>
          <p14:tracePt t="168098" x="4456113" y="5081588"/>
          <p14:tracePt t="168106" x="4294188" y="5081588"/>
          <p14:tracePt t="168115" x="4156075" y="5081588"/>
          <p14:tracePt t="168123" x="4043363" y="5081588"/>
          <p14:tracePt t="168130" x="3943350" y="5118100"/>
          <p14:tracePt t="168139" x="3867150" y="5143500"/>
          <p14:tracePt t="168147" x="3805238" y="5181600"/>
          <p14:tracePt t="168155" x="3779838" y="5205413"/>
          <p14:tracePt t="168162" x="3767138" y="5243513"/>
          <p14:tracePt t="168170" x="3756025" y="5281613"/>
          <p14:tracePt t="168179" x="3756025" y="5318125"/>
          <p14:tracePt t="168186" x="3756025" y="5356225"/>
          <p14:tracePt t="168194" x="3756025" y="5368925"/>
          <p14:tracePt t="168202" x="3756025" y="5407025"/>
          <p14:tracePt t="168211" x="3817938" y="5443538"/>
          <p14:tracePt t="168218" x="3892550" y="5481638"/>
          <p14:tracePt t="168227" x="3979863" y="5507038"/>
          <p14:tracePt t="168234" x="4081463" y="5507038"/>
          <p14:tracePt t="168242" x="4230688" y="5530850"/>
          <p14:tracePt t="168251" x="4368800" y="5530850"/>
          <p14:tracePt t="168259" x="4543425" y="5530850"/>
          <p14:tracePt t="168266" x="4732338" y="5530850"/>
          <p14:tracePt t="168274" x="4868863" y="5530850"/>
          <p14:tracePt t="168282" x="5032375" y="5530850"/>
          <p14:tracePt t="168291" x="5132388" y="5507038"/>
          <p14:tracePt t="168299" x="5207000" y="5468938"/>
          <p14:tracePt t="168307" x="5281613" y="5418138"/>
          <p14:tracePt t="168315" x="5307013" y="5381625"/>
          <p14:tracePt t="168323" x="5332413" y="5356225"/>
          <p14:tracePt t="168330" x="5332413" y="5305425"/>
          <p14:tracePt t="168338" x="5332413" y="5268913"/>
          <p14:tracePt t="168347" x="5332413" y="5218113"/>
          <p14:tracePt t="168354" x="5307013" y="5181600"/>
          <p14:tracePt t="168363" x="5219700" y="5130800"/>
          <p14:tracePt t="168370" x="5132388" y="5092700"/>
          <p14:tracePt t="168379" x="5019675" y="5056188"/>
          <p14:tracePt t="168386" x="4906963" y="5030788"/>
          <p14:tracePt t="168395" x="4768850" y="5030788"/>
          <p14:tracePt t="168402" x="4656138" y="5030788"/>
          <p14:tracePt t="168411" x="4518025" y="5030788"/>
          <p14:tracePt t="168418" x="4381500" y="5030788"/>
          <p14:tracePt t="168427" x="4268788" y="5030788"/>
          <p14:tracePt t="168434" x="4181475" y="5056188"/>
          <p14:tracePt t="168443" x="4081463" y="5118100"/>
          <p14:tracePt t="168451" x="3992563" y="5181600"/>
          <p14:tracePt t="168458" x="3956050" y="5218113"/>
          <p14:tracePt t="168467" x="3917950" y="5268913"/>
          <p14:tracePt t="168474" x="3879850" y="5356225"/>
          <p14:tracePt t="168482" x="3879850" y="5381625"/>
          <p14:tracePt t="168491" x="3879850" y="5418138"/>
          <p14:tracePt t="168499" x="3879850" y="5443538"/>
          <p14:tracePt t="168507" x="3943350" y="5494338"/>
          <p14:tracePt t="168514" x="4030663" y="5507038"/>
          <p14:tracePt t="168522" x="4143375" y="5543550"/>
          <p14:tracePt t="168530" x="4243388" y="5543550"/>
          <p14:tracePt t="168538" x="4318000" y="5556250"/>
          <p14:tracePt t="168546" x="4456113" y="5556250"/>
          <p14:tracePt t="168554" x="4606925" y="5556250"/>
          <p14:tracePt t="168563" x="4768850" y="5556250"/>
          <p14:tracePt t="168570" x="4906963" y="5530850"/>
          <p14:tracePt t="168578" x="5057775" y="5468938"/>
          <p14:tracePt t="168586" x="5181600" y="5443538"/>
          <p14:tracePt t="168595" x="5270500" y="5394325"/>
          <p14:tracePt t="168602" x="5345113" y="5343525"/>
          <p14:tracePt t="168610" x="5394325" y="5305425"/>
          <p14:tracePt t="168618" x="5394325" y="5281613"/>
          <p14:tracePt t="168626" x="5394325" y="5256213"/>
          <p14:tracePt t="168634" x="5394325" y="5243513"/>
          <p14:tracePt t="168642" x="5394325" y="5205413"/>
          <p14:tracePt t="168650" x="5307013" y="5181600"/>
          <p14:tracePt t="168658" x="5170488" y="5143500"/>
          <p14:tracePt t="168666" x="5032375" y="5105400"/>
          <p14:tracePt t="168674" x="4881563" y="5105400"/>
          <p14:tracePt t="168682" x="4732338" y="5105400"/>
          <p14:tracePt t="168691" x="4581525" y="5105400"/>
          <p14:tracePt t="168699" x="4468813" y="5105400"/>
          <p14:tracePt t="168708" x="4368800" y="5105400"/>
          <p14:tracePt t="168714" x="4318000" y="5105400"/>
          <p14:tracePt t="168722" x="4256088" y="5130800"/>
          <p14:tracePt t="168730" x="4256088" y="5143500"/>
          <p14:tracePt t="168738" x="4256088" y="5181600"/>
          <p14:tracePt t="168746" x="4256088" y="5218113"/>
          <p14:tracePt t="168754" x="4256088" y="5281613"/>
          <p14:tracePt t="168763" x="4356100" y="5330825"/>
          <p14:tracePt t="168770" x="4456113" y="5368925"/>
          <p14:tracePt t="168779" x="4581525" y="5418138"/>
          <p14:tracePt t="168786" x="4719638" y="5468938"/>
          <p14:tracePt t="168795" x="4856163" y="5481638"/>
          <p14:tracePt t="168802" x="4981575" y="5494338"/>
          <p14:tracePt t="168811" x="5081588" y="5494338"/>
          <p14:tracePt t="168818" x="5181600" y="5494338"/>
          <p14:tracePt t="168827" x="5257800" y="5494338"/>
          <p14:tracePt t="168834" x="5307013" y="5481638"/>
          <p14:tracePt t="168842" x="5357813" y="5456238"/>
          <p14:tracePt t="168850" x="5370513" y="5443538"/>
          <p14:tracePt t="168859" x="5383213" y="5418138"/>
          <p14:tracePt t="168867" x="5383213" y="5381625"/>
          <p14:tracePt t="168875" x="5383213" y="5343525"/>
          <p14:tracePt t="168883" x="5383213" y="5330825"/>
          <p14:tracePt t="168892" x="5332413" y="5294313"/>
          <p14:tracePt t="168898" x="5232400" y="5268913"/>
          <p14:tracePt t="168906" x="5119688" y="5230813"/>
          <p14:tracePt t="168914" x="5032375" y="5230813"/>
          <p14:tracePt t="168923" x="4932363" y="5230813"/>
          <p14:tracePt t="168931" x="4843463" y="5230813"/>
          <p14:tracePt t="168942" x="4794250" y="5230813"/>
          <p14:tracePt t="168946" x="4743450" y="5256213"/>
          <p14:tracePt t="168954" x="4732338" y="5268913"/>
          <p14:tracePt t="168963" x="4719638" y="5294313"/>
          <p14:tracePt t="168971" x="4706938" y="5330825"/>
          <p14:tracePt t="168979" x="4706938" y="5343525"/>
          <p14:tracePt t="168986" x="4706938" y="5368925"/>
          <p14:tracePt t="168994" x="4732338" y="5381625"/>
          <p14:tracePt t="169002" x="4768850" y="5394325"/>
          <p14:tracePt t="169010" x="4832350" y="5418138"/>
          <p14:tracePt t="169018" x="4906963" y="5418138"/>
          <p14:tracePt t="169026" x="5019675" y="5418138"/>
          <p14:tracePt t="169034" x="5119688" y="5418138"/>
          <p14:tracePt t="169043" x="5219700" y="5418138"/>
          <p14:tracePt t="169050" x="5270500" y="5418138"/>
          <p14:tracePt t="169059" x="5307013" y="5407025"/>
          <p14:tracePt t="169067" x="5319713" y="5407025"/>
          <p14:tracePt t="169075" x="5332413" y="5381625"/>
          <p14:tracePt t="169083" x="5332413" y="5356225"/>
          <p14:tracePt t="169091" x="5332413" y="5330825"/>
          <p14:tracePt t="169099" x="5332413" y="5294313"/>
          <p14:tracePt t="169106" x="5332413" y="5256213"/>
          <p14:tracePt t="169115" x="5332413" y="5243513"/>
          <p14:tracePt t="169122" x="5332413" y="5218113"/>
          <p14:tracePt t="169130" x="5332413" y="5205413"/>
          <p14:tracePt t="169138" x="5319713" y="5205413"/>
          <p14:tracePt t="169202" x="5307013" y="5205413"/>
          <p14:tracePt t="169218" x="5307013" y="5218113"/>
          <p14:tracePt t="169267" x="5307013" y="5230813"/>
          <p14:tracePt t="169283" x="5332413" y="5230813"/>
          <p14:tracePt t="169299" x="5370513" y="5230813"/>
          <p14:tracePt t="169306" x="5394325" y="5230813"/>
          <p14:tracePt t="169315" x="5419725" y="5230813"/>
          <p14:tracePt t="169322" x="5457825" y="5218113"/>
          <p14:tracePt t="169331" x="5495925" y="5205413"/>
          <p14:tracePt t="169338" x="5545138" y="5181600"/>
          <p14:tracePt t="169347" x="5645150" y="5130800"/>
          <p14:tracePt t="169354" x="5745163" y="5056188"/>
          <p14:tracePt t="169364" x="5870575" y="4981575"/>
          <p14:tracePt t="169370" x="6008688" y="4879975"/>
          <p14:tracePt t="169378" x="6196013" y="4756150"/>
          <p14:tracePt t="169386" x="6446838" y="4567238"/>
          <p14:tracePt t="169395" x="6584950" y="4467225"/>
          <p14:tracePt t="169402" x="6734175" y="4330700"/>
          <p14:tracePt t="169411" x="6834188" y="4217988"/>
          <p14:tracePt t="169418" x="6934200" y="4129088"/>
          <p14:tracePt t="169426" x="6985000" y="4079875"/>
          <p14:tracePt t="169434" x="7021513" y="4041775"/>
          <p14:tracePt t="169443" x="7046913" y="3992563"/>
          <p14:tracePt t="169451" x="7059613" y="3967163"/>
          <p14:tracePt t="169460" x="7059613" y="3941763"/>
          <p14:tracePt t="169466" x="7059613" y="3929063"/>
          <p14:tracePt t="169474" x="7072313" y="3892550"/>
          <p14:tracePt t="169483" x="7085013" y="3892550"/>
          <p14:tracePt t="169490" x="7085013" y="3879850"/>
          <p14:tracePt t="169498" x="7110413" y="3879850"/>
          <p14:tracePt t="169506" x="7134225" y="3879850"/>
          <p14:tracePt t="169515" x="7172325" y="3854450"/>
          <p14:tracePt t="169522" x="7197725" y="3841750"/>
          <p14:tracePt t="169531" x="7210425" y="3841750"/>
          <p14:tracePt t="169538" x="7246938" y="3841750"/>
          <p14:tracePt t="169547" x="7272338" y="3841750"/>
          <p14:tracePt t="169554" x="7297738" y="3841750"/>
          <p14:tracePt t="169563" x="7335838" y="3841750"/>
          <p14:tracePt t="169571" x="7372350" y="3841750"/>
          <p14:tracePt t="169579" x="7435850" y="3841750"/>
          <p14:tracePt t="169586" x="7485063" y="3841750"/>
          <p14:tracePt t="169595" x="7548563" y="3829050"/>
          <p14:tracePt t="169602" x="7635875" y="3803650"/>
          <p14:tracePt t="169610" x="7748588" y="3792538"/>
          <p14:tracePt t="169618" x="7861300" y="3779838"/>
          <p14:tracePt t="169627" x="7948613" y="3767138"/>
          <p14:tracePt t="169634" x="8010525" y="3767138"/>
          <p14:tracePt t="169643" x="8061325" y="3729038"/>
          <p14:tracePt t="169651" x="8074025" y="3716338"/>
          <p14:tracePt t="169658" x="8086725" y="3716338"/>
          <p14:tracePt t="169691" x="8074025" y="3703638"/>
          <p14:tracePt t="169699" x="8061325" y="3692525"/>
          <p14:tracePt t="169706" x="8048625" y="3679825"/>
          <p14:tracePt t="169723" x="8048625" y="3667125"/>
          <p14:tracePt t="169739" x="8061325" y="3641725"/>
          <p14:tracePt t="169746" x="8074025" y="3629025"/>
          <p14:tracePt t="169762" x="8074025" y="3616325"/>
          <p14:tracePt t="169778" x="8074025" y="3603625"/>
          <p14:tracePt t="169795" x="8061325" y="3579813"/>
          <p14:tracePt t="169803" x="8061325" y="3567113"/>
          <p14:tracePt t="169811" x="8035925" y="3567113"/>
          <p14:tracePt t="169827" x="8035925" y="3554413"/>
          <p14:tracePt t="169842" x="8035925" y="3541713"/>
          <p14:tracePt t="169866" x="8035925" y="3529013"/>
          <p14:tracePt t="169875" x="8035925" y="3516313"/>
          <p14:tracePt t="169883" x="8035925" y="3503613"/>
          <p14:tracePt t="170042" x="8023225" y="3490913"/>
          <p14:tracePt t="170050" x="7999413" y="3490913"/>
          <p14:tracePt t="170058" x="7897813" y="3503613"/>
          <p14:tracePt t="170067" x="7748588" y="3529013"/>
          <p14:tracePt t="170074" x="7523163" y="3541713"/>
          <p14:tracePt t="170082" x="7123113" y="3629025"/>
          <p14:tracePt t="170090" x="6659563" y="3692525"/>
          <p14:tracePt t="170099" x="6134100" y="3767138"/>
          <p14:tracePt t="170106" x="5708650" y="3829050"/>
          <p14:tracePt t="170115" x="5383213" y="3867150"/>
          <p14:tracePt t="170122" x="5157788" y="3892550"/>
          <p14:tracePt t="170131" x="4981575" y="3892550"/>
          <p14:tracePt t="170138" x="4843463" y="3892550"/>
          <p14:tracePt t="170146" x="4781550" y="3892550"/>
          <p14:tracePt t="170154" x="4732338" y="3892550"/>
          <p14:tracePt t="170162" x="4694238" y="3892550"/>
          <p14:tracePt t="170170" x="4668838" y="3892550"/>
          <p14:tracePt t="170186" x="4643438" y="3892550"/>
          <p14:tracePt t="170196" x="4630738" y="3905250"/>
          <p14:tracePt t="170210" x="4606925" y="3916363"/>
          <p14:tracePt t="170218" x="4594225" y="3916363"/>
          <p14:tracePt t="170226" x="4556125" y="3916363"/>
          <p14:tracePt t="170234" x="4543425" y="3916363"/>
          <p14:tracePt t="170242" x="4518025" y="3916363"/>
          <p14:tracePt t="170250" x="4481513" y="3916363"/>
          <p14:tracePt t="170258" x="4456113" y="3941763"/>
          <p14:tracePt t="170274" x="4443413" y="3941763"/>
          <p14:tracePt t="170283" x="4430713" y="3941763"/>
          <p14:tracePt t="170290" x="4418013" y="3941763"/>
          <p14:tracePt t="170354" x="4406900" y="3941763"/>
          <p14:tracePt t="170362" x="4394200" y="3941763"/>
          <p14:tracePt t="170370" x="4381500" y="3941763"/>
          <p14:tracePt t="170386" x="4368800" y="3941763"/>
          <p14:tracePt t="170396" x="4356100" y="3941763"/>
          <p14:tracePt t="170410" x="4343400" y="3941763"/>
          <p14:tracePt t="170419" x="4318000" y="3941763"/>
          <p14:tracePt t="170426" x="4305300" y="3929063"/>
          <p14:tracePt t="170435" x="4281488" y="3929063"/>
          <p14:tracePt t="170442" x="4268788" y="3916363"/>
          <p14:tracePt t="170451" x="4256088" y="3916363"/>
          <p14:tracePt t="170458" x="4243388" y="3905250"/>
          <p14:tracePt t="170515" x="4230688" y="3905250"/>
          <p14:tracePt t="170675" x="4230688" y="3892550"/>
          <p14:tracePt t="170690" x="4243388" y="3879850"/>
          <p14:tracePt t="170707" x="4268788" y="3879850"/>
          <p14:tracePt t="170714" x="4318000" y="3879850"/>
          <p14:tracePt t="170722" x="4406900" y="3892550"/>
          <p14:tracePt t="170731" x="4518025" y="3929063"/>
          <p14:tracePt t="170738" x="4643438" y="3941763"/>
          <p14:tracePt t="170746" x="4756150" y="3954463"/>
          <p14:tracePt t="170754" x="4856163" y="3967163"/>
          <p14:tracePt t="170763" x="4945063" y="3992563"/>
          <p14:tracePt t="170770" x="5019675" y="4005263"/>
          <p14:tracePt t="170779" x="5057775" y="4017963"/>
          <p14:tracePt t="170787" x="5081588" y="4029075"/>
          <p14:tracePt t="170794" x="5106988" y="4041775"/>
          <p14:tracePt t="170802" x="5119688" y="4054475"/>
          <p14:tracePt t="170810" x="5132388" y="4054475"/>
          <p14:tracePt t="170819" x="5132388" y="4079875"/>
          <p14:tracePt t="170826" x="5157788" y="4105275"/>
          <p14:tracePt t="170835" x="5181600" y="4141788"/>
          <p14:tracePt t="170842" x="5245100" y="4205288"/>
          <p14:tracePt t="170851" x="5307013" y="4267200"/>
          <p14:tracePt t="170858" x="5345113" y="4305300"/>
          <p14:tracePt t="170867" x="5394325" y="4405313"/>
          <p14:tracePt t="170874" x="5432425" y="4492625"/>
          <p14:tracePt t="170883" x="5470525" y="4579938"/>
          <p14:tracePt t="170890" x="5483225" y="4679950"/>
          <p14:tracePt t="170898" x="5495925" y="4768850"/>
          <p14:tracePt t="170906" x="5519738" y="4892675"/>
          <p14:tracePt t="170914" x="5519738" y="5018088"/>
          <p14:tracePt t="170922" x="5519738" y="5156200"/>
          <p14:tracePt t="170931" x="5519738" y="5281613"/>
          <p14:tracePt t="170938" x="5519738" y="5407025"/>
          <p14:tracePt t="170947" x="5519738" y="5507038"/>
          <p14:tracePt t="170954" x="5519738" y="5581650"/>
          <p14:tracePt t="170963" x="5519738" y="5643563"/>
          <p14:tracePt t="170970" x="5532438" y="5656263"/>
          <p14:tracePt t="170978" x="5532438" y="5668963"/>
          <p14:tracePt t="170987" x="5532438" y="5681663"/>
          <p14:tracePt t="171058" x="5507038" y="5681663"/>
          <p14:tracePt t="171067" x="5495925" y="5694363"/>
          <p14:tracePt t="171074" x="5483225" y="5694363"/>
          <p14:tracePt t="171083" x="5445125" y="5694363"/>
          <p14:tracePt t="171090" x="5419725" y="5707063"/>
          <p14:tracePt t="171099" x="5370513" y="5707063"/>
          <p14:tracePt t="171106" x="5319713" y="5707063"/>
          <p14:tracePt t="171115" x="5207000" y="5681663"/>
          <p14:tracePt t="171122" x="5094288" y="5643563"/>
          <p14:tracePt t="171131" x="4945063" y="5568950"/>
          <p14:tracePt t="171138" x="4794250" y="5518150"/>
          <p14:tracePt t="171147" x="4681538" y="5507038"/>
          <p14:tracePt t="171154" x="4568825" y="5468938"/>
          <p14:tracePt t="171162" x="4468813" y="5456238"/>
          <p14:tracePt t="171170" x="4330700" y="5443538"/>
          <p14:tracePt t="171178" x="4217988" y="5443538"/>
          <p14:tracePt t="171187" x="4117975" y="5443538"/>
          <p14:tracePt t="171195" x="4030663" y="5443538"/>
          <p14:tracePt t="171203" x="3968750" y="5443538"/>
          <p14:tracePt t="171210" x="3879850" y="5443538"/>
          <p14:tracePt t="171219" x="3817938" y="5456238"/>
          <p14:tracePt t="171226" x="3767138" y="5494338"/>
          <p14:tracePt t="171235" x="3717925" y="5530850"/>
          <p14:tracePt t="171242" x="3667125" y="5594350"/>
          <p14:tracePt t="171258" x="3654425" y="5619750"/>
          <p14:tracePt t="171266" x="3654425" y="5656263"/>
          <p14:tracePt t="171274" x="3654425" y="5668963"/>
          <p14:tracePt t="171290" x="3667125" y="5707063"/>
          <p14:tracePt t="171298" x="3779838" y="5732463"/>
          <p14:tracePt t="171306" x="3930650" y="5732463"/>
          <p14:tracePt t="171315" x="4143375" y="5743575"/>
          <p14:tracePt t="171322" x="4443413" y="5743575"/>
          <p14:tracePt t="171331" x="4756150" y="5743575"/>
          <p14:tracePt t="171338" x="5068888" y="5743575"/>
          <p14:tracePt t="171346" x="5307013" y="5668963"/>
          <p14:tracePt t="171354" x="5495925" y="5594350"/>
          <p14:tracePt t="171362" x="5583238" y="5530850"/>
          <p14:tracePt t="171371" x="5632450" y="5481638"/>
          <p14:tracePt t="171387" x="5632450" y="5456238"/>
          <p14:tracePt t="171394" x="5619750" y="5418138"/>
          <p14:tracePt t="171403" x="5570538" y="5381625"/>
          <p14:tracePt t="171410" x="5483225" y="5356225"/>
          <p14:tracePt t="171419" x="5394325" y="5318125"/>
          <p14:tracePt t="171426" x="5281613" y="5294313"/>
          <p14:tracePt t="171434" x="5181600" y="5268913"/>
          <p14:tracePt t="171442" x="5145088" y="5268913"/>
          <p14:tracePt t="171450" x="5094288" y="5268913"/>
          <p14:tracePt t="171459" x="5068888" y="5268913"/>
          <p14:tracePt t="171467" x="5045075" y="5268913"/>
          <p14:tracePt t="171475" x="5006975" y="5268913"/>
          <p14:tracePt t="171482" x="4968875" y="5268913"/>
          <p14:tracePt t="171490" x="4881563" y="5281613"/>
          <p14:tracePt t="171499" x="4794250" y="5318125"/>
          <p14:tracePt t="171506" x="4706938" y="5356225"/>
          <p14:tracePt t="171515" x="4619625" y="5407025"/>
          <p14:tracePt t="171522" x="4530725" y="5456238"/>
          <p14:tracePt t="171530" x="4456113" y="5507038"/>
          <p14:tracePt t="171539" x="4418013" y="5543550"/>
          <p14:tracePt t="171546" x="4394200" y="5556250"/>
          <p14:tracePt t="171555" x="4381500" y="5568950"/>
          <p14:tracePt t="171603" x="4394200" y="5568950"/>
          <p14:tracePt t="171650" x="4406900" y="5568950"/>
          <p14:tracePt t="172187" x="4430713" y="5568950"/>
          <p14:tracePt t="172202" x="4468813" y="5568950"/>
          <p14:tracePt t="172210" x="4518025" y="5568950"/>
          <p14:tracePt t="172218" x="4606925" y="5556250"/>
          <p14:tracePt t="172226" x="4756150" y="5507038"/>
          <p14:tracePt t="172234" x="5057775" y="5381625"/>
          <p14:tracePt t="172242" x="5483225" y="5156200"/>
          <p14:tracePt t="172251" x="5921375" y="4892675"/>
          <p14:tracePt t="172259" x="6234113" y="4643438"/>
          <p14:tracePt t="172268" x="6446838" y="4430713"/>
          <p14:tracePt t="172274" x="6508750" y="4279900"/>
          <p14:tracePt t="172282" x="6534150" y="4167188"/>
          <p14:tracePt t="172290" x="6534150" y="4054475"/>
          <p14:tracePt t="172298" x="6521450" y="3979863"/>
          <p14:tracePt t="172306" x="6496050" y="3916363"/>
          <p14:tracePt t="172314" x="6472238" y="3879850"/>
          <p14:tracePt t="172323" x="6459538" y="3854450"/>
          <p14:tracePt t="172330" x="6434138" y="3829050"/>
          <p14:tracePt t="172339" x="6421438" y="3829050"/>
          <p14:tracePt t="172346" x="6421438" y="3816350"/>
          <p14:tracePt t="172356" x="6421438" y="3792538"/>
          <p14:tracePt t="172371" x="6421438" y="3767138"/>
          <p14:tracePt t="172378" x="6421438" y="3754438"/>
          <p14:tracePt t="172459" x="6408738" y="3741738"/>
          <p14:tracePt t="172466" x="6396038" y="3741738"/>
          <p14:tracePt t="172475" x="6370638" y="3741738"/>
          <p14:tracePt t="172482" x="6334125" y="3741738"/>
          <p14:tracePt t="172491" x="6296025" y="3729038"/>
          <p14:tracePt t="172498" x="6234113" y="3729038"/>
          <p14:tracePt t="172507" x="6146800" y="3703638"/>
          <p14:tracePt t="172514" x="6083300" y="3703638"/>
          <p14:tracePt t="172523" x="6021388" y="3703638"/>
          <p14:tracePt t="172530" x="6008688" y="3703638"/>
          <p14:tracePt t="172539" x="5970588" y="3703638"/>
          <p14:tracePt t="172546" x="5945188" y="3703638"/>
          <p14:tracePt t="172562" x="5921375" y="3703638"/>
          <p14:tracePt t="172578" x="5908675" y="3703638"/>
          <p14:tracePt t="172586" x="5895975" y="3716338"/>
          <p14:tracePt t="172603" x="5883275" y="3729038"/>
          <p14:tracePt t="172619" x="5883275" y="3741738"/>
          <p14:tracePt t="172666" x="5883275" y="3754438"/>
          <p14:tracePt t="172675" x="5883275" y="3767138"/>
          <p14:tracePt t="172698" x="5895975" y="3767138"/>
          <p14:tracePt t="172707" x="5921375" y="3779838"/>
          <p14:tracePt t="172714" x="5945188" y="3792538"/>
          <p14:tracePt t="172723" x="5957888" y="3792538"/>
          <p14:tracePt t="172730" x="5983288" y="3803650"/>
          <p14:tracePt t="172738" x="6021388" y="3803650"/>
          <p14:tracePt t="172746" x="6070600" y="3816350"/>
          <p14:tracePt t="172755" x="6146800" y="3816350"/>
          <p14:tracePt t="172762" x="6246813" y="3816350"/>
          <p14:tracePt t="172771" x="6334125" y="3816350"/>
          <p14:tracePt t="172778" x="6434138" y="3816350"/>
          <p14:tracePt t="172786" x="6496050" y="3816350"/>
          <p14:tracePt t="172794" x="6559550" y="3816350"/>
          <p14:tracePt t="172802" x="6621463" y="3816350"/>
          <p14:tracePt t="172810" x="6646863" y="3816350"/>
          <p14:tracePt t="172987" x="6659563" y="3816350"/>
          <p14:tracePt t="172994" x="6684963" y="3816350"/>
          <p14:tracePt t="173098" x="6684963" y="3867150"/>
          <p14:tracePt t="173107" x="6659563" y="3916363"/>
          <p14:tracePt t="173114" x="6546850" y="4017963"/>
          <p14:tracePt t="173122" x="6334125" y="4167188"/>
          <p14:tracePt t="173130" x="6083300" y="4354513"/>
          <p14:tracePt t="173138" x="5808663" y="4554538"/>
          <p14:tracePt t="173146" x="5570538" y="4718050"/>
          <p14:tracePt t="173154" x="5357813" y="4856163"/>
          <p14:tracePt t="173162" x="5245100" y="4956175"/>
          <p14:tracePt t="173170" x="5157788" y="5030788"/>
          <p14:tracePt t="173178" x="5068888" y="5118100"/>
          <p14:tracePt t="173187" x="4981575" y="5181600"/>
          <p14:tracePt t="173195" x="4906963" y="5256213"/>
          <p14:tracePt t="173203" x="4843463" y="5343525"/>
          <p14:tracePt t="173210" x="4819650" y="5394325"/>
          <p14:tracePt t="173218" x="4819650" y="5407025"/>
          <p14:tracePt t="173226" x="4819650" y="5418138"/>
          <p14:tracePt t="173234" x="4819650" y="5430838"/>
          <p14:tracePt t="173338" x="4768850" y="5430838"/>
          <p14:tracePt t="173346" x="4732338" y="5430838"/>
          <p14:tracePt t="173354" x="4681538" y="5407025"/>
          <p14:tracePt t="173362" x="4606925" y="5356225"/>
          <p14:tracePt t="173371" x="4530725" y="5330825"/>
          <p14:tracePt t="173378" x="4456113" y="5294313"/>
          <p14:tracePt t="173388" x="4381500" y="5230813"/>
          <p14:tracePt t="173394" x="4330700" y="5181600"/>
          <p14:tracePt t="173402" x="4294188" y="5118100"/>
          <p14:tracePt t="173410" x="4281488" y="5018088"/>
          <p14:tracePt t="173418" x="4256088" y="4905375"/>
          <p14:tracePt t="173426" x="4256088" y="4805363"/>
          <p14:tracePt t="173434" x="4256088" y="4679950"/>
          <p14:tracePt t="173442" x="4256088" y="4567238"/>
          <p14:tracePt t="173450" x="4268788" y="4479925"/>
          <p14:tracePt t="173460" x="4281488" y="4430713"/>
          <p14:tracePt t="173466" x="4305300" y="4367213"/>
          <p14:tracePt t="173475" x="4305300" y="4330700"/>
          <p14:tracePt t="173482" x="4305300" y="4292600"/>
          <p14:tracePt t="173490" x="4305300" y="4267200"/>
          <p14:tracePt t="173498" x="4305300" y="4230688"/>
          <p14:tracePt t="173506" x="4305300" y="4192588"/>
          <p14:tracePt t="173522" x="4305300" y="4179888"/>
          <p14:tracePt t="173530" x="4305300" y="4167188"/>
          <p14:tracePt t="173538" x="4305300" y="4154488"/>
          <p14:tracePt t="173571" x="4294188" y="4154488"/>
          <p14:tracePt t="173594" x="4281488" y="4154488"/>
          <p14:tracePt t="173626" x="4268788" y="4154488"/>
          <p14:tracePt t="173634" x="4256088" y="4154488"/>
          <p14:tracePt t="173650" x="4256088" y="4179888"/>
          <p14:tracePt t="173660" x="4256088" y="4205288"/>
          <p14:tracePt t="173666" x="4256088" y="4254500"/>
          <p14:tracePt t="173674" x="4256088" y="4305300"/>
          <p14:tracePt t="173682" x="4256088" y="4392613"/>
          <p14:tracePt t="173690" x="4256088" y="4467225"/>
          <p14:tracePt t="173699" x="4256088" y="4592638"/>
          <p14:tracePt t="173707" x="4243388" y="4718050"/>
          <p14:tracePt t="173714" x="4217988" y="4830763"/>
          <p14:tracePt t="173723" x="4205288" y="4943475"/>
          <p14:tracePt t="173730" x="4192588" y="5068888"/>
          <p14:tracePt t="173738" x="4192588" y="5143500"/>
          <p14:tracePt t="173746" x="4192588" y="5230813"/>
          <p14:tracePt t="173755" x="4192588" y="5281613"/>
          <p14:tracePt t="173763" x="4192588" y="5294313"/>
          <p14:tracePt t="173772" x="4192588" y="5330825"/>
          <p14:tracePt t="173779" x="4192588" y="5343525"/>
          <p14:tracePt t="173786" x="4192588" y="5368925"/>
          <p14:tracePt t="173794" x="4192588" y="5381625"/>
          <p14:tracePt t="173810" x="4192588" y="5407025"/>
          <p14:tracePt t="173818" x="4192588" y="5418138"/>
          <p14:tracePt t="173827" x="4205288" y="5443538"/>
          <p14:tracePt t="173834" x="4205288" y="5456238"/>
          <p14:tracePt t="173843" x="4217988" y="5481638"/>
          <p14:tracePt t="173850" x="4217988" y="5494338"/>
          <p14:tracePt t="173860" x="4230688" y="5507038"/>
          <p14:tracePt t="173874" x="4230688" y="5518150"/>
          <p14:tracePt t="173930" x="4243388" y="5530850"/>
          <p14:tracePt t="173938" x="4268788" y="5530850"/>
          <p14:tracePt t="173946" x="4305300" y="5530850"/>
          <p14:tracePt t="173955" x="4356100" y="5530850"/>
          <p14:tracePt t="173962" x="4430713" y="5456238"/>
          <p14:tracePt t="173970" x="4643438" y="5305425"/>
          <p14:tracePt t="173979" x="5019675" y="5092700"/>
          <p14:tracePt t="173986" x="5407025" y="4918075"/>
          <p14:tracePt t="173995" x="5857875" y="4718050"/>
          <p14:tracePt t="174002" x="6221413" y="4543425"/>
          <p14:tracePt t="174011" x="6472238" y="4418013"/>
          <p14:tracePt t="174018" x="6746875" y="4267200"/>
          <p14:tracePt t="174027" x="6859588" y="4192588"/>
          <p14:tracePt t="174034" x="6959600" y="4129088"/>
          <p14:tracePt t="174043" x="7046913" y="4079875"/>
          <p14:tracePt t="174050" x="7072313" y="4054475"/>
          <p14:tracePt t="174058" x="7085013" y="4054475"/>
          <p14:tracePt t="174067" x="7097713" y="4029075"/>
          <p14:tracePt t="174107" x="7097713" y="4017963"/>
          <p14:tracePt t="174130" x="7123113" y="3992563"/>
          <p14:tracePt t="174139" x="7146925" y="3992563"/>
          <p14:tracePt t="174146" x="7172325" y="3992563"/>
          <p14:tracePt t="174162" x="7185025" y="3979863"/>
          <p14:tracePt t="174203" x="7197725" y="3967163"/>
          <p14:tracePt t="174211" x="7197725" y="3941763"/>
          <p14:tracePt t="174218" x="7197725" y="3879850"/>
          <p14:tracePt t="174227" x="7223125" y="3792538"/>
          <p14:tracePt t="174234" x="7259638" y="3729038"/>
          <p14:tracePt t="174242" x="7272338" y="3654425"/>
          <p14:tracePt t="174250" x="7272338" y="3629025"/>
          <p14:tracePt t="174258" x="7272338" y="3603625"/>
          <p14:tracePt t="174266" x="7272338" y="3579813"/>
          <p14:tracePt t="174274" x="7272338" y="3554413"/>
          <p14:tracePt t="174282" x="7259638" y="3541713"/>
          <p14:tracePt t="174290" x="7223125" y="3529013"/>
          <p14:tracePt t="174298" x="7172325" y="3529013"/>
          <p14:tracePt t="174306" x="7097713" y="3516313"/>
          <p14:tracePt t="174314" x="6985000" y="3516313"/>
          <p14:tracePt t="174323" x="6846888" y="3516313"/>
          <p14:tracePt t="174330" x="6684963" y="3516313"/>
          <p14:tracePt t="174338" x="6472238" y="3567113"/>
          <p14:tracePt t="174346" x="6183313" y="3654425"/>
          <p14:tracePt t="174354" x="6008688" y="3741738"/>
          <p14:tracePt t="174362" x="5845175" y="3803650"/>
          <p14:tracePt t="174370" x="5745163" y="3854450"/>
          <p14:tracePt t="174379" x="5645150" y="3916363"/>
          <p14:tracePt t="174386" x="5619750" y="3929063"/>
          <p14:tracePt t="174395" x="5619750" y="3941763"/>
          <p14:tracePt t="174402" x="5619750" y="3967163"/>
          <p14:tracePt t="174411" x="5619750" y="3992563"/>
          <p14:tracePt t="174418" x="5619750" y="4017963"/>
          <p14:tracePt t="174426" x="5708650" y="4079875"/>
          <p14:tracePt t="174434" x="5832475" y="4179888"/>
          <p14:tracePt t="174442" x="5945188" y="4241800"/>
          <p14:tracePt t="174450" x="6108700" y="4279900"/>
          <p14:tracePt t="174458" x="6246813" y="4330700"/>
          <p14:tracePt t="174466" x="6383338" y="4330700"/>
          <p14:tracePt t="174474" x="6508750" y="4330700"/>
          <p14:tracePt t="174482" x="6572250" y="4330700"/>
          <p14:tracePt t="174491" x="6696075" y="4305300"/>
          <p14:tracePt t="174498" x="6772275" y="4230688"/>
          <p14:tracePt t="174507" x="6846888" y="4154488"/>
          <p14:tracePt t="174514" x="6959600" y="4041775"/>
          <p14:tracePt t="174523" x="7021513" y="3941763"/>
          <p14:tracePt t="174530" x="7046913" y="3854450"/>
          <p14:tracePt t="174538" x="7059613" y="3779838"/>
          <p14:tracePt t="174546" x="7059613" y="3729038"/>
          <p14:tracePt t="174554" x="7059613" y="3679825"/>
          <p14:tracePt t="174563" x="7059613" y="3641725"/>
          <p14:tracePt t="174570" x="7046913" y="3603625"/>
          <p14:tracePt t="174578" x="7034213" y="3590925"/>
          <p14:tracePt t="174586" x="7021513" y="3579813"/>
          <p14:tracePt t="174595" x="7010400" y="3579813"/>
          <p14:tracePt t="174634" x="6959600" y="3629025"/>
          <p14:tracePt t="174642" x="6934200" y="3703638"/>
          <p14:tracePt t="174650" x="6897688" y="3779838"/>
          <p14:tracePt t="174658" x="6872288" y="3854450"/>
          <p14:tracePt t="174666" x="6834188" y="3929063"/>
          <p14:tracePt t="174675" x="6834188" y="3967163"/>
          <p14:tracePt t="174682" x="6834188" y="3992563"/>
          <p14:tracePt t="174698" x="6834188" y="4005263"/>
          <p14:tracePt t="174707" x="6859588" y="4005263"/>
          <p14:tracePt t="174714" x="6897688" y="4005263"/>
          <p14:tracePt t="174722" x="6959600" y="3979863"/>
          <p14:tracePt t="174730" x="7021513" y="3954463"/>
          <p14:tracePt t="174738" x="7097713" y="3905250"/>
          <p14:tracePt t="174746" x="7197725" y="3841750"/>
          <p14:tracePt t="174754" x="7259638" y="3792538"/>
          <p14:tracePt t="174763" x="7323138" y="3729038"/>
          <p14:tracePt t="174770" x="7359650" y="3667125"/>
          <p14:tracePt t="174778" x="7359650" y="3616325"/>
          <p14:tracePt t="174786" x="7397750" y="3579813"/>
          <p14:tracePt t="174795" x="7397750" y="3541713"/>
          <p14:tracePt t="174802" x="7397750" y="3529013"/>
          <p14:tracePt t="174818" x="7397750" y="3516313"/>
          <p14:tracePt t="174826" x="7372350" y="3516313"/>
          <p14:tracePt t="174834" x="7348538" y="3516313"/>
          <p14:tracePt t="174842" x="7297738" y="3516313"/>
          <p14:tracePt t="174850" x="7210425" y="3516313"/>
          <p14:tracePt t="174858" x="7134225" y="3516313"/>
          <p14:tracePt t="174866" x="7021513" y="3516313"/>
          <p14:tracePt t="174875" x="6921500" y="3567113"/>
          <p14:tracePt t="174882" x="6859588" y="3616325"/>
          <p14:tracePt t="174892" x="6797675" y="3679825"/>
          <p14:tracePt t="174898" x="6784975" y="3716338"/>
          <p14:tracePt t="174906" x="6772275" y="3767138"/>
          <p14:tracePt t="174914" x="6772275" y="3816350"/>
          <p14:tracePt t="174922" x="6772275" y="3841750"/>
          <p14:tracePt t="174930" x="6772275" y="3867150"/>
          <p14:tracePt t="174942" x="6784975" y="3879850"/>
          <p14:tracePt t="174946" x="6808788" y="3892550"/>
          <p14:tracePt t="174954" x="6834188" y="3892550"/>
          <p14:tracePt t="174963" x="6846888" y="3892550"/>
          <p14:tracePt t="174970" x="6859588" y="3892550"/>
          <p14:tracePt t="174978" x="6872288" y="3892550"/>
          <p14:tracePt t="174986" x="6884988" y="3892550"/>
          <p14:tracePt t="174994" x="6921500" y="3892550"/>
          <p14:tracePt t="175002" x="6972300" y="3892550"/>
          <p14:tracePt t="175010" x="7046913" y="3867150"/>
          <p14:tracePt t="175018" x="7110413" y="3829050"/>
          <p14:tracePt t="175027" x="7172325" y="3792538"/>
          <p14:tracePt t="175034" x="7246938" y="3741738"/>
          <p14:tracePt t="175042" x="7259638" y="3741738"/>
          <p14:tracePt t="175050" x="7272338" y="3716338"/>
          <p14:tracePt t="175059" x="7285038" y="3703638"/>
          <p14:tracePt t="175122" x="7272338" y="3703638"/>
          <p14:tracePt t="175164" x="7246938" y="3767138"/>
          <p14:tracePt t="175170" x="7246938" y="3792538"/>
          <p14:tracePt t="175186" x="7246938" y="3829050"/>
          <p14:tracePt t="175202" x="7246938" y="3841750"/>
          <p14:tracePt t="175266" x="7272338" y="3829050"/>
          <p14:tracePt t="175275" x="7297738" y="3779838"/>
          <p14:tracePt t="175283" x="7335838" y="3729038"/>
          <p14:tracePt t="175290" x="7335838" y="3679825"/>
          <p14:tracePt t="175298" x="7335838" y="3654425"/>
          <p14:tracePt t="175306" x="7335838" y="3603625"/>
          <p14:tracePt t="175314" x="7335838" y="3590925"/>
          <p14:tracePt t="175322" x="7335838" y="3567113"/>
          <p14:tracePt t="175331" x="7323138" y="3567113"/>
          <p14:tracePt t="175338" x="7297738" y="3567113"/>
          <p14:tracePt t="175347" x="7259638" y="3567113"/>
          <p14:tracePt t="175354" x="7235825" y="3567113"/>
          <p14:tracePt t="175363" x="7185025" y="3567113"/>
          <p14:tracePt t="175370" x="7110413" y="3590925"/>
          <p14:tracePt t="175379" x="7046913" y="3641725"/>
          <p14:tracePt t="175386" x="6985000" y="3729038"/>
          <p14:tracePt t="175394" x="6921500" y="3816350"/>
          <p14:tracePt t="175402" x="6872288" y="3905250"/>
          <p14:tracePt t="175410" x="6821488" y="4029075"/>
          <p14:tracePt t="175418" x="6808788" y="4117975"/>
          <p14:tracePt t="175426" x="6759575" y="4179888"/>
          <p14:tracePt t="175434" x="6759575" y="4205288"/>
          <p14:tracePt t="175443" x="6759575" y="4217988"/>
          <p14:tracePt t="175450" x="6759575" y="4230688"/>
          <p14:tracePt t="175459" x="6759575" y="4241800"/>
          <p14:tracePt t="175467" x="6772275" y="4254500"/>
          <p14:tracePt t="175483" x="6784975" y="4254500"/>
          <p14:tracePt t="175498" x="6808788" y="4254500"/>
          <p14:tracePt t="175506" x="6821488" y="4254500"/>
          <p14:tracePt t="175515" x="6834188" y="4254500"/>
          <p14:tracePt t="175522" x="6846888" y="4254500"/>
          <p14:tracePt t="175531" x="6872288" y="4254500"/>
          <p14:tracePt t="175538" x="6910388" y="4254500"/>
          <p14:tracePt t="175546" x="6934200" y="4254500"/>
          <p14:tracePt t="175554" x="6985000" y="4254500"/>
          <p14:tracePt t="175562" x="7021513" y="4254500"/>
          <p14:tracePt t="175570" x="7059613" y="4241800"/>
          <p14:tracePt t="175579" x="7123113" y="4179888"/>
          <p14:tracePt t="175586" x="7172325" y="4117975"/>
          <p14:tracePt t="175595" x="7223125" y="4054475"/>
          <p14:tracePt t="175602" x="7246938" y="3979863"/>
          <p14:tracePt t="175610" x="7246938" y="3941763"/>
          <p14:tracePt t="175618" x="7246938" y="3916363"/>
          <p14:tracePt t="175627" x="7246938" y="3892550"/>
          <p14:tracePt t="175634" x="7246938" y="3867150"/>
          <p14:tracePt t="175643" x="7246938" y="3841750"/>
          <p14:tracePt t="175650" x="7235825" y="3816350"/>
          <p14:tracePt t="175658" x="7223125" y="3803650"/>
          <p14:tracePt t="175666" x="7210425" y="3792538"/>
          <p14:tracePt t="175683" x="7197725" y="3792538"/>
          <p14:tracePt t="175690" x="7185025" y="3792538"/>
          <p14:tracePt t="175699" x="7172325" y="3792538"/>
          <p14:tracePt t="175706" x="7159625" y="3792538"/>
          <p14:tracePt t="175722" x="7146925" y="3792538"/>
          <p14:tracePt t="175755" x="7134225" y="3792538"/>
          <p14:tracePt t="175827" x="7123113" y="3792538"/>
          <p14:tracePt t="175834" x="7123113" y="3803650"/>
          <p14:tracePt t="175842" x="7123113" y="3816350"/>
          <p14:tracePt t="175850" x="7134225" y="3829050"/>
          <p14:tracePt t="175858" x="7134225" y="3854450"/>
          <p14:tracePt t="175866" x="7146925" y="3867150"/>
          <p14:tracePt t="175874" x="7159625" y="3867150"/>
          <p14:tracePt t="175883" x="7172325" y="3892550"/>
          <p14:tracePt t="175922" x="7197725" y="3905250"/>
          <p14:tracePt t="175930" x="7210425" y="3905250"/>
          <p14:tracePt t="175945" x="7235825" y="3905250"/>
          <p14:tracePt t="175954" x="7259638" y="3892550"/>
          <p14:tracePt t="175962" x="7285038" y="3879850"/>
          <p14:tracePt t="175970" x="7297738" y="3867150"/>
          <p14:tracePt t="175978" x="7310438" y="3854450"/>
          <p14:tracePt t="175986" x="7323138" y="3841750"/>
          <p14:tracePt t="175994" x="7323138" y="3829050"/>
          <p14:tracePt t="176570" x="7335838" y="3816350"/>
          <p14:tracePt t="177274" x="7348538" y="3816350"/>
          <p14:tracePt t="177282" x="7335838" y="3829050"/>
          <p14:tracePt t="177290" x="7297738" y="3854450"/>
          <p14:tracePt t="177298" x="7235825" y="3854450"/>
          <p14:tracePt t="177306" x="7185025" y="3854450"/>
          <p14:tracePt t="177315" x="7134225" y="3854450"/>
          <p14:tracePt t="177322" x="7085013" y="3854450"/>
          <p14:tracePt t="177331" x="7021513" y="3854450"/>
          <p14:tracePt t="177338" x="6921500" y="3854450"/>
          <p14:tracePt t="177346" x="6808788" y="3854450"/>
          <p14:tracePt t="177354" x="6746875" y="3841750"/>
          <p14:tracePt t="177362" x="6696075" y="3841750"/>
          <p14:tracePt t="177371" x="6634163" y="3841750"/>
          <p14:tracePt t="177378" x="6584950" y="3841750"/>
          <p14:tracePt t="177386" x="6534150" y="3829050"/>
          <p14:tracePt t="177394" x="6483350" y="3829050"/>
          <p14:tracePt t="177403" x="6446838" y="3829050"/>
          <p14:tracePt t="177410" x="6408738" y="3829050"/>
          <p14:tracePt t="177419" x="6370638" y="3829050"/>
          <p14:tracePt t="177426" x="6321425" y="3829050"/>
          <p14:tracePt t="177434" x="6270625" y="3829050"/>
          <p14:tracePt t="177442" x="6196013" y="3829050"/>
          <p14:tracePt t="177450" x="6146800" y="3829050"/>
          <p14:tracePt t="177458" x="6083300" y="3829050"/>
          <p14:tracePt t="177466" x="6008688" y="3829050"/>
          <p14:tracePt t="177474" x="5957888" y="3829050"/>
          <p14:tracePt t="177482" x="5870575" y="3829050"/>
          <p14:tracePt t="177490" x="5821363" y="3829050"/>
          <p14:tracePt t="177499" x="5795963" y="3829050"/>
          <p14:tracePt t="177506" x="5745163" y="3829050"/>
          <p14:tracePt t="177515" x="5708650" y="3829050"/>
          <p14:tracePt t="177554" x="5683250" y="3829050"/>
          <p14:tracePt t="177626" x="5670550" y="3829050"/>
          <p14:tracePt t="177690" x="5632450" y="3829050"/>
          <p14:tracePt t="177818" x="5645150" y="3829050"/>
          <p14:tracePt t="177826" x="5670550" y="3829050"/>
          <p14:tracePt t="177834" x="5708650" y="3829050"/>
          <p14:tracePt t="177842" x="5732463" y="3829050"/>
          <p14:tracePt t="177850" x="5757863" y="3829050"/>
          <p14:tracePt t="177858" x="5795963" y="3829050"/>
          <p14:tracePt t="177867" x="5821363" y="3829050"/>
          <p14:tracePt t="177874" x="5857875" y="3829050"/>
          <p14:tracePt t="177883" x="5895975" y="3829050"/>
          <p14:tracePt t="177890" x="5921375" y="3829050"/>
          <p14:tracePt t="177898" x="5957888" y="3829050"/>
          <p14:tracePt t="177906" x="5983288" y="3829050"/>
          <p14:tracePt t="177914" x="5995988" y="3829050"/>
          <p14:tracePt t="177971" x="6008688" y="3829050"/>
          <p14:tracePt t="177986" x="6021388" y="3829050"/>
          <p14:tracePt t="178170" x="6034088" y="3829050"/>
          <p14:tracePt t="178403" x="6057900" y="3829050"/>
          <p14:tracePt t="178410" x="6070600" y="3829050"/>
          <p14:tracePt t="178458" x="6096000" y="3829050"/>
          <p14:tracePt t="178466" x="6108700" y="3829050"/>
          <p14:tracePt t="178475" x="6121400" y="3829050"/>
          <p14:tracePt t="178482" x="6134100" y="3829050"/>
          <p14:tracePt t="178490" x="6157913" y="3829050"/>
          <p14:tracePt t="178498" x="6196013" y="3829050"/>
          <p14:tracePt t="178506" x="6221413" y="3829050"/>
          <p14:tracePt t="178523" x="6234113" y="3829050"/>
          <p14:tracePt t="178562" x="6246813" y="3829050"/>
          <p14:tracePt t="178602" x="6259513" y="3829050"/>
          <p14:tracePt t="178610" x="6283325" y="3841750"/>
          <p14:tracePt t="178619" x="6296025" y="3841750"/>
          <p14:tracePt t="178626" x="6308725" y="3841750"/>
          <p14:tracePt t="178675" x="6334125" y="3841750"/>
          <p14:tracePt t="178682" x="6359525" y="3841750"/>
          <p14:tracePt t="178691" x="6396038" y="3854450"/>
          <p14:tracePt t="178698" x="6434138" y="3867150"/>
          <p14:tracePt t="178707" x="6472238" y="3879850"/>
          <p14:tracePt t="178714" x="6508750" y="3879850"/>
          <p14:tracePt t="178723" x="6559550" y="3879850"/>
          <p14:tracePt t="178730" x="6608763" y="3879850"/>
          <p14:tracePt t="178738" x="6646863" y="3879850"/>
          <p14:tracePt t="178746" x="6684963" y="3879850"/>
          <p14:tracePt t="178755" x="6696075" y="3879850"/>
          <p14:tracePt t="178762" x="6721475" y="3879850"/>
          <p14:tracePt t="178771" x="6734175" y="3879850"/>
          <p14:tracePt t="178778" x="6759575" y="3879850"/>
          <p14:tracePt t="178786" x="6808788" y="3879850"/>
          <p14:tracePt t="178794" x="6834188" y="3879850"/>
          <p14:tracePt t="178802" x="6872288" y="3879850"/>
          <p14:tracePt t="178810" x="6910388" y="3879850"/>
          <p14:tracePt t="178819" x="6921500" y="3879850"/>
          <p14:tracePt t="178826" x="6946900" y="3879850"/>
          <p14:tracePt t="178875" x="6959600" y="3879850"/>
          <p14:tracePt t="178923" x="6985000" y="3879850"/>
          <p14:tracePt t="178978" x="6997700" y="3879850"/>
          <p14:tracePt t="179003" x="7010400" y="3879850"/>
          <p14:tracePt t="179010" x="7034213" y="3879850"/>
          <p14:tracePt t="179050" x="7072313" y="3879850"/>
          <p14:tracePt t="179058" x="7110413" y="3879850"/>
          <p14:tracePt t="179066" x="7159625" y="3879850"/>
          <p14:tracePt t="179074" x="7210425" y="3879850"/>
          <p14:tracePt t="179082" x="7285038" y="3879850"/>
          <p14:tracePt t="179091" x="7323138" y="3879850"/>
          <p14:tracePt t="179098" x="7372350" y="3879850"/>
          <p14:tracePt t="179107" x="7423150" y="3867150"/>
          <p14:tracePt t="179114" x="7423150" y="3854450"/>
          <p14:tracePt t="179122" x="7448550" y="3854450"/>
          <p14:tracePt t="179130" x="7459663" y="3854450"/>
          <p14:tracePt t="179138" x="7472363" y="3854450"/>
          <p14:tracePt t="179146" x="7510463" y="3841750"/>
          <p14:tracePt t="179154" x="7535863" y="3841750"/>
          <p14:tracePt t="179162" x="7572375" y="3829050"/>
          <p14:tracePt t="179170" x="7610475" y="3829050"/>
          <p14:tracePt t="179178" x="7661275" y="3803650"/>
          <p14:tracePt t="179187" x="7710488" y="3803650"/>
          <p14:tracePt t="179194" x="7735888" y="3803650"/>
          <p14:tracePt t="179203" x="7761288" y="3803650"/>
          <p14:tracePt t="179210" x="7785100" y="3803650"/>
          <p14:tracePt t="179291" x="7797800" y="3792538"/>
          <p14:tracePt t="179482" x="7810500" y="3792538"/>
          <p14:tracePt t="179490" x="7897813" y="3792538"/>
          <p14:tracePt t="179498" x="7961313" y="3792538"/>
          <p14:tracePt t="179506" x="8010525" y="3792538"/>
          <p14:tracePt t="179514" x="8099425" y="3792538"/>
          <p14:tracePt t="179522" x="8123238" y="3792538"/>
          <p14:tracePt t="179530" x="8161338" y="3779838"/>
          <p14:tracePt t="179538" x="8186738" y="3754438"/>
          <p14:tracePt t="179546" x="8199438" y="3741738"/>
          <p14:tracePt t="179554" x="8212138" y="3716338"/>
          <p14:tracePt t="179571" x="8212138" y="3703638"/>
          <p14:tracePt t="179578" x="8212138" y="3692525"/>
          <p14:tracePt t="179594" x="8212138" y="3679825"/>
          <p14:tracePt t="179811" x="8199438" y="3679825"/>
          <p14:tracePt t="179818" x="8110538" y="3692525"/>
          <p14:tracePt t="179827" x="8023225" y="3716338"/>
          <p14:tracePt t="179834" x="7923213" y="3754438"/>
          <p14:tracePt t="179843" x="7823200" y="3803650"/>
          <p14:tracePt t="179850" x="7685088" y="3829050"/>
          <p14:tracePt t="179859" x="7423150" y="3879850"/>
          <p14:tracePt t="179866" x="6934200" y="3929063"/>
          <p14:tracePt t="179874" x="6621463" y="3929063"/>
          <p14:tracePt t="179882" x="6383338" y="3929063"/>
          <p14:tracePt t="179891" x="6196013" y="3929063"/>
          <p14:tracePt t="179898" x="6045200" y="3929063"/>
          <p14:tracePt t="179906" x="5921375" y="3929063"/>
          <p14:tracePt t="179914" x="5832475" y="3941763"/>
          <p14:tracePt t="179923" x="5808663" y="3941763"/>
          <p14:tracePt t="179930" x="5795963" y="3941763"/>
          <p14:tracePt t="179962" x="5783263" y="3941763"/>
          <p14:tracePt t="179970" x="5770563" y="3954463"/>
          <p14:tracePt t="179979" x="5757863" y="3954463"/>
          <p14:tracePt t="179986" x="5719763" y="3954463"/>
          <p14:tracePt t="179994" x="5670550" y="3954463"/>
          <p14:tracePt t="180002" x="5570538" y="3954463"/>
          <p14:tracePt t="180011" x="5495925" y="3954463"/>
          <p14:tracePt t="180018" x="5383213" y="3941763"/>
          <p14:tracePt t="180027" x="5270500" y="3929063"/>
          <p14:tracePt t="180034" x="5145088" y="3916363"/>
          <p14:tracePt t="180042" x="5045075" y="3905250"/>
          <p14:tracePt t="180050" x="4956175" y="3892550"/>
          <p14:tracePt t="180058" x="4881563" y="3879850"/>
          <p14:tracePt t="180066" x="4794250" y="3879850"/>
          <p14:tracePt t="180075" x="4719638" y="3879850"/>
          <p14:tracePt t="180082" x="4668838" y="3879850"/>
          <p14:tracePt t="180090" x="4619625" y="3879850"/>
          <p14:tracePt t="180098" x="4581525" y="3879850"/>
          <p14:tracePt t="180106" x="4530725" y="3892550"/>
          <p14:tracePt t="180114" x="4518025" y="3892550"/>
          <p14:tracePt t="180123" x="4494213" y="3892550"/>
          <p14:tracePt t="180130" x="4494213" y="3905250"/>
          <p14:tracePt t="180139" x="4481513" y="3905250"/>
          <p14:tracePt t="180146" x="4468813" y="3929063"/>
          <p14:tracePt t="180154" x="4456113" y="3929063"/>
          <p14:tracePt t="180162" x="4456113" y="3954463"/>
          <p14:tracePt t="180170" x="4456113" y="3967163"/>
          <p14:tracePt t="180186" x="4443413" y="3992563"/>
          <p14:tracePt t="180195" x="4443413" y="4005263"/>
          <p14:tracePt t="180202" x="4443413" y="4017963"/>
          <p14:tracePt t="180211" x="4443413" y="4029075"/>
          <p14:tracePt t="180218" x="4443413" y="4054475"/>
          <p14:tracePt t="180234" x="4443413" y="4067175"/>
          <p14:tracePt t="180242" x="4443413" y="4079875"/>
          <p14:tracePt t="180250" x="4443413" y="4092575"/>
          <p14:tracePt t="180258" x="4443413" y="4117975"/>
          <p14:tracePt t="180274" x="4443413" y="4129088"/>
          <p14:tracePt t="180282" x="4456113" y="4154488"/>
          <p14:tracePt t="180290" x="4481513" y="4179888"/>
          <p14:tracePt t="180298" x="4518025" y="4192588"/>
          <p14:tracePt t="180307" x="4556125" y="4205288"/>
          <p14:tracePt t="180314" x="4606925" y="4230688"/>
          <p14:tracePt t="180323" x="4656138" y="4230688"/>
          <p14:tracePt t="180330" x="4732338" y="4230688"/>
          <p14:tracePt t="180338" x="4819650" y="4241800"/>
          <p14:tracePt t="180346" x="4906963" y="4241800"/>
          <p14:tracePt t="180354" x="5019675" y="4241800"/>
          <p14:tracePt t="180362" x="5081588" y="4241800"/>
          <p14:tracePt t="180370" x="5207000" y="4241800"/>
          <p14:tracePt t="180379" x="5281613" y="4241800"/>
          <p14:tracePt t="180386" x="5394325" y="4205288"/>
          <p14:tracePt t="180395" x="5470525" y="4167188"/>
          <p14:tracePt t="180402" x="5507038" y="4129088"/>
          <p14:tracePt t="180411" x="5545138" y="4105275"/>
          <p14:tracePt t="180418" x="5557838" y="4092575"/>
          <p14:tracePt t="180426" x="5557838" y="4067175"/>
          <p14:tracePt t="180434" x="5557838" y="4041775"/>
          <p14:tracePt t="180442" x="5557838" y="4017963"/>
          <p14:tracePt t="180450" x="5532438" y="4005263"/>
          <p14:tracePt t="180458" x="5507038" y="3967163"/>
          <p14:tracePt t="180466" x="5470525" y="3967163"/>
          <p14:tracePt t="180474" x="5432425" y="3954463"/>
          <p14:tracePt t="180482" x="5394325" y="3954463"/>
          <p14:tracePt t="180491" x="5370513" y="3941763"/>
          <p14:tracePt t="180498" x="5319713" y="3941763"/>
          <p14:tracePt t="180507" x="5281613" y="3941763"/>
          <p14:tracePt t="180514" x="5219700" y="3941763"/>
          <p14:tracePt t="180522" x="5157788" y="3941763"/>
          <p14:tracePt t="180530" x="5057775" y="3941763"/>
          <p14:tracePt t="180538" x="4932363" y="3941763"/>
          <p14:tracePt t="180546" x="4856163" y="3941763"/>
          <p14:tracePt t="180554" x="4756150" y="3979863"/>
          <p14:tracePt t="180563" x="4694238" y="3992563"/>
          <p14:tracePt t="180570" x="4643438" y="4041775"/>
          <p14:tracePt t="180578" x="4619625" y="4067175"/>
          <p14:tracePt t="180586" x="4606925" y="4092575"/>
          <p14:tracePt t="180595" x="4606925" y="4141788"/>
          <p14:tracePt t="180602" x="4594225" y="4179888"/>
          <p14:tracePt t="180610" x="4594225" y="4217988"/>
          <p14:tracePt t="180626" x="4594225" y="4230688"/>
          <p14:tracePt t="180635" x="4594225" y="4254500"/>
          <p14:tracePt t="180642" x="4606925" y="4254500"/>
          <p14:tracePt t="180650" x="4630738" y="4267200"/>
          <p14:tracePt t="180658" x="4681538" y="4279900"/>
          <p14:tracePt t="180666" x="4719638" y="4279900"/>
          <p14:tracePt t="180674" x="4768850" y="4279900"/>
          <p14:tracePt t="180682" x="4806950" y="4279900"/>
          <p14:tracePt t="180691" x="4868863" y="4279900"/>
          <p14:tracePt t="180699" x="4906963" y="4279900"/>
          <p14:tracePt t="180707" x="4981575" y="4254500"/>
          <p14:tracePt t="180714" x="5032375" y="4230688"/>
          <p14:tracePt t="180722" x="5106988" y="4179888"/>
          <p14:tracePt t="180730" x="5157788" y="4154488"/>
          <p14:tracePt t="180738" x="5194300" y="4117975"/>
          <p14:tracePt t="180746" x="5207000" y="4105275"/>
          <p14:tracePt t="180754" x="5219700" y="4067175"/>
          <p14:tracePt t="180763" x="5219700" y="4041775"/>
          <p14:tracePt t="180770" x="5219700" y="4005263"/>
          <p14:tracePt t="180786" x="5207000" y="3979863"/>
          <p14:tracePt t="180794" x="5194300" y="3979863"/>
          <p14:tracePt t="180802" x="5145088" y="3979863"/>
          <p14:tracePt t="180810" x="5106988" y="3979863"/>
          <p14:tracePt t="180818" x="5057775" y="3979863"/>
          <p14:tracePt t="180826" x="5019675" y="3979863"/>
          <p14:tracePt t="180834" x="4981575" y="3979863"/>
          <p14:tracePt t="180842" x="4956175" y="3979863"/>
          <p14:tracePt t="180850" x="4906963" y="3979863"/>
          <p14:tracePt t="180858" x="4881563" y="4017963"/>
          <p14:tracePt t="180866" x="4843463" y="4054475"/>
          <p14:tracePt t="180875" x="4806950" y="4092575"/>
          <p14:tracePt t="180882" x="4794250" y="4129088"/>
          <p14:tracePt t="180892" x="4781550" y="4167188"/>
          <p14:tracePt t="180898" x="4768850" y="4192588"/>
          <p14:tracePt t="180906" x="4768850" y="4217988"/>
          <p14:tracePt t="180915" x="4768850" y="4254500"/>
          <p14:tracePt t="180925" x="4768850" y="4305300"/>
          <p14:tracePt t="180930" x="4768850" y="4330700"/>
          <p14:tracePt t="180938" x="4768850" y="4367213"/>
          <p14:tracePt t="180946" x="4781550" y="4379913"/>
          <p14:tracePt t="180954" x="4806950" y="4392613"/>
          <p14:tracePt t="180964" x="4856163" y="4405313"/>
          <p14:tracePt t="180978" x="4894263" y="4418013"/>
          <p14:tracePt t="180986" x="4932363" y="4418013"/>
          <p14:tracePt t="180994" x="4956175" y="4418013"/>
          <p14:tracePt t="181002" x="4994275" y="4418013"/>
          <p14:tracePt t="181010" x="5045075" y="4418013"/>
          <p14:tracePt t="181018" x="5068888" y="4418013"/>
          <p14:tracePt t="181026" x="5106988" y="4418013"/>
          <p14:tracePt t="181034" x="5145088" y="4392613"/>
          <p14:tracePt t="181043" x="5170488" y="4379913"/>
          <p14:tracePt t="181050" x="5181600" y="4367213"/>
          <p14:tracePt t="181059" x="5194300" y="4367213"/>
          <p14:tracePt t="181076" x="5194300" y="4354513"/>
          <p14:tracePt t="181122" x="5194300" y="4341813"/>
          <p14:tracePt t="181155" x="5219700" y="4330700"/>
          <p14:tracePt t="181164" x="5219700" y="4318000"/>
          <p14:tracePt t="181218" x="5219700" y="4305300"/>
          <p14:tracePt t="181826" x="5232400" y="4292600"/>
          <p14:tracePt t="182170" x="5232400" y="4279900"/>
          <p14:tracePt t="182210" x="5245100" y="4279900"/>
          <p14:tracePt t="183706" x="5257800" y="4279900"/>
          <p14:tracePt t="184378" x="5270500" y="4279900"/>
          <p14:tracePt t="185147" x="5294313" y="4279900"/>
          <p14:tracePt t="185170" x="5307013" y="4279900"/>
          <p14:tracePt t="185187" x="5319713" y="4279900"/>
          <p14:tracePt t="185194" x="5332413" y="4267200"/>
          <p14:tracePt t="185210" x="5345113" y="4267200"/>
          <p14:tracePt t="185218" x="5357813" y="4254500"/>
          <p14:tracePt t="185226" x="5370513" y="4254500"/>
          <p14:tracePt t="185234" x="5419725" y="4217988"/>
          <p14:tracePt t="185242" x="5507038" y="4192588"/>
          <p14:tracePt t="185250" x="5583238" y="4167188"/>
          <p14:tracePt t="185258" x="5657850" y="4141788"/>
          <p14:tracePt t="185266" x="5695950" y="4141788"/>
          <p14:tracePt t="185276" x="5719763" y="4129088"/>
          <p14:tracePt t="185546" x="5732463" y="4117975"/>
          <p14:tracePt t="185562" x="5757863" y="4117975"/>
          <p14:tracePt t="185571" x="5870575" y="4079875"/>
          <p14:tracePt t="185578" x="6121400" y="4029075"/>
          <p14:tracePt t="185586" x="6446838" y="3867150"/>
          <p14:tracePt t="185594" x="6997700" y="3629025"/>
          <p14:tracePt t="185602" x="7459663" y="3390900"/>
          <p14:tracePt t="185610" x="7923213" y="3116263"/>
          <p14:tracePt t="185618" x="8274050" y="2828925"/>
          <p14:tracePt t="185626" x="8624888" y="2565400"/>
          <p14:tracePt t="185634" x="8837613" y="2414588"/>
          <p14:tracePt t="185643" x="9050338" y="2252663"/>
          <p14:tracePt t="185650" x="9175750" y="2165350"/>
          <p14:tracePt t="185660" x="9263063" y="2101850"/>
          <p14:tracePt t="185666" x="9312275" y="2065338"/>
          <p14:tracePt t="185674" x="9312275" y="2052638"/>
          <p14:tracePt t="185690" x="9312275" y="2039938"/>
          <p14:tracePt t="185802" x="9312275" y="2027238"/>
          <p14:tracePt t="185810" x="9275763" y="2014538"/>
          <p14:tracePt t="185818" x="9188450" y="1978025"/>
          <p14:tracePt t="185827" x="9124950" y="1939925"/>
          <p14:tracePt t="185834" x="9063038" y="1901825"/>
          <p14:tracePt t="185843" x="8963025" y="1876425"/>
          <p14:tracePt t="185850" x="8874125" y="1852613"/>
          <p14:tracePt t="185859" x="8774113" y="1827213"/>
          <p14:tracePt t="185866" x="8650288" y="1814513"/>
          <p14:tracePt t="185874" x="8537575" y="1814513"/>
          <p14:tracePt t="185882" x="8424863" y="1789113"/>
          <p14:tracePt t="185890" x="8299450" y="1789113"/>
          <p14:tracePt t="185898" x="8212138" y="1789113"/>
          <p14:tracePt t="185906" x="8110538" y="1789113"/>
          <p14:tracePt t="185914" x="8061325" y="1789113"/>
          <p14:tracePt t="185922" x="8023225" y="1801813"/>
          <p14:tracePt t="185939" x="7999413" y="1839913"/>
          <p14:tracePt t="185946" x="7986713" y="1889125"/>
          <p14:tracePt t="185955" x="7986713" y="1939925"/>
          <p14:tracePt t="185962" x="7986713" y="2001838"/>
          <p14:tracePt t="185970" x="7986713" y="2089150"/>
          <p14:tracePt t="185979" x="7986713" y="2178050"/>
          <p14:tracePt t="185986" x="7986713" y="2290763"/>
          <p14:tracePt t="185995" x="8048625" y="2414588"/>
          <p14:tracePt t="186002" x="8123238" y="2503488"/>
          <p14:tracePt t="186011" x="8199438" y="2590800"/>
          <p14:tracePt t="186018" x="8286750" y="2640013"/>
          <p14:tracePt t="186027" x="8348663" y="2640013"/>
          <p14:tracePt t="186034" x="8435975" y="2640013"/>
          <p14:tracePt t="186042" x="8512175" y="2640013"/>
          <p14:tracePt t="186050" x="8561388" y="2627313"/>
          <p14:tracePt t="186059" x="8624888" y="2590800"/>
          <p14:tracePt t="186066" x="8712200" y="2503488"/>
          <p14:tracePt t="186074" x="8786813" y="2403475"/>
          <p14:tracePt t="186082" x="8824913" y="2314575"/>
          <p14:tracePt t="186090" x="8850313" y="2214563"/>
          <p14:tracePt t="186098" x="8850313" y="2127250"/>
          <p14:tracePt t="186106" x="8850313" y="2039938"/>
          <p14:tracePt t="186114" x="8850313" y="1989138"/>
          <p14:tracePt t="186123" x="8824913" y="1901825"/>
          <p14:tracePt t="186130" x="8774113" y="1839913"/>
          <p14:tracePt t="186139" x="8750300" y="1814513"/>
          <p14:tracePt t="186146" x="8712200" y="1801813"/>
          <p14:tracePt t="186154" x="8686800" y="1801813"/>
          <p14:tracePt t="186162" x="8674100" y="1801813"/>
          <p14:tracePt t="186170" x="8624888" y="1801813"/>
          <p14:tracePt t="186179" x="8574088" y="1801813"/>
          <p14:tracePt t="186186" x="8512175" y="1801813"/>
          <p14:tracePt t="186195" x="8435975" y="1889125"/>
          <p14:tracePt t="186202" x="8374063" y="2014538"/>
          <p14:tracePt t="186211" x="8312150" y="2165350"/>
          <p14:tracePt t="186218" x="8286750" y="2303463"/>
          <p14:tracePt t="186227" x="8286750" y="2427288"/>
          <p14:tracePt t="186234" x="8286750" y="2516188"/>
          <p14:tracePt t="186242" x="8286750" y="2552700"/>
          <p14:tracePt t="186250" x="8312150" y="2616200"/>
          <p14:tracePt t="186258" x="8386763" y="2627313"/>
          <p14:tracePt t="186266" x="8424863" y="2627313"/>
          <p14:tracePt t="186275" x="8486775" y="2627313"/>
          <p14:tracePt t="186282" x="8537575" y="2627313"/>
          <p14:tracePt t="186291" x="8624888" y="2627313"/>
          <p14:tracePt t="186298" x="8699500" y="2627313"/>
          <p14:tracePt t="186306" x="8786813" y="2603500"/>
          <p14:tracePt t="186314" x="8824913" y="2590800"/>
          <p14:tracePt t="186323" x="8912225" y="2540000"/>
          <p14:tracePt t="186330" x="9012238" y="2465388"/>
          <p14:tracePt t="186338" x="9075738" y="2390775"/>
          <p14:tracePt t="186346" x="9099550" y="2339975"/>
          <p14:tracePt t="186354" x="9163050" y="2214563"/>
          <p14:tracePt t="186362" x="9175750" y="2139950"/>
          <p14:tracePt t="186370" x="9175750" y="2065338"/>
          <p14:tracePt t="186378" x="9175750" y="1989138"/>
          <p14:tracePt t="186386" x="9175750" y="1939925"/>
          <p14:tracePt t="186395" x="9175750" y="1927225"/>
          <p14:tracePt t="186402" x="9175750" y="1889125"/>
          <p14:tracePt t="186411" x="9163050" y="1889125"/>
          <p14:tracePt t="186418" x="9137650" y="1876425"/>
          <p14:tracePt t="186426" x="9088438" y="1876425"/>
          <p14:tracePt t="186434" x="9037638" y="1876425"/>
          <p14:tracePt t="186442" x="8975725" y="1876425"/>
          <p14:tracePt t="186450" x="8899525" y="1876425"/>
          <p14:tracePt t="186458" x="8850313" y="1889125"/>
          <p14:tracePt t="186466" x="8750300" y="1978025"/>
          <p14:tracePt t="186474" x="8724900" y="2065338"/>
          <p14:tracePt t="186482" x="8724900" y="2152650"/>
          <p14:tracePt t="186491" x="8724900" y="2227263"/>
          <p14:tracePt t="186498" x="8724900" y="2278063"/>
          <p14:tracePt t="186507" x="8763000" y="2339975"/>
          <p14:tracePt t="186514" x="8824913" y="2352675"/>
          <p14:tracePt t="186522" x="8874125" y="2390775"/>
          <p14:tracePt t="186530" x="8937625" y="2403475"/>
          <p14:tracePt t="186538" x="8986838" y="2427288"/>
          <p14:tracePt t="186546" x="9063038" y="2439988"/>
          <p14:tracePt t="186554" x="9112250" y="2452688"/>
          <p14:tracePt t="186563" x="9137650" y="2452688"/>
          <p14:tracePt t="186570" x="9163050" y="2452688"/>
          <p14:tracePt t="186634" x="9163050" y="2403475"/>
          <p14:tracePt t="186642" x="9163050" y="2390775"/>
          <p14:tracePt t="186650" x="9163050" y="2352675"/>
          <p14:tracePt t="186658" x="9163050" y="2314575"/>
          <p14:tracePt t="186666" x="9163050" y="2278063"/>
          <p14:tracePt t="186674" x="9163050" y="2252663"/>
          <p14:tracePt t="186682" x="9163050" y="2227263"/>
          <p14:tracePt t="186691" x="9163050" y="2190750"/>
          <p14:tracePt t="186698" x="9163050" y="2152650"/>
          <p14:tracePt t="186706" x="9163050" y="2114550"/>
          <p14:tracePt t="186714" x="9150350" y="2089150"/>
          <p14:tracePt t="186722" x="9124950" y="2065338"/>
          <p14:tracePt t="186730" x="9088438" y="2065338"/>
          <p14:tracePt t="186738" x="9024938" y="2065338"/>
          <p14:tracePt t="186746" x="8963025" y="2065338"/>
          <p14:tracePt t="186754" x="8863013" y="2065338"/>
          <p14:tracePt t="186763" x="8750300" y="2065338"/>
          <p14:tracePt t="186770" x="8661400" y="2065338"/>
          <p14:tracePt t="186778" x="8561388" y="2127250"/>
          <p14:tracePt t="186786" x="8524875" y="2190750"/>
          <p14:tracePt t="186794" x="8499475" y="2239963"/>
          <p14:tracePt t="186802" x="8499475" y="2290763"/>
          <p14:tracePt t="186810" x="8512175" y="2352675"/>
          <p14:tracePt t="186818" x="8574088" y="2414588"/>
          <p14:tracePt t="186826" x="8674100" y="2452688"/>
          <p14:tracePt t="186834" x="8799513" y="2503488"/>
          <p14:tracePt t="186843" x="8924925" y="2516188"/>
          <p14:tracePt t="186850" x="9063038" y="2540000"/>
          <p14:tracePt t="186858" x="9199563" y="2540000"/>
          <p14:tracePt t="186866" x="9301163" y="2540000"/>
          <p14:tracePt t="186875" x="9388475" y="2540000"/>
          <p14:tracePt t="186882" x="9463088" y="2527300"/>
          <p14:tracePt t="186892" x="9513888" y="2478088"/>
          <p14:tracePt t="186898" x="9575800" y="2403475"/>
          <p14:tracePt t="186906" x="9588500" y="2314575"/>
          <p14:tracePt t="186914" x="9601200" y="2190750"/>
          <p14:tracePt t="186922" x="9626600" y="2078038"/>
          <p14:tracePt t="186930" x="9626600" y="1952625"/>
          <p14:tracePt t="186942" x="9626600" y="1852613"/>
          <p14:tracePt t="186947" x="9626600" y="1801813"/>
          <p14:tracePt t="186954" x="9601200" y="1727200"/>
          <p14:tracePt t="186963" x="9563100" y="1701800"/>
          <p14:tracePt t="186970" x="9537700" y="1676400"/>
          <p14:tracePt t="186978" x="9488488" y="1676400"/>
          <p14:tracePt t="186986" x="9450388" y="1663700"/>
          <p14:tracePt t="186994" x="9401175" y="1663700"/>
          <p14:tracePt t="187002" x="9337675" y="1663700"/>
          <p14:tracePt t="187010" x="9301163" y="1701800"/>
          <p14:tracePt t="187018" x="9263063" y="1752600"/>
          <p14:tracePt t="187026" x="9224963" y="1865313"/>
          <p14:tracePt t="187034" x="9212263" y="1965325"/>
          <p14:tracePt t="187042" x="9212263" y="2078038"/>
          <p14:tracePt t="187050" x="9212263" y="2165350"/>
          <p14:tracePt t="187058" x="9275763" y="2278063"/>
          <p14:tracePt t="187066" x="9337675" y="2339975"/>
          <p14:tracePt t="187076" x="9450388" y="2403475"/>
          <p14:tracePt t="187082" x="9563100" y="2427288"/>
          <p14:tracePt t="187090" x="9688513" y="2452688"/>
          <p14:tracePt t="187098" x="9813925" y="2452688"/>
          <p14:tracePt t="187106" x="9952038" y="2452688"/>
          <p14:tracePt t="187114" x="10101263" y="2452688"/>
          <p14:tracePt t="187122" x="10277475" y="2378075"/>
          <p14:tracePt t="187130" x="10414000" y="2314575"/>
          <p14:tracePt t="187138" x="10526713" y="2214563"/>
          <p14:tracePt t="187147" x="10639425" y="2127250"/>
          <p14:tracePt t="187154" x="10677525" y="2065338"/>
          <p14:tracePt t="187164" x="10702925" y="1978025"/>
          <p14:tracePt t="187170" x="10702925" y="1914525"/>
          <p14:tracePt t="187178" x="10702925" y="1839913"/>
          <p14:tracePt t="187186" x="10702925" y="1801813"/>
          <p14:tracePt t="187194" x="10590213" y="1727200"/>
          <p14:tracePt t="187202" x="10477500" y="1689100"/>
          <p14:tracePt t="187210" x="10339388" y="1689100"/>
          <p14:tracePt t="187218" x="10188575" y="1689100"/>
          <p14:tracePt t="187226" x="10039350" y="1689100"/>
          <p14:tracePt t="187234" x="9913938" y="1689100"/>
          <p14:tracePt t="187242" x="9801225" y="1752600"/>
          <p14:tracePt t="187250" x="9701213" y="1852613"/>
          <p14:tracePt t="187259" x="9637713" y="1978025"/>
          <p14:tracePt t="187267" x="9613900" y="2114550"/>
          <p14:tracePt t="187274" x="9601200" y="2227263"/>
          <p14:tracePt t="187282" x="9601200" y="2365375"/>
          <p14:tracePt t="187290" x="9601200" y="2427288"/>
          <p14:tracePt t="187298" x="9650413" y="2503488"/>
          <p14:tracePt t="187306" x="9739313" y="2578100"/>
          <p14:tracePt t="187314" x="9826625" y="2616200"/>
          <p14:tracePt t="187322" x="9939338" y="2627313"/>
          <p14:tracePt t="187331" x="10013950" y="2627313"/>
          <p14:tracePt t="187338" x="10139363" y="2627313"/>
          <p14:tracePt t="187347" x="10201275" y="2627313"/>
          <p14:tracePt t="187354" x="10339388" y="2578100"/>
          <p14:tracePt t="187363" x="10477500" y="2478088"/>
          <p14:tracePt t="187370" x="10590213" y="2403475"/>
          <p14:tracePt t="187378" x="10677525" y="2314575"/>
          <p14:tracePt t="187386" x="10739438" y="2201863"/>
          <p14:tracePt t="187394" x="10739438" y="2101850"/>
          <p14:tracePt t="187402" x="10739438" y="2014538"/>
          <p14:tracePt t="187411" x="10677525" y="1889125"/>
          <p14:tracePt t="187418" x="10602913" y="1827213"/>
          <p14:tracePt t="187426" x="10502900" y="1789113"/>
          <p14:tracePt t="187434" x="10339388" y="1727200"/>
          <p14:tracePt t="187443" x="10177463" y="1689100"/>
          <p14:tracePt t="187450" x="9913938" y="1676400"/>
          <p14:tracePt t="187458" x="9650413" y="1676400"/>
          <p14:tracePt t="187466" x="9437688" y="1676400"/>
          <p14:tracePt t="187474" x="9199563" y="1727200"/>
          <p14:tracePt t="187483" x="8986838" y="1889125"/>
          <p14:tracePt t="187490" x="8886825" y="2027238"/>
          <p14:tracePt t="187499" x="8824913" y="2227263"/>
          <p14:tracePt t="187506" x="8812213" y="2390775"/>
          <p14:tracePt t="187515" x="8812213" y="2552700"/>
          <p14:tracePt t="187522" x="8824913" y="2703513"/>
          <p14:tracePt t="187531" x="8899525" y="2828925"/>
          <p14:tracePt t="187538" x="8975725" y="2928938"/>
          <p14:tracePt t="187546" x="9088438" y="3003550"/>
          <p14:tracePt t="187554" x="9188450" y="3041650"/>
          <p14:tracePt t="187562" x="9275763" y="3054350"/>
          <p14:tracePt t="187571" x="9350375" y="3054350"/>
          <p14:tracePt t="187578" x="9450388" y="3054350"/>
          <p14:tracePt t="187586" x="9513888" y="3054350"/>
          <p14:tracePt t="187594" x="9601200" y="3028950"/>
          <p14:tracePt t="187602" x="9701213" y="2965450"/>
          <p14:tracePt t="187610" x="9763125" y="2903538"/>
          <p14:tracePt t="187618" x="9801225" y="2865438"/>
          <p14:tracePt t="187627" x="9863138" y="2778125"/>
          <p14:tracePt t="187634" x="9888538" y="2752725"/>
          <p14:tracePt t="188403" x="9888538" y="2740025"/>
          <p14:tracePt t="188442" x="9888538" y="2728913"/>
          <p14:tracePt t="188651" x="9888538" y="2740025"/>
          <p14:tracePt t="188667" x="9888538" y="2752725"/>
          <p14:tracePt t="188682" x="9888538" y="2778125"/>
          <p14:tracePt t="188690" x="9888538" y="2790825"/>
          <p14:tracePt t="188699" x="9888538" y="2816225"/>
          <p14:tracePt t="188706" x="9888538" y="2828925"/>
          <p14:tracePt t="188714" x="9888538" y="2840038"/>
          <p14:tracePt t="188722" x="9888538" y="2865438"/>
          <p14:tracePt t="188730" x="9888538" y="2878138"/>
          <p14:tracePt t="188747" x="9901238" y="2890838"/>
          <p14:tracePt t="188754" x="9901238" y="2903538"/>
          <p14:tracePt t="188770" x="9913938" y="2916238"/>
          <p14:tracePt t="188882" x="9939338" y="2916238"/>
          <p14:tracePt t="188890" x="9952038" y="2916238"/>
          <p14:tracePt t="188898" x="9975850" y="2890838"/>
          <p14:tracePt t="188954" x="9963150" y="2865438"/>
          <p14:tracePt t="188962" x="9901238" y="2865438"/>
          <p14:tracePt t="188971" x="9852025" y="2865438"/>
          <p14:tracePt t="188978" x="9750425" y="2865438"/>
          <p14:tracePt t="188987" x="9637713" y="2865438"/>
          <p14:tracePt t="188994" x="9501188" y="2865438"/>
          <p14:tracePt t="189003" x="9388475" y="2878138"/>
          <p14:tracePt t="189010" x="9275763" y="2916238"/>
          <p14:tracePt t="189019" x="9150350" y="2990850"/>
          <p14:tracePt t="189026" x="9075738" y="3065463"/>
          <p14:tracePt t="189035" x="9024938" y="3116263"/>
          <p14:tracePt t="189235" x="9012238" y="3116263"/>
          <p14:tracePt t="189274" x="8999538" y="3116263"/>
          <p14:tracePt t="189282" x="8986838" y="3116263"/>
          <p14:tracePt t="189290" x="8963025" y="3116263"/>
          <p14:tracePt t="189298" x="8937625" y="3116263"/>
          <p14:tracePt t="189306" x="8937625" y="3103563"/>
          <p14:tracePt t="189315" x="8912225" y="3103563"/>
          <p14:tracePt t="189322" x="8912225" y="3090863"/>
          <p14:tracePt t="189338" x="8912225" y="3078163"/>
          <p14:tracePt t="189346" x="8912225" y="3054350"/>
          <p14:tracePt t="189354" x="8912225" y="3028950"/>
          <p14:tracePt t="189362" x="8912225" y="3003550"/>
          <p14:tracePt t="189370" x="8912225" y="2952750"/>
          <p14:tracePt t="189378" x="8937625" y="2878138"/>
          <p14:tracePt t="189386" x="8937625" y="2828925"/>
          <p14:tracePt t="189394" x="8937625" y="2752725"/>
          <p14:tracePt t="189402" x="8937625" y="2652713"/>
          <p14:tracePt t="189410" x="8937625" y="2603500"/>
          <p14:tracePt t="189418" x="8937625" y="2540000"/>
          <p14:tracePt t="189426" x="8937625" y="2503488"/>
          <p14:tracePt t="189434" x="8912225" y="2452688"/>
          <p14:tracePt t="189442" x="8912225" y="2427288"/>
          <p14:tracePt t="189450" x="8886825" y="2403475"/>
          <p14:tracePt t="189458" x="8874125" y="2378075"/>
          <p14:tracePt t="189466" x="8874125" y="2365375"/>
          <p14:tracePt t="189474" x="8863013" y="2352675"/>
          <p14:tracePt t="189490" x="8850313" y="2339975"/>
          <p14:tracePt t="189506" x="8850313" y="2327275"/>
          <p14:tracePt t="189522" x="8850313" y="2314575"/>
          <p14:tracePt t="189530" x="8837613" y="2303463"/>
          <p14:tracePt t="189538" x="8837613" y="2290763"/>
          <p14:tracePt t="189546" x="8812213" y="2278063"/>
          <p14:tracePt t="189562" x="8786813" y="2265363"/>
          <p14:tracePt t="189578" x="8774113" y="2252663"/>
          <p14:tracePt t="189586" x="8763000" y="2252663"/>
          <p14:tracePt t="189594" x="8750300" y="2239963"/>
          <p14:tracePt t="189602" x="8737600" y="2227263"/>
          <p14:tracePt t="189610" x="8724900" y="2214563"/>
          <p14:tracePt t="189618" x="8699500" y="2201863"/>
          <p14:tracePt t="189626" x="8699500" y="2190750"/>
          <p14:tracePt t="189642" x="8686800" y="2190750"/>
          <p14:tracePt t="189762" x="8724900" y="2190750"/>
          <p14:tracePt t="189771" x="8924925" y="2190750"/>
          <p14:tracePt t="189778" x="9088438" y="2139950"/>
          <p14:tracePt t="189786" x="9275763" y="2127250"/>
          <p14:tracePt t="189794" x="9437688" y="2101850"/>
          <p14:tracePt t="189802" x="9563100" y="2078038"/>
          <p14:tracePt t="189810" x="9650413" y="2078038"/>
          <p14:tracePt t="189818" x="9701213" y="2065338"/>
          <p14:tracePt t="189826" x="9750425" y="2065338"/>
          <p14:tracePt t="189834" x="9763125" y="2052638"/>
          <p14:tracePt t="189994" x="9775825" y="2052638"/>
          <p14:tracePt t="190002" x="9775825" y="2039938"/>
          <p14:tracePt t="190010" x="9788525" y="2027238"/>
          <p14:tracePt t="190018" x="9813925" y="2027238"/>
          <p14:tracePt t="190026" x="9901238" y="2027238"/>
          <p14:tracePt t="190034" x="9952038" y="2014538"/>
          <p14:tracePt t="190042" x="9988550" y="2001838"/>
          <p14:tracePt t="190050" x="10013950" y="2001838"/>
          <p14:tracePt t="190058" x="10039350" y="2001838"/>
          <p14:tracePt t="190067" x="10052050" y="2001838"/>
          <p14:tracePt t="190082" x="10075863" y="1989138"/>
          <p14:tracePt t="190091" x="10101263" y="1989138"/>
          <p14:tracePt t="190098" x="10139363" y="1989138"/>
          <p14:tracePt t="190106" x="10152063" y="1989138"/>
          <p14:tracePt t="190114" x="10201275" y="1989138"/>
          <p14:tracePt t="190122" x="10239375" y="1978025"/>
          <p14:tracePt t="190130" x="10277475" y="1978025"/>
          <p14:tracePt t="190139" x="10288588" y="1965325"/>
          <p14:tracePt t="190146" x="10313988" y="1965325"/>
          <p14:tracePt t="190170" x="10326688" y="1965325"/>
          <p14:tracePt t="190218" x="10364788" y="1965325"/>
          <p14:tracePt t="190226" x="10414000" y="1965325"/>
          <p14:tracePt t="190234" x="10452100" y="1965325"/>
          <p14:tracePt t="190242" x="10464800" y="1965325"/>
          <p14:tracePt t="190251" x="10490200" y="1939925"/>
          <p14:tracePt t="190258" x="10502900" y="1939925"/>
          <p14:tracePt t="190282" x="10526713" y="1939925"/>
          <p14:tracePt t="190298" x="10539413" y="1939925"/>
          <p14:tracePt t="190314" x="10564813" y="1927225"/>
          <p14:tracePt t="190330" x="10577513" y="1927225"/>
          <p14:tracePt t="190339" x="10577513" y="1914525"/>
          <p14:tracePt t="190346" x="10590213" y="1914525"/>
          <p14:tracePt t="190362" x="10602913" y="1914525"/>
          <p14:tracePt t="190410" x="10614025" y="1914525"/>
          <p14:tracePt t="190450" x="10626725" y="1901825"/>
          <p14:tracePt t="190514" x="10639425" y="1901825"/>
          <p14:tracePt t="190547" x="10652125" y="1901825"/>
          <p14:tracePt t="190562" x="10664825" y="1901825"/>
          <p14:tracePt t="190594" x="10677525" y="1901825"/>
          <p14:tracePt t="190610" x="10690225" y="1901825"/>
          <p14:tracePt t="190626" x="10702925" y="1901825"/>
          <p14:tracePt t="190642" x="10715625" y="1901825"/>
          <p14:tracePt t="190650" x="10726738" y="1889125"/>
          <p14:tracePt t="190818" x="10739438" y="1889125"/>
          <p14:tracePt t="191075" x="10690225" y="2001838"/>
          <p14:tracePt t="191082" x="10614025" y="2089150"/>
          <p14:tracePt t="191090" x="10526713" y="2190750"/>
          <p14:tracePt t="191098" x="10401300" y="2303463"/>
          <p14:tracePt t="191106" x="10288588" y="2365375"/>
          <p14:tracePt t="191114" x="10201275" y="2390775"/>
          <p14:tracePt t="191122" x="10152063" y="2414588"/>
          <p14:tracePt t="191130" x="10139363" y="2414588"/>
          <p14:tracePt t="191146" x="10126663" y="2414588"/>
          <p14:tracePt t="191194" x="10126663" y="2403475"/>
          <p14:tracePt t="191210" x="10113963" y="2403475"/>
          <p14:tracePt t="191218" x="10113963" y="2390775"/>
          <p14:tracePt t="191226" x="10101263" y="2390775"/>
          <p14:tracePt t="191234" x="10088563" y="2390775"/>
          <p14:tracePt t="191242" x="10075863" y="2390775"/>
          <p14:tracePt t="191250" x="10064750" y="2378075"/>
          <p14:tracePt t="191259" x="10026650" y="2378075"/>
          <p14:tracePt t="191266" x="10013950" y="2378075"/>
          <p14:tracePt t="191282" x="9988550" y="2365375"/>
          <p14:tracePt t="191298" x="9963150" y="2352675"/>
          <p14:tracePt t="191306" x="9952038" y="2339975"/>
          <p14:tracePt t="191314" x="9926638" y="2327275"/>
          <p14:tracePt t="191322" x="9913938" y="2327275"/>
          <p14:tracePt t="191330" x="9888538" y="2314575"/>
          <p14:tracePt t="191339" x="9875838" y="2303463"/>
          <p14:tracePt t="191371" x="9863138" y="2303463"/>
          <p14:tracePt t="191388" x="9852025" y="2303463"/>
          <p14:tracePt t="191402" x="9839325" y="2303463"/>
          <p14:tracePt t="191410" x="9826625" y="2303463"/>
          <p14:tracePt t="191418" x="9826625" y="2314575"/>
          <p14:tracePt t="191530" x="9901238" y="2339975"/>
          <p14:tracePt t="191538" x="9988550" y="2339975"/>
          <p14:tracePt t="191546" x="10113963" y="2339975"/>
          <p14:tracePt t="191555" x="10239375" y="2339975"/>
          <p14:tracePt t="191562" x="10377488" y="2339975"/>
          <p14:tracePt t="191571" x="10502900" y="2339975"/>
          <p14:tracePt t="191578" x="10652125" y="2339975"/>
          <p14:tracePt t="191586" x="10777538" y="2327275"/>
          <p14:tracePt t="191595" x="10877550" y="2314575"/>
          <p14:tracePt t="191602" x="10952163" y="2290763"/>
          <p14:tracePt t="191610" x="11002963" y="2278063"/>
          <p14:tracePt t="191619" x="11028363" y="2265363"/>
          <p14:tracePt t="191626" x="11041063" y="2265363"/>
          <p14:tracePt t="191634" x="11052175" y="2252663"/>
          <p14:tracePt t="191698" x="11064875" y="2252663"/>
          <p14:tracePt t="191706" x="11077575" y="2252663"/>
          <p14:tracePt t="191714" x="11090275" y="2252663"/>
          <p14:tracePt t="191738" x="11115675" y="2252663"/>
          <p14:tracePt t="191746" x="11128375" y="2252663"/>
          <p14:tracePt t="191755" x="11141075" y="2252663"/>
          <p14:tracePt t="191762" x="11164888" y="2252663"/>
          <p14:tracePt t="191770" x="11202988" y="2252663"/>
          <p14:tracePt t="191778" x="11215688" y="2252663"/>
          <p14:tracePt t="191786" x="11228388" y="2252663"/>
          <p14:tracePt t="191795" x="11253788" y="2252663"/>
          <p14:tracePt t="191843" x="11266488" y="2252663"/>
          <p14:tracePt t="191860" x="11277600" y="2252663"/>
          <p14:tracePt t="191866" x="11290300" y="2252663"/>
          <p14:tracePt t="191874" x="11303000" y="2252663"/>
          <p14:tracePt t="191890" x="11315700" y="2252663"/>
          <p14:tracePt t="191922" x="11328400" y="2252663"/>
          <p14:tracePt t="191970" x="11341100" y="2252663"/>
          <p14:tracePt t="191986" x="11353800" y="2265363"/>
          <p14:tracePt t="192018" x="11366500" y="2265363"/>
          <p14:tracePt t="192851" x="11377613" y="2278063"/>
          <p14:tracePt t="192906" x="11390313" y="2278063"/>
          <p14:tracePt t="193090" x="11403013" y="2278063"/>
          <p14:tracePt t="193394" x="11377613" y="2278063"/>
          <p14:tracePt t="193402" x="11177588" y="2265363"/>
          <p14:tracePt t="193410" x="11015663" y="2239963"/>
          <p14:tracePt t="193418" x="10890250" y="2201863"/>
          <p14:tracePt t="193426" x="10752138" y="2190750"/>
          <p14:tracePt t="193434" x="10602913" y="2178050"/>
          <p14:tracePt t="193443" x="10426700" y="2139950"/>
          <p14:tracePt t="193450" x="10201275" y="2127250"/>
          <p14:tracePt t="193458" x="9875838" y="2089150"/>
          <p14:tracePt t="193466" x="9637713" y="2089150"/>
          <p14:tracePt t="193474" x="9475788" y="2089150"/>
          <p14:tracePt t="193483" x="9337675" y="2089150"/>
          <p14:tracePt t="193490" x="9288463" y="2089150"/>
          <p14:tracePt t="193498" x="9263063" y="2089150"/>
          <p14:tracePt t="193531" x="9237663" y="2089150"/>
          <p14:tracePt t="193538" x="9237663" y="2101850"/>
          <p14:tracePt t="193546" x="9237663" y="2114550"/>
          <p14:tracePt t="193562" x="9212263" y="2127250"/>
          <p14:tracePt t="193570" x="9199563" y="2139950"/>
          <p14:tracePt t="193578" x="9188450" y="2152650"/>
          <p14:tracePt t="193586" x="9163050" y="2152650"/>
          <p14:tracePt t="193594" x="9137650" y="2152650"/>
          <p14:tracePt t="193602" x="9124950" y="2152650"/>
          <p14:tracePt t="193610" x="9099550" y="2152650"/>
          <p14:tracePt t="193618" x="9088438" y="2152650"/>
          <p14:tracePt t="193627" x="9075738" y="2152650"/>
          <p14:tracePt t="193634" x="9050338" y="2152650"/>
          <p14:tracePt t="193643" x="9024938" y="2152650"/>
          <p14:tracePt t="193650" x="8986838" y="2152650"/>
          <p14:tracePt t="193658" x="8963025" y="2152650"/>
          <p14:tracePt t="193666" x="8950325" y="2152650"/>
          <p14:tracePt t="193674" x="8924925" y="2152650"/>
          <p14:tracePt t="193683" x="8912225" y="2152650"/>
          <p14:tracePt t="193715" x="8886825" y="2139950"/>
          <p14:tracePt t="193730" x="8874125" y="2127250"/>
          <p14:tracePt t="193738" x="8863013" y="2114550"/>
          <p14:tracePt t="193746" x="8863013" y="2101850"/>
          <p14:tracePt t="193754" x="8850313" y="2089150"/>
          <p14:tracePt t="193762" x="8850313" y="2078038"/>
          <p14:tracePt t="193770" x="8837613" y="2052638"/>
          <p14:tracePt t="193778" x="8824913" y="2052638"/>
          <p14:tracePt t="193794" x="8824913" y="2039938"/>
          <p14:tracePt t="193802" x="8824913" y="2027238"/>
          <p14:tracePt t="193907" x="8863013" y="2027238"/>
          <p14:tracePt t="193914" x="9112250" y="2027238"/>
          <p14:tracePt t="193922" x="9237663" y="2027238"/>
          <p14:tracePt t="193930" x="9337675" y="2027238"/>
          <p14:tracePt t="193945" x="9450388" y="2027238"/>
          <p14:tracePt t="193946" x="9550400" y="2027238"/>
          <p14:tracePt t="193954" x="9637713" y="2027238"/>
          <p14:tracePt t="193962" x="9701213" y="2014538"/>
          <p14:tracePt t="193970" x="9763125" y="2001838"/>
          <p14:tracePt t="193978" x="9801225" y="2001838"/>
          <p14:tracePt t="193986" x="9826625" y="1978025"/>
          <p14:tracePt t="194002" x="9839325" y="1978025"/>
          <p14:tracePt t="194011" x="9863138" y="1978025"/>
          <p14:tracePt t="194018" x="9901238" y="1965325"/>
          <p14:tracePt t="194026" x="9952038" y="1965325"/>
          <p14:tracePt t="194034" x="10013950" y="1965325"/>
          <p14:tracePt t="194042" x="10101263" y="1952625"/>
          <p14:tracePt t="194050" x="10164763" y="1952625"/>
          <p14:tracePt t="194058" x="10239375" y="1952625"/>
          <p14:tracePt t="194067" x="10288588" y="1952625"/>
          <p14:tracePt t="194074" x="10313988" y="1952625"/>
          <p14:tracePt t="194082" x="10326688" y="1952625"/>
          <p14:tracePt t="194146" x="10339388" y="1939925"/>
          <p14:tracePt t="194154" x="10390188" y="1939925"/>
          <p14:tracePt t="194162" x="10426700" y="1939925"/>
          <p14:tracePt t="194171" x="10464800" y="1939925"/>
          <p14:tracePt t="194179" x="10502900" y="1939925"/>
          <p14:tracePt t="194186" x="10539413" y="1939925"/>
          <p14:tracePt t="194196" x="10552113" y="1939925"/>
          <p14:tracePt t="194202" x="10552113" y="1927225"/>
          <p14:tracePt t="194274" x="10577513" y="1914525"/>
          <p14:tracePt t="194290" x="10590213" y="1914525"/>
          <p14:tracePt t="194314" x="10614025" y="1914525"/>
          <p14:tracePt t="194579" x="10602913" y="1914525"/>
          <p14:tracePt t="194586" x="10564813" y="1927225"/>
          <p14:tracePt t="194594" x="10564813" y="1939925"/>
          <p14:tracePt t="194602" x="10539413" y="1939925"/>
          <p14:tracePt t="194610" x="10526713" y="1952625"/>
          <p14:tracePt t="194618" x="10502900" y="1965325"/>
          <p14:tracePt t="194626" x="10477500" y="1978025"/>
          <p14:tracePt t="194635" x="10439400" y="1978025"/>
          <p14:tracePt t="194642" x="10401300" y="1989138"/>
          <p14:tracePt t="194651" x="10352088" y="1989138"/>
          <p14:tracePt t="194658" x="10288588" y="2001838"/>
          <p14:tracePt t="194666" x="10213975" y="2039938"/>
          <p14:tracePt t="194675" x="10126663" y="2039938"/>
          <p14:tracePt t="194682" x="10039350" y="2065338"/>
          <p14:tracePt t="194690" x="9939338" y="2065338"/>
          <p14:tracePt t="194698" x="9839325" y="2089150"/>
          <p14:tracePt t="194706" x="9775825" y="2101850"/>
          <p14:tracePt t="194714" x="9675813" y="2114550"/>
          <p14:tracePt t="194722" x="9613900" y="2114550"/>
          <p14:tracePt t="194730" x="9575800" y="2114550"/>
          <p14:tracePt t="194738" x="9501188" y="2152650"/>
          <p14:tracePt t="194747" x="9463088" y="2165350"/>
          <p14:tracePt t="194754" x="9424988" y="2178050"/>
          <p14:tracePt t="194763" x="9388475" y="2178050"/>
          <p14:tracePt t="194770" x="9363075" y="2190750"/>
          <p14:tracePt t="194778" x="9350375" y="2201863"/>
          <p14:tracePt t="194787" x="9312275" y="2214563"/>
          <p14:tracePt t="194794" x="9301163" y="2214563"/>
          <p14:tracePt t="194802" x="9263063" y="2227263"/>
          <p14:tracePt t="194810" x="9212263" y="2252663"/>
          <p14:tracePt t="194818" x="9163050" y="2265363"/>
          <p14:tracePt t="194826" x="9088438" y="2303463"/>
          <p14:tracePt t="194835" x="9024938" y="2327275"/>
          <p14:tracePt t="194842" x="8963025" y="2365375"/>
          <p14:tracePt t="194850" x="8912225" y="2378075"/>
          <p14:tracePt t="194858" x="8874125" y="2390775"/>
          <p14:tracePt t="194866" x="8850313" y="2414588"/>
          <p14:tracePt t="194874" x="8837613" y="2414588"/>
          <p14:tracePt t="194947" x="8824913" y="2427288"/>
          <p14:tracePt t="194954" x="8812213" y="2427288"/>
          <p14:tracePt t="194962" x="8786813" y="2439988"/>
          <p14:tracePt t="194978" x="8774113" y="2439988"/>
          <p14:tracePt t="195122" x="8763000" y="2439988"/>
          <p14:tracePt t="195131" x="8750300" y="2439988"/>
          <p14:tracePt t="195146" x="8737600" y="2439988"/>
          <p14:tracePt t="195258" x="8824913" y="2439988"/>
          <p14:tracePt t="195266" x="8899525" y="2414588"/>
          <p14:tracePt t="195274" x="9012238" y="2403475"/>
          <p14:tracePt t="195282" x="9163050" y="2403475"/>
          <p14:tracePt t="195290" x="9312275" y="2390775"/>
          <p14:tracePt t="195298" x="9488488" y="2378075"/>
          <p14:tracePt t="195306" x="9601200" y="2352675"/>
          <p14:tracePt t="195315" x="9701213" y="2339975"/>
          <p14:tracePt t="195322" x="9788525" y="2327275"/>
          <p14:tracePt t="195330" x="9852025" y="2290763"/>
          <p14:tracePt t="195338" x="9863138" y="2290763"/>
          <p14:tracePt t="195450" x="9863138" y="2278063"/>
          <p14:tracePt t="195490" x="9875838" y="2278063"/>
          <p14:tracePt t="195506" x="9888538" y="2278063"/>
          <p14:tracePt t="195515" x="9901238" y="2278063"/>
          <p14:tracePt t="195522" x="9926638" y="2278063"/>
          <p14:tracePt t="195530" x="9939338" y="2278063"/>
          <p14:tracePt t="195538" x="9975850" y="2278063"/>
          <p14:tracePt t="195546" x="10001250" y="2278063"/>
          <p14:tracePt t="195554" x="10039350" y="2278063"/>
          <p14:tracePt t="195562" x="10064750" y="2278063"/>
          <p14:tracePt t="195572" x="10088563" y="2278063"/>
          <p14:tracePt t="195578" x="10113963" y="2278063"/>
          <p14:tracePt t="195586" x="10152063" y="2278063"/>
          <p14:tracePt t="195594" x="10177463" y="2278063"/>
          <p14:tracePt t="195602" x="10213975" y="2278063"/>
          <p14:tracePt t="195610" x="10226675" y="2278063"/>
          <p14:tracePt t="195618" x="10239375" y="2278063"/>
          <p14:tracePt t="195675" x="10252075" y="2278063"/>
          <p14:tracePt t="195690" x="10277475" y="2278063"/>
          <p14:tracePt t="195700" x="10288588" y="2278063"/>
          <p14:tracePt t="195706" x="10301288" y="2278063"/>
          <p14:tracePt t="195714" x="10339388" y="2278063"/>
          <p14:tracePt t="195722" x="10364788" y="2278063"/>
          <p14:tracePt t="195730" x="10377488" y="2278063"/>
          <p14:tracePt t="195762" x="10390188" y="2278063"/>
          <p14:tracePt t="195771" x="10401300" y="2278063"/>
          <p14:tracePt t="195786" x="10414000" y="2278063"/>
          <p14:tracePt t="195794" x="10426700" y="2278063"/>
          <p14:tracePt t="195810" x="10452100" y="2278063"/>
          <p14:tracePt t="195818" x="10464800" y="2278063"/>
          <p14:tracePt t="195826" x="10477500" y="2278063"/>
          <p14:tracePt t="195834" x="10502900" y="2278063"/>
          <p14:tracePt t="195850" x="10539413" y="2278063"/>
          <p14:tracePt t="195858" x="10552113" y="2278063"/>
          <p14:tracePt t="195866" x="10577513" y="2278063"/>
          <p14:tracePt t="195874" x="10614025" y="2290763"/>
          <p14:tracePt t="195883" x="10639425" y="2290763"/>
          <p14:tracePt t="195890" x="10677525" y="2303463"/>
          <p14:tracePt t="195899" x="10715625" y="2303463"/>
          <p14:tracePt t="195914" x="10726738" y="2303463"/>
          <p14:tracePt t="195986" x="10752138" y="2303463"/>
          <p14:tracePt t="195994" x="10764838" y="2303463"/>
          <p14:tracePt t="196010" x="10790238" y="2303463"/>
          <p14:tracePt t="196075" x="10802938" y="2303463"/>
          <p14:tracePt t="196082" x="10828338" y="2303463"/>
          <p14:tracePt t="196091" x="10852150" y="2303463"/>
          <p14:tracePt t="196098" x="10877550" y="2303463"/>
          <p14:tracePt t="196106" x="10915650" y="2303463"/>
          <p14:tracePt t="196114" x="10939463" y="2314575"/>
          <p14:tracePt t="196122" x="10977563" y="2314575"/>
          <p14:tracePt t="196130" x="11002963" y="2327275"/>
          <p14:tracePt t="196139" x="11028363" y="2327275"/>
          <p14:tracePt t="196146" x="11064875" y="2327275"/>
          <p14:tracePt t="196162" x="11090275" y="2327275"/>
          <p14:tracePt t="196234" x="11102975" y="2327275"/>
          <p14:tracePt t="196251" x="11115675" y="2327275"/>
          <p14:tracePt t="196282" x="11128375" y="2327275"/>
          <p14:tracePt t="196314" x="11141075" y="2327275"/>
          <p14:tracePt t="196339" x="11164888" y="2327275"/>
          <p14:tracePt t="196346" x="11177588" y="2327275"/>
          <p14:tracePt t="196354" x="11190288" y="2327275"/>
          <p14:tracePt t="196362" x="11202988" y="2327275"/>
          <p14:tracePt t="196370" x="11215688" y="2327275"/>
          <p14:tracePt t="196378" x="11228388" y="2327275"/>
          <p14:tracePt t="196410" x="11241088" y="2327275"/>
          <p14:tracePt t="196426" x="11253788" y="2327275"/>
          <p14:tracePt t="196474" x="11266488" y="2327275"/>
          <p14:tracePt t="196594" x="11277600" y="2327275"/>
          <p14:tracePt t="196626" x="11290300" y="2327275"/>
          <p14:tracePt t="196666" x="11303000" y="2339975"/>
          <p14:tracePt t="196707" x="11328400" y="2339975"/>
          <p14:tracePt t="196738" x="11341100" y="2352675"/>
          <p14:tracePt t="196746" x="11341100" y="2365375"/>
          <p14:tracePt t="196794" x="11353800" y="2378075"/>
          <p14:tracePt t="196819" x="11366500" y="2403475"/>
          <p14:tracePt t="196834" x="11377613" y="2403475"/>
          <p14:tracePt t="196842" x="11390313" y="2403475"/>
          <p14:tracePt t="196850" x="11415713" y="2414588"/>
          <p14:tracePt t="196875" x="11428413" y="2439988"/>
          <p14:tracePt t="196882" x="11441113" y="2439988"/>
          <p14:tracePt t="196914" x="11453813" y="2439988"/>
          <p14:tracePt t="196970" x="11466513" y="2439988"/>
          <p14:tracePt t="196986" x="11479213" y="2439988"/>
          <p14:tracePt t="197018" x="11490325" y="2439988"/>
          <p14:tracePt t="197026" x="11515725" y="2439988"/>
          <p14:tracePt t="197034" x="11528425" y="2439988"/>
          <p14:tracePt t="197042" x="11566525" y="2439988"/>
          <p14:tracePt t="197050" x="11603038" y="2439988"/>
          <p14:tracePt t="197058" x="11615738" y="2427288"/>
          <p14:tracePt t="197066" x="11641138" y="2414588"/>
          <p14:tracePt t="197074" x="11679238" y="2403475"/>
          <p14:tracePt t="197082" x="11691938" y="2403475"/>
          <p14:tracePt t="197090" x="11691938" y="2390775"/>
          <p14:tracePt t="197098" x="11715750" y="2390775"/>
          <p14:tracePt t="197106" x="11728450" y="2390775"/>
          <p14:tracePt t="197130" x="11753850" y="2390775"/>
          <p14:tracePt t="197138" x="11766550" y="2390775"/>
          <p14:tracePt t="197146" x="11779250" y="2390775"/>
          <p14:tracePt t="197154" x="11804650" y="2390775"/>
          <p14:tracePt t="197162" x="11815763" y="2390775"/>
          <p14:tracePt t="197170" x="11828463" y="2390775"/>
          <p14:tracePt t="197187" x="11841163" y="2390775"/>
          <p14:tracePt t="197282" x="11853863" y="2378075"/>
          <p14:tracePt t="197290" x="11853863" y="2365375"/>
          <p14:tracePt t="197298" x="11853863" y="2352675"/>
          <p14:tracePt t="197314" x="11853863" y="2327275"/>
          <p14:tracePt t="197330" x="11853863" y="2314575"/>
          <p14:tracePt t="197346" x="11841163" y="2303463"/>
          <p14:tracePt t="197354" x="11828463" y="2278063"/>
          <p14:tracePt t="197371" x="11815763" y="2265363"/>
          <p14:tracePt t="197379" x="11815763" y="2252663"/>
          <p14:tracePt t="197402" x="11815763" y="2239963"/>
          <p14:tracePt t="197658" x="11804650" y="2227263"/>
          <p14:tracePt t="197675" x="11791950" y="2227263"/>
          <p14:tracePt t="197690" x="11779250" y="2227263"/>
          <p14:tracePt t="197698" x="11753850" y="2239963"/>
          <p14:tracePt t="197706" x="11753850" y="2252663"/>
          <p14:tracePt t="197714" x="11728450" y="2265363"/>
          <p14:tracePt t="197723" x="11703050" y="2290763"/>
          <p14:tracePt t="197730" x="11653838" y="2314575"/>
          <p14:tracePt t="197738" x="11603038" y="2352675"/>
          <p14:tracePt t="197746" x="11528425" y="2378075"/>
          <p14:tracePt t="197755" x="11403013" y="2427288"/>
          <p14:tracePt t="197762" x="11253788" y="2490788"/>
          <p14:tracePt t="197770" x="11102975" y="2516188"/>
          <p14:tracePt t="197779" x="10852150" y="2578100"/>
          <p14:tracePt t="197786" x="10514013" y="2652713"/>
          <p14:tracePt t="197795" x="10201275" y="2690813"/>
          <p14:tracePt t="197802" x="10013950" y="2690813"/>
          <p14:tracePt t="197810" x="9863138" y="2728913"/>
          <p14:tracePt t="197818" x="9750425" y="2728913"/>
          <p14:tracePt t="197827" x="9688513" y="2728913"/>
          <p14:tracePt t="197834" x="9637713" y="2728913"/>
          <p14:tracePt t="197843" x="9626600" y="2728913"/>
          <p14:tracePt t="197850" x="9601200" y="2728913"/>
          <p14:tracePt t="197866" x="9588500" y="2728913"/>
          <p14:tracePt t="197898" x="9563100" y="2728913"/>
          <p14:tracePt t="197906" x="9463088" y="2728913"/>
          <p14:tracePt t="197914" x="9363075" y="2728913"/>
          <p14:tracePt t="197922" x="9275763" y="2728913"/>
          <p14:tracePt t="197940" x="9137650" y="2716213"/>
          <p14:tracePt t="197946" x="9088438" y="2703513"/>
          <p14:tracePt t="197954" x="9063038" y="2703513"/>
          <p14:tracePt t="197962" x="9024938" y="2678113"/>
          <p14:tracePt t="197970" x="9012238" y="2678113"/>
          <p14:tracePt t="198186" x="9012238" y="2665413"/>
          <p14:tracePt t="198243" x="9099550" y="2665413"/>
          <p14:tracePt t="198250" x="9188450" y="2665413"/>
          <p14:tracePt t="198258" x="9263063" y="2665413"/>
          <p14:tracePt t="198266" x="9363075" y="2665413"/>
          <p14:tracePt t="198274" x="9450388" y="2665413"/>
          <p14:tracePt t="198282" x="9563100" y="2627313"/>
          <p14:tracePt t="198290" x="9637713" y="2616200"/>
          <p14:tracePt t="198298" x="9713913" y="2603500"/>
          <p14:tracePt t="198307" x="9763125" y="2590800"/>
          <p14:tracePt t="198314" x="9826625" y="2590800"/>
          <p14:tracePt t="198323" x="9875838" y="2565400"/>
          <p14:tracePt t="198338" x="9888538" y="2565400"/>
          <p14:tracePt t="198434" x="9901238" y="2565400"/>
          <p14:tracePt t="198443" x="9913938" y="2565400"/>
          <p14:tracePt t="198450" x="9926638" y="2565400"/>
          <p14:tracePt t="198458" x="9939338" y="2565400"/>
          <p14:tracePt t="198498" x="9952038" y="2565400"/>
          <p14:tracePt t="198507" x="9963150" y="2565400"/>
          <p14:tracePt t="198522" x="9975850" y="2565400"/>
          <p14:tracePt t="198530" x="9988550" y="2578100"/>
          <p14:tracePt t="198538" x="10026650" y="2578100"/>
          <p14:tracePt t="198546" x="10052050" y="2578100"/>
          <p14:tracePt t="198554" x="10075863" y="2578100"/>
          <p14:tracePt t="198563" x="10101263" y="2603500"/>
          <p14:tracePt t="198570" x="10113963" y="2603500"/>
          <p14:tracePt t="198611" x="10139363" y="2616200"/>
          <p14:tracePt t="198618" x="10152063" y="2616200"/>
          <p14:tracePt t="198626" x="10152063" y="2627313"/>
          <p14:tracePt t="198634" x="10164763" y="2627313"/>
          <p14:tracePt t="198642" x="10177463" y="2640013"/>
          <p14:tracePt t="198658" x="10188575" y="2640013"/>
          <p14:tracePt t="198714" x="10213975" y="2652713"/>
          <p14:tracePt t="198722" x="10239375" y="2652713"/>
          <p14:tracePt t="198730" x="10264775" y="2652713"/>
          <p14:tracePt t="198738" x="10277475" y="2652713"/>
          <p14:tracePt t="198746" x="10313988" y="2652713"/>
          <p14:tracePt t="198754" x="10326688" y="2652713"/>
          <p14:tracePt t="198770" x="10352088" y="2652713"/>
          <p14:tracePt t="198794" x="10390188" y="2652713"/>
          <p14:tracePt t="198810" x="10401300" y="2652713"/>
          <p14:tracePt t="198818" x="10439400" y="2652713"/>
          <p14:tracePt t="198826" x="10477500" y="2652713"/>
          <p14:tracePt t="198834" x="10490200" y="2652713"/>
          <p14:tracePt t="198850" x="10514013" y="2652713"/>
          <p14:tracePt t="198970" x="10526713" y="2652713"/>
          <p14:tracePt t="198979" x="10577513" y="2665413"/>
          <p14:tracePt t="198986" x="10639425" y="2665413"/>
          <p14:tracePt t="198994" x="10739438" y="2665413"/>
          <p14:tracePt t="199002" x="10828338" y="2665413"/>
          <p14:tracePt t="199010" x="10928350" y="2665413"/>
          <p14:tracePt t="199018" x="11002963" y="2665413"/>
          <p14:tracePt t="199026" x="11052175" y="2665413"/>
          <p14:tracePt t="199034" x="11077575" y="2652713"/>
          <p14:tracePt t="199050" x="11090275" y="2640013"/>
          <p14:tracePt t="199131" x="11115675" y="2640013"/>
          <p14:tracePt t="199138" x="11128375" y="2640013"/>
          <p14:tracePt t="199147" x="11141075" y="2640013"/>
          <p14:tracePt t="199154" x="11164888" y="2640013"/>
          <p14:tracePt t="199194" x="11177588" y="2640013"/>
          <p14:tracePt t="199226" x="11190288" y="2652713"/>
          <p14:tracePt t="199234" x="11202988" y="2652713"/>
          <p14:tracePt t="199242" x="11241088" y="2652713"/>
          <p14:tracePt t="199250" x="11253788" y="2652713"/>
          <p14:tracePt t="199259" x="11290300" y="2652713"/>
          <p14:tracePt t="199266" x="11328400" y="2652713"/>
          <p14:tracePt t="199274" x="11341100" y="2652713"/>
          <p14:tracePt t="199283" x="11366500" y="2652713"/>
          <p14:tracePt t="199299" x="11377613" y="2652713"/>
          <p14:tracePt t="199338" x="11390313" y="2652713"/>
          <p14:tracePt t="199346" x="11403013" y="2652713"/>
          <p14:tracePt t="199363" x="11415713" y="2652713"/>
          <p14:tracePt t="199394" x="11428413" y="2640013"/>
          <p14:tracePt t="199434" x="11441113" y="2640013"/>
          <p14:tracePt t="199443" x="11466513" y="2640013"/>
          <p14:tracePt t="199642" x="11479213" y="2640013"/>
          <p14:tracePt t="199674" x="11490325" y="2640013"/>
          <p14:tracePt t="199683" x="11503025" y="2640013"/>
          <p14:tracePt t="199690" x="11515725" y="2640013"/>
          <p14:tracePt t="199699" x="11528425" y="2640013"/>
          <p14:tracePt t="199715" x="11541125" y="2640013"/>
          <p14:tracePt t="199730" x="11553825" y="2640013"/>
          <p14:tracePt t="199738" x="11566525" y="2640013"/>
          <p14:tracePt t="199746" x="11579225" y="2640013"/>
          <p14:tracePt t="199754" x="11591925" y="2640013"/>
          <p14:tracePt t="199834" x="11603038" y="2640013"/>
          <p14:tracePt t="199842" x="11615738" y="2640013"/>
          <p14:tracePt t="199858" x="11615738" y="2627313"/>
          <p14:tracePt t="199866" x="11628438" y="2627313"/>
          <p14:tracePt t="199882" x="11641138" y="2627313"/>
          <p14:tracePt t="199898" x="11653838" y="2616200"/>
          <p14:tracePt t="199930" x="11679238" y="2603500"/>
          <p14:tracePt t="199938" x="11728450" y="2603500"/>
          <p14:tracePt t="199946" x="11753850" y="2603500"/>
          <p14:tracePt t="199954" x="11791950" y="2603500"/>
          <p14:tracePt t="199962" x="11828463" y="2603500"/>
          <p14:tracePt t="199970" x="11841163" y="2603500"/>
          <p14:tracePt t="199978" x="11853863" y="2603500"/>
          <p14:tracePt t="199995" x="11866563" y="2603500"/>
          <p14:tracePt t="200050" x="11891963" y="2603500"/>
          <p14:tracePt t="200114" x="11904663" y="2590800"/>
          <p14:tracePt t="200130" x="11904663" y="2578100"/>
          <p14:tracePt t="200274" x="11866563" y="2578100"/>
          <p14:tracePt t="200282" x="11804650" y="2578100"/>
          <p14:tracePt t="200290" x="11679238" y="2590800"/>
          <p14:tracePt t="200298" x="11541125" y="2640013"/>
          <p14:tracePt t="200306" x="11377613" y="2678113"/>
          <p14:tracePt t="200314" x="11128375" y="2752725"/>
          <p14:tracePt t="200322" x="10828338" y="2816225"/>
          <p14:tracePt t="200330" x="10564813" y="2840038"/>
          <p14:tracePt t="200338" x="10352088" y="2878138"/>
          <p14:tracePt t="200346" x="10177463" y="2903538"/>
          <p14:tracePt t="200354" x="10013950" y="2916238"/>
          <p14:tracePt t="200362" x="9888538" y="2941638"/>
          <p14:tracePt t="200370" x="9875838" y="2952750"/>
          <p14:tracePt t="200379" x="9852025" y="2952750"/>
          <p14:tracePt t="200386" x="9839325" y="2952750"/>
          <p14:tracePt t="200402" x="9813925" y="2952750"/>
          <p14:tracePt t="200410" x="9775825" y="2965450"/>
          <p14:tracePt t="200418" x="9750425" y="2965450"/>
          <p14:tracePt t="200426" x="9713913" y="2965450"/>
          <p14:tracePt t="200434" x="9675813" y="2965450"/>
          <p14:tracePt t="200442" x="9626600" y="2965450"/>
          <p14:tracePt t="200451" x="9575800" y="2965450"/>
          <p14:tracePt t="200458" x="9525000" y="2965450"/>
          <p14:tracePt t="200468" x="9475788" y="2965450"/>
          <p14:tracePt t="200474" x="9424988" y="2965450"/>
          <p14:tracePt t="200482" x="9401175" y="2965450"/>
          <p14:tracePt t="200490" x="9350375" y="2965450"/>
          <p14:tracePt t="200498" x="9312275" y="2965450"/>
          <p14:tracePt t="200506" x="9275763" y="2965450"/>
          <p14:tracePt t="200514" x="9224963" y="2965450"/>
          <p14:tracePt t="200522" x="9188450" y="2965450"/>
          <p14:tracePt t="200530" x="9163050" y="2965450"/>
          <p14:tracePt t="200538" x="9137650" y="2965450"/>
          <p14:tracePt t="200546" x="9099550" y="2965450"/>
          <p14:tracePt t="200554" x="9063038" y="2965450"/>
          <p14:tracePt t="200570" x="9050338" y="2952750"/>
          <p14:tracePt t="200578" x="9037638" y="2941638"/>
          <p14:tracePt t="200586" x="9024938" y="2928938"/>
          <p14:tracePt t="200594" x="9012238" y="2916238"/>
          <p14:tracePt t="200602" x="8999538" y="2916238"/>
          <p14:tracePt t="200618" x="8986838" y="2916238"/>
          <p14:tracePt t="200626" x="8963025" y="2903538"/>
          <p14:tracePt t="200634" x="8950325" y="2903538"/>
          <p14:tracePt t="200642" x="8937625" y="2903538"/>
          <p14:tracePt t="200651" x="8912225" y="2903538"/>
          <p14:tracePt t="200674" x="8886825" y="2903538"/>
          <p14:tracePt t="201058" x="8924925" y="2903538"/>
          <p14:tracePt t="201066" x="8975725" y="2903538"/>
          <p14:tracePt t="201074" x="9012238" y="2903538"/>
          <p14:tracePt t="201082" x="9075738" y="2903538"/>
          <p14:tracePt t="201090" x="9137650" y="2903538"/>
          <p14:tracePt t="201098" x="9237663" y="2903538"/>
          <p14:tracePt t="201106" x="9324975" y="2903538"/>
          <p14:tracePt t="201115" x="9375775" y="2903538"/>
          <p14:tracePt t="201122" x="9424988" y="2903538"/>
          <p14:tracePt t="201131" x="9475788" y="2903538"/>
          <p14:tracePt t="201138" x="9501188" y="2903538"/>
          <p14:tracePt t="201146" x="9513888" y="2903538"/>
          <p14:tracePt t="201154" x="9525000" y="2903538"/>
          <p14:tracePt t="201234" x="9550400" y="2903538"/>
          <p14:tracePt t="201242" x="9575800" y="2903538"/>
          <p14:tracePt t="201250" x="9601200" y="2903538"/>
          <p14:tracePt t="201258" x="9637713" y="2903538"/>
          <p14:tracePt t="201266" x="9650413" y="2903538"/>
          <p14:tracePt t="201274" x="9675813" y="2903538"/>
          <p14:tracePt t="201282" x="9688513" y="2903538"/>
          <p14:tracePt t="201290" x="9701213" y="2903538"/>
          <p14:tracePt t="201299" x="9713913" y="2903538"/>
          <p14:tracePt t="201315" x="9726613" y="2903538"/>
          <p14:tracePt t="201330" x="9739313" y="2903538"/>
          <p14:tracePt t="201346" x="9750425" y="2903538"/>
          <p14:tracePt t="201354" x="9763125" y="2903538"/>
          <p14:tracePt t="201362" x="9788525" y="2903538"/>
          <p14:tracePt t="201371" x="9839325" y="2903538"/>
          <p14:tracePt t="201378" x="9913938" y="2903538"/>
          <p14:tracePt t="201386" x="9975850" y="2903538"/>
          <p14:tracePt t="201394" x="10013950" y="2903538"/>
          <p14:tracePt t="201402" x="10052050" y="2890838"/>
          <p14:tracePt t="201410" x="10064750" y="2890838"/>
          <p14:tracePt t="201418" x="10088563" y="2890838"/>
          <p14:tracePt t="201474" x="10126663" y="2890838"/>
          <p14:tracePt t="201482" x="10188575" y="2890838"/>
          <p14:tracePt t="201490" x="10226675" y="2890838"/>
          <p14:tracePt t="201499" x="10239375" y="2890838"/>
          <p14:tracePt t="201506" x="10264775" y="2890838"/>
          <p14:tracePt t="201514" x="10288588" y="2890838"/>
          <p14:tracePt t="201522" x="10288588" y="2878138"/>
          <p14:tracePt t="201571" x="10301288" y="2878138"/>
          <p14:tracePt t="201578" x="10326688" y="2878138"/>
          <p14:tracePt t="201586" x="10364788" y="2878138"/>
          <p14:tracePt t="201594" x="10401300" y="2878138"/>
          <p14:tracePt t="201602" x="10426700" y="2878138"/>
          <p14:tracePt t="201610" x="10439400" y="2878138"/>
          <p14:tracePt t="201619" x="10452100" y="2865438"/>
          <p14:tracePt t="201690" x="10477500" y="2865438"/>
          <p14:tracePt t="201700" x="10502900" y="2865438"/>
          <p14:tracePt t="201706" x="10526713" y="2865438"/>
          <p14:tracePt t="201714" x="10539413" y="2865438"/>
          <p14:tracePt t="201722" x="10552113" y="2865438"/>
          <p14:tracePt t="201730" x="10577513" y="2865438"/>
          <p14:tracePt t="201746" x="10590213" y="2865438"/>
          <p14:tracePt t="201754" x="10602913" y="2865438"/>
          <p14:tracePt t="201778" x="10614025" y="2865438"/>
          <p14:tracePt t="201786" x="10626725" y="2865438"/>
          <p14:tracePt t="201794" x="10639425" y="2865438"/>
          <p14:tracePt t="201810" x="10664825" y="2865438"/>
          <p14:tracePt t="201818" x="10677525" y="2865438"/>
          <p14:tracePt t="201874" x="10690225" y="2865438"/>
          <p14:tracePt t="201890" x="10702925" y="2865438"/>
          <p14:tracePt t="201898" x="10726738" y="2865438"/>
          <p14:tracePt t="201906" x="10764838" y="2865438"/>
          <p14:tracePt t="201914" x="10802938" y="2865438"/>
          <p14:tracePt t="201922" x="10815638" y="2865438"/>
          <p14:tracePt t="201930" x="10852150" y="2865438"/>
          <p14:tracePt t="202218" x="10864850" y="2865438"/>
          <p14:tracePt t="202330" x="10902950" y="2865438"/>
          <p14:tracePt t="202339" x="10928350" y="2865438"/>
          <p14:tracePt t="202346" x="10939463" y="2865438"/>
          <p14:tracePt t="202354" x="10977563" y="2865438"/>
          <p14:tracePt t="202370" x="10990263" y="2865438"/>
          <p14:tracePt t="202402" x="11002963" y="2865438"/>
          <p14:tracePt t="202418" x="11028363" y="2865438"/>
          <p14:tracePt t="202426" x="11041063" y="2865438"/>
          <p14:tracePt t="202434" x="11052175" y="2865438"/>
          <p14:tracePt t="202442" x="11090275" y="2865438"/>
          <p14:tracePt t="202451" x="11115675" y="2865438"/>
          <p14:tracePt t="202466" x="11141075" y="2865438"/>
          <p14:tracePt t="202474" x="11153775" y="2865438"/>
          <p14:tracePt t="202491" x="11177588" y="2865438"/>
          <p14:tracePt t="202498" x="11190288" y="2865438"/>
          <p14:tracePt t="202507" x="11215688" y="2865438"/>
          <p14:tracePt t="202514" x="11253788" y="2865438"/>
          <p14:tracePt t="202523" x="11315700" y="2865438"/>
          <p14:tracePt t="202530" x="11366500" y="2865438"/>
          <p14:tracePt t="202538" x="11428413" y="2865438"/>
          <p14:tracePt t="202546" x="11466513" y="2865438"/>
          <p14:tracePt t="202554" x="11490325" y="2865438"/>
          <p14:tracePt t="202562" x="11515725" y="2865438"/>
          <p14:tracePt t="202570" x="11528425" y="2865438"/>
          <p14:tracePt t="202578" x="11541125" y="2865438"/>
          <p14:tracePt t="202594" x="11553825" y="2865438"/>
          <p14:tracePt t="202610" x="11566525" y="2865438"/>
          <p14:tracePt t="202618" x="11579225" y="2865438"/>
          <p14:tracePt t="202626" x="11603038" y="2865438"/>
          <p14:tracePt t="202635" x="11641138" y="2865438"/>
          <p14:tracePt t="202642" x="11666538" y="2865438"/>
          <p14:tracePt t="202650" x="11703050" y="2865438"/>
          <p14:tracePt t="202658" x="11728450" y="2865438"/>
          <p14:tracePt t="202666" x="11741150" y="2865438"/>
          <p14:tracePt t="203082" x="11741150" y="2878138"/>
          <p14:tracePt t="203090" x="11679238" y="2878138"/>
          <p14:tracePt t="203098" x="11603038" y="2916238"/>
          <p14:tracePt t="203106" x="11490325" y="2941638"/>
          <p14:tracePt t="203114" x="11290300" y="2990850"/>
          <p14:tracePt t="203122" x="11102975" y="3016250"/>
          <p14:tracePt t="203130" x="10802938" y="3078163"/>
          <p14:tracePt t="203138" x="10626725" y="3090863"/>
          <p14:tracePt t="203146" x="10464800" y="3116263"/>
          <p14:tracePt t="203154" x="10364788" y="3116263"/>
          <p14:tracePt t="203162" x="10252075" y="3141663"/>
          <p14:tracePt t="203170" x="10164763" y="3154363"/>
          <p14:tracePt t="203178" x="10075863" y="3154363"/>
          <p14:tracePt t="203187" x="10001250" y="3154363"/>
          <p14:tracePt t="203194" x="9863138" y="3165475"/>
          <p14:tracePt t="203202" x="9726613" y="3165475"/>
          <p14:tracePt t="203210" x="9601200" y="3165475"/>
          <p14:tracePt t="203218" x="9463088" y="3165475"/>
          <p14:tracePt t="203226" x="9312275" y="3216275"/>
          <p14:tracePt t="203234" x="9163050" y="3228975"/>
          <p14:tracePt t="203242" x="9012238" y="3241675"/>
          <p14:tracePt t="203250" x="8912225" y="3254375"/>
          <p14:tracePt t="203259" x="8837613" y="3278188"/>
          <p14:tracePt t="203266" x="8812213" y="3278188"/>
          <p14:tracePt t="203475" x="8824913" y="3278188"/>
          <p14:tracePt t="203482" x="8837613" y="3278188"/>
          <p14:tracePt t="203490" x="8850313" y="3267075"/>
          <p14:tracePt t="203498" x="8874125" y="3241675"/>
          <p14:tracePt t="203506" x="8886825" y="3216275"/>
          <p14:tracePt t="203514" x="8924925" y="3190875"/>
          <p14:tracePt t="203522" x="8937625" y="3165475"/>
          <p14:tracePt t="203530" x="8963025" y="3141663"/>
          <p14:tracePt t="203538" x="8986838" y="3128963"/>
          <p14:tracePt t="203546" x="8999538" y="3103563"/>
          <p14:tracePt t="203554" x="9012238" y="3103563"/>
          <p14:tracePt t="203562" x="9012238" y="3090863"/>
          <p14:tracePt t="203571" x="9024938" y="3090863"/>
          <p14:tracePt t="203586" x="9050338" y="3090863"/>
          <p14:tracePt t="203602" x="9050338" y="3078163"/>
          <p14:tracePt t="203618" x="9063038" y="3078163"/>
          <p14:tracePt t="203634" x="9088438" y="3078163"/>
          <p14:tracePt t="203643" x="9099550" y="3078163"/>
          <p14:tracePt t="203650" x="9150350" y="3078163"/>
          <p14:tracePt t="203658" x="9199563" y="3078163"/>
          <p14:tracePt t="203666" x="9250363" y="3078163"/>
          <p14:tracePt t="203675" x="9275763" y="3078163"/>
          <p14:tracePt t="203690" x="9288463" y="3078163"/>
          <p14:tracePt t="203698" x="9301163" y="3078163"/>
          <p14:tracePt t="203714" x="9312275" y="3078163"/>
          <p14:tracePt t="204642" x="9337675" y="3065463"/>
          <p14:tracePt t="204666" x="9363075" y="3065463"/>
          <p14:tracePt t="204674" x="9401175" y="3065463"/>
          <p14:tracePt t="204682" x="9437688" y="3065463"/>
          <p14:tracePt t="204691" x="9463088" y="3065463"/>
          <p14:tracePt t="204698" x="9501188" y="3065463"/>
          <p14:tracePt t="204706" x="9563100" y="3065463"/>
          <p14:tracePt t="204714" x="9663113" y="3065463"/>
          <p14:tracePt t="204722" x="9788525" y="3065463"/>
          <p14:tracePt t="204730" x="9863138" y="3065463"/>
          <p14:tracePt t="204738" x="9952038" y="3065463"/>
          <p14:tracePt t="204746" x="10013950" y="3065463"/>
          <p14:tracePt t="204754" x="10052050" y="3065463"/>
          <p14:tracePt t="204778" x="10064750" y="3065463"/>
          <p14:tracePt t="204946" x="10101263" y="3065463"/>
          <p14:tracePt t="204954" x="10113963" y="3065463"/>
          <p14:tracePt t="204963" x="10177463" y="3065463"/>
          <p14:tracePt t="204970" x="10226675" y="3065463"/>
          <p14:tracePt t="204978" x="10288588" y="3065463"/>
          <p14:tracePt t="204986" x="10339388" y="3065463"/>
          <p14:tracePt t="204994" x="10377488" y="3065463"/>
          <p14:tracePt t="205002" x="10426700" y="3054350"/>
          <p14:tracePt t="205018" x="10464800" y="3028950"/>
          <p14:tracePt t="205131" x="10477500" y="3028950"/>
          <p14:tracePt t="205138" x="10564813" y="3028950"/>
          <p14:tracePt t="205147" x="10602913" y="3028950"/>
          <p14:tracePt t="205154" x="10664825" y="3028950"/>
          <p14:tracePt t="205164" x="10715625" y="3028950"/>
          <p14:tracePt t="205170" x="10752138" y="3028950"/>
          <p14:tracePt t="205178" x="10777538" y="3028950"/>
          <p14:tracePt t="205186" x="10802938" y="3028950"/>
          <p14:tracePt t="205194" x="10815638" y="3028950"/>
          <p14:tracePt t="205266" x="10839450" y="3028950"/>
          <p14:tracePt t="205274" x="10852150" y="3028950"/>
          <p14:tracePt t="205282" x="10877550" y="3028950"/>
          <p14:tracePt t="205290" x="10877550" y="3041650"/>
          <p14:tracePt t="205299" x="10890250" y="3041650"/>
          <p14:tracePt t="205362" x="10915650" y="3041650"/>
          <p14:tracePt t="205370" x="10928350" y="3041650"/>
          <p14:tracePt t="205386" x="10952163" y="3041650"/>
          <p14:tracePt t="205506" x="10964863" y="3041650"/>
          <p14:tracePt t="205515" x="11002963" y="3054350"/>
          <p14:tracePt t="205522" x="11015663" y="3054350"/>
          <p14:tracePt t="205531" x="11052175" y="3065463"/>
          <p14:tracePt t="205538" x="11128375" y="3065463"/>
          <p14:tracePt t="205546" x="11228388" y="3078163"/>
          <p14:tracePt t="205554" x="11290300" y="3078163"/>
          <p14:tracePt t="205562" x="11377613" y="3078163"/>
          <p14:tracePt t="205570" x="11466513" y="3078163"/>
          <p14:tracePt t="205578" x="11528425" y="3078163"/>
          <p14:tracePt t="205586" x="11579225" y="3078163"/>
          <p14:tracePt t="205594" x="11641138" y="3078163"/>
          <p14:tracePt t="205602" x="11679238" y="3078163"/>
          <p14:tracePt t="205610" x="11691938" y="3078163"/>
          <p14:tracePt t="205618" x="11715750" y="3078163"/>
          <p14:tracePt t="205627" x="11728450" y="3078163"/>
          <p14:tracePt t="205642" x="11728450" y="3065463"/>
          <p14:tracePt t="205858" x="11741150" y="3054350"/>
          <p14:tracePt t="205970" x="11715750" y="3054350"/>
          <p14:tracePt t="205978" x="11653838" y="3078163"/>
          <p14:tracePt t="205986" x="11579225" y="3103563"/>
          <p14:tracePt t="205995" x="11490325" y="3141663"/>
          <p14:tracePt t="206002" x="11328400" y="3178175"/>
          <p14:tracePt t="206011" x="11102975" y="3228975"/>
          <p14:tracePt t="206018" x="10802938" y="3303588"/>
          <p14:tracePt t="206026" x="10452100" y="3341688"/>
          <p14:tracePt t="206034" x="10152063" y="3403600"/>
          <p14:tracePt t="206042" x="9901238" y="3441700"/>
          <p14:tracePt t="206050" x="9675813" y="3454400"/>
          <p14:tracePt t="206058" x="9513888" y="3479800"/>
          <p14:tracePt t="206067" x="9401175" y="3490913"/>
          <p14:tracePt t="206074" x="9363075" y="3490913"/>
          <p14:tracePt t="206082" x="9324975" y="3490913"/>
          <p14:tracePt t="206090" x="9301163" y="3490913"/>
          <p14:tracePt t="206098" x="9237663" y="3490913"/>
          <p14:tracePt t="206106" x="9199563" y="3490913"/>
          <p14:tracePt t="206114" x="9150350" y="3479800"/>
          <p14:tracePt t="206122" x="9099550" y="3479800"/>
          <p14:tracePt t="206130" x="9050338" y="3479800"/>
          <p14:tracePt t="206138" x="9012238" y="3479800"/>
          <p14:tracePt t="206146" x="8986838" y="3479800"/>
          <p14:tracePt t="206154" x="8963025" y="3479800"/>
          <p14:tracePt t="206162" x="8937625" y="3479800"/>
          <p14:tracePt t="206170" x="8924925" y="3479800"/>
          <p14:tracePt t="206178" x="8912225" y="3479800"/>
          <p14:tracePt t="206186" x="8874125" y="3479800"/>
          <p14:tracePt t="206195" x="8863013" y="3467100"/>
          <p14:tracePt t="206202" x="8837613" y="3467100"/>
          <p14:tracePt t="206210" x="8824913" y="3454400"/>
          <p14:tracePt t="206218" x="8812213" y="3454400"/>
          <p14:tracePt t="206290" x="8812213" y="3441700"/>
          <p14:tracePt t="206306" x="8812213" y="3429000"/>
          <p14:tracePt t="206322" x="8837613" y="3403600"/>
          <p14:tracePt t="206538" x="8850313" y="3403600"/>
          <p14:tracePt t="206578" x="8863013" y="3403600"/>
          <p14:tracePt t="206586" x="8874125" y="3403600"/>
          <p14:tracePt t="206594" x="8874125" y="3390900"/>
          <p14:tracePt t="206603" x="8886825" y="3390900"/>
          <p14:tracePt t="206610" x="8924925" y="3390900"/>
          <p14:tracePt t="206618" x="9012238" y="3390900"/>
          <p14:tracePt t="206626" x="9163050" y="3390900"/>
          <p14:tracePt t="206634" x="9288463" y="3390900"/>
          <p14:tracePt t="206642" x="9424988" y="3390900"/>
          <p14:tracePt t="206651" x="9537700" y="3390900"/>
          <p14:tracePt t="206658" x="9601200" y="3390900"/>
          <p14:tracePt t="206667" x="9626600" y="3367088"/>
          <p14:tracePt t="206922" x="9626600" y="3354388"/>
          <p14:tracePt t="206931" x="9550400" y="3354388"/>
          <p14:tracePt t="206938" x="9525000" y="3354388"/>
          <p14:tracePt t="206947" x="9488488" y="3367088"/>
          <p14:tracePt t="206954" x="9463088" y="3367088"/>
          <p14:tracePt t="206962" x="9450388" y="3367088"/>
          <p14:tracePt t="207010" x="9525000" y="3367088"/>
          <p14:tracePt t="207019" x="9575800" y="3367088"/>
          <p14:tracePt t="207026" x="9601200" y="3367088"/>
          <p14:tracePt t="207035" x="9626600" y="3367088"/>
          <p14:tracePt t="207042" x="9637713" y="3367088"/>
          <p14:tracePt t="207066" x="9663113" y="3367088"/>
          <p14:tracePt t="207082" x="9688513" y="3367088"/>
          <p14:tracePt t="207090" x="9713913" y="3367088"/>
          <p14:tracePt t="207098" x="9763125" y="3367088"/>
          <p14:tracePt t="207106" x="9788525" y="3367088"/>
          <p14:tracePt t="207115" x="9826625" y="3367088"/>
          <p14:tracePt t="207122" x="9863138" y="3367088"/>
          <p14:tracePt t="207131" x="9901238" y="3367088"/>
          <p14:tracePt t="207138" x="9939338" y="3367088"/>
          <p14:tracePt t="207146" x="9963150" y="3367088"/>
          <p14:tracePt t="207154" x="9988550" y="3367088"/>
          <p14:tracePt t="207162" x="10001250" y="3367088"/>
          <p14:tracePt t="207170" x="10026650" y="3367088"/>
          <p14:tracePt t="207178" x="10039350" y="3367088"/>
          <p14:tracePt t="207186" x="10052050" y="3367088"/>
          <p14:tracePt t="207194" x="10064750" y="3367088"/>
          <p14:tracePt t="207210" x="10075863" y="3354388"/>
          <p14:tracePt t="207266" x="10088563" y="3354388"/>
          <p14:tracePt t="207274" x="10101263" y="3354388"/>
          <p14:tracePt t="207290" x="10126663" y="3354388"/>
          <p14:tracePt t="207298" x="10139363" y="3354388"/>
          <p14:tracePt t="207306" x="10152063" y="3354388"/>
          <p14:tracePt t="207322" x="10164763" y="3354388"/>
          <p14:tracePt t="207330" x="10164763" y="3341688"/>
          <p14:tracePt t="207338" x="10188575" y="3328988"/>
          <p14:tracePt t="207346" x="10226675" y="3328988"/>
          <p14:tracePt t="207354" x="10301288" y="3328988"/>
          <p14:tracePt t="207362" x="10364788" y="3316288"/>
          <p14:tracePt t="207371" x="10414000" y="3316288"/>
          <p14:tracePt t="207378" x="10502900" y="3316288"/>
          <p14:tracePt t="207386" x="10526713" y="3303588"/>
          <p14:tracePt t="207394" x="10552113" y="3303588"/>
          <p14:tracePt t="207458" x="10577513" y="3303588"/>
          <p14:tracePt t="207466" x="10602913" y="3303588"/>
          <p14:tracePt t="207474" x="10652125" y="3303588"/>
          <p14:tracePt t="207482" x="10702925" y="3303588"/>
          <p14:tracePt t="207490" x="10752138" y="3303588"/>
          <p14:tracePt t="207499" x="10790238" y="3303588"/>
          <p14:tracePt t="207506" x="10802938" y="3303588"/>
          <p14:tracePt t="207514" x="10815638" y="3303588"/>
          <p14:tracePt t="207690" x="10828338" y="3303588"/>
          <p14:tracePt t="207706" x="10828338" y="3316288"/>
          <p14:tracePt t="207722" x="10828338" y="3328988"/>
          <p14:tracePt t="207730" x="10839450" y="3328988"/>
          <p14:tracePt t="207762" x="10839450" y="3341688"/>
          <p14:tracePt t="207794" x="10839450" y="3354388"/>
          <p14:tracePt t="207810" x="10839450" y="3367088"/>
          <p14:tracePt t="207858" x="10828338" y="3367088"/>
          <p14:tracePt t="207866" x="10802938" y="3367088"/>
          <p14:tracePt t="207884" x="10790238" y="3367088"/>
          <p14:tracePt t="207890" x="10777538" y="3367088"/>
          <p14:tracePt t="207898" x="10764838" y="3367088"/>
          <p14:tracePt t="207914" x="10752138" y="3367088"/>
          <p14:tracePt t="207922" x="10739438" y="3367088"/>
          <p14:tracePt t="207938" x="10726738" y="3367088"/>
          <p14:tracePt t="207971" x="10715625" y="3354388"/>
          <p14:tracePt t="207978" x="10690225" y="3341688"/>
          <p14:tracePt t="208002" x="10677525" y="3341688"/>
          <p14:tracePt t="208034" x="10664825" y="3341688"/>
          <p14:tracePt t="208203" x="10690225" y="3341688"/>
          <p14:tracePt t="208210" x="10702925" y="3341688"/>
          <p14:tracePt t="208218" x="10739438" y="3341688"/>
          <p14:tracePt t="208226" x="10777538" y="3341688"/>
          <p14:tracePt t="208234" x="10815638" y="3341688"/>
          <p14:tracePt t="208242" x="10839450" y="3341688"/>
          <p14:tracePt t="208251" x="10877550" y="3341688"/>
          <p14:tracePt t="208258" x="10915650" y="3341688"/>
          <p14:tracePt t="208266" x="10952163" y="3341688"/>
          <p14:tracePt t="208274" x="10964863" y="3341688"/>
          <p14:tracePt t="208282" x="10977563" y="3341688"/>
          <p14:tracePt t="208291" x="10990263" y="3341688"/>
          <p14:tracePt t="208298" x="11002963" y="3341688"/>
          <p14:tracePt t="208306" x="11028363" y="3341688"/>
          <p14:tracePt t="208314" x="11052175" y="3341688"/>
          <p14:tracePt t="208322" x="11090275" y="3341688"/>
          <p14:tracePt t="208330" x="11102975" y="3341688"/>
          <p14:tracePt t="208338" x="11128375" y="3341688"/>
          <p14:tracePt t="208346" x="11153775" y="3341688"/>
          <p14:tracePt t="208354" x="11177588" y="3341688"/>
          <p14:tracePt t="208362" x="11215688" y="3341688"/>
          <p14:tracePt t="208370" x="11241088" y="3341688"/>
          <p14:tracePt t="208378" x="11290300" y="3341688"/>
          <p14:tracePt t="208386" x="11328400" y="3341688"/>
          <p14:tracePt t="208394" x="11366500" y="3341688"/>
          <p14:tracePt t="208402" x="11415713" y="3341688"/>
          <p14:tracePt t="208410" x="11453813" y="3341688"/>
          <p14:tracePt t="208418" x="11490325" y="3341688"/>
          <p14:tracePt t="208426" x="11528425" y="3341688"/>
          <p14:tracePt t="208435" x="11566525" y="3341688"/>
          <p14:tracePt t="208442" x="11591925" y="3341688"/>
          <p14:tracePt t="208451" x="11603038" y="3341688"/>
          <p14:tracePt t="208458" x="11628438" y="3341688"/>
          <p14:tracePt t="208466" x="11641138" y="3341688"/>
          <p14:tracePt t="208474" x="11653838" y="3341688"/>
          <p14:tracePt t="208507" x="11666538" y="3341688"/>
          <p14:tracePt t="208514" x="11679238" y="3341688"/>
          <p14:tracePt t="208538" x="11691938" y="3341688"/>
          <p14:tracePt t="208546" x="11703050" y="3341688"/>
          <p14:tracePt t="208578" x="11715750" y="3341688"/>
          <p14:tracePt t="208626" x="11728450" y="3341688"/>
          <p14:tracePt t="208635" x="11753850" y="3341688"/>
          <p14:tracePt t="208738" x="11766550" y="3341688"/>
          <p14:tracePt t="208746" x="11791950" y="3341688"/>
          <p14:tracePt t="208810" x="11804650" y="3341688"/>
          <p14:tracePt t="208819" x="11828463" y="3341688"/>
          <p14:tracePt t="208826" x="11841163" y="3316288"/>
          <p14:tracePt t="208834" x="11853863" y="3316288"/>
          <p14:tracePt t="208850" x="11879263" y="3303588"/>
          <p14:tracePt t="208866" x="11891963" y="3290888"/>
          <p14:tracePt t="208875" x="11904663" y="3278188"/>
          <p14:tracePt t="208906" x="11917363" y="3267075"/>
          <p14:tracePt t="209138" x="11891963" y="3267075"/>
          <p14:tracePt t="209146" x="11866563" y="3267075"/>
          <p14:tracePt t="209154" x="11815763" y="3267075"/>
          <p14:tracePt t="209162" x="11766550" y="3278188"/>
          <p14:tracePt t="209170" x="11691938" y="3278188"/>
          <p14:tracePt t="209178" x="11603038" y="3290888"/>
          <p14:tracePt t="209187" x="11528425" y="3303588"/>
          <p14:tracePt t="209194" x="11415713" y="3316288"/>
          <p14:tracePt t="209202" x="11315700" y="3341688"/>
          <p14:tracePt t="209210" x="11177588" y="3354388"/>
          <p14:tracePt t="209218" x="10977563" y="3378200"/>
          <p14:tracePt t="209226" x="10715625" y="3429000"/>
          <p14:tracePt t="209234" x="10490200" y="3454400"/>
          <p14:tracePt t="209242" x="10339388" y="3467100"/>
          <p14:tracePt t="209250" x="10188575" y="3503613"/>
          <p14:tracePt t="209259" x="10126663" y="3516313"/>
          <p14:tracePt t="209266" x="10052050" y="3516313"/>
          <p14:tracePt t="209275" x="10013950" y="3516313"/>
          <p14:tracePt t="209282" x="9988550" y="3516313"/>
          <p14:tracePt t="209290" x="9952038" y="3516313"/>
          <p14:tracePt t="209298" x="9939338" y="3516313"/>
          <p14:tracePt t="209306" x="9926638" y="3516313"/>
          <p14:tracePt t="209314" x="9901238" y="3516313"/>
          <p14:tracePt t="209322" x="9863138" y="3516313"/>
          <p14:tracePt t="209330" x="9813925" y="3516313"/>
          <p14:tracePt t="209338" x="9739313" y="3516313"/>
          <p14:tracePt t="209346" x="9688513" y="3516313"/>
          <p14:tracePt t="209354" x="9626600" y="3516313"/>
          <p14:tracePt t="209362" x="9563100" y="3529013"/>
          <p14:tracePt t="209371" x="9525000" y="3529013"/>
          <p14:tracePt t="209378" x="9488488" y="3529013"/>
          <p14:tracePt t="209387" x="9450388" y="3554413"/>
          <p14:tracePt t="209394" x="9437688" y="3554413"/>
          <p14:tracePt t="209402" x="9413875" y="3567113"/>
          <p14:tracePt t="209410" x="9401175" y="3567113"/>
          <p14:tracePt t="209426" x="9388475" y="3567113"/>
          <p14:tracePt t="209434" x="9363075" y="3567113"/>
          <p14:tracePt t="209442" x="9350375" y="3567113"/>
          <p14:tracePt t="209450" x="9350375" y="3579813"/>
          <p14:tracePt t="209458" x="9337675" y="3579813"/>
          <p14:tracePt t="209466" x="9312275" y="3579813"/>
          <p14:tracePt t="209482" x="9301163" y="3590925"/>
          <p14:tracePt t="209490" x="9288463" y="3603625"/>
          <p14:tracePt t="209498" x="9275763" y="3603625"/>
          <p14:tracePt t="209506" x="9263063" y="3603625"/>
          <p14:tracePt t="209522" x="9250363" y="3603625"/>
          <p14:tracePt t="209538" x="9237663" y="3603625"/>
          <p14:tracePt t="209554" x="9224963" y="3603625"/>
          <p14:tracePt t="209562" x="9199563" y="3616325"/>
          <p14:tracePt t="209682" x="9175750" y="3629025"/>
          <p14:tracePt t="209834" x="9188450" y="3629025"/>
          <p14:tracePt t="209874" x="9199563" y="3629025"/>
          <p14:tracePt t="209946" x="9212263" y="3629025"/>
          <p14:tracePt t="209962" x="9224963" y="3629025"/>
          <p14:tracePt t="210002" x="9237663" y="3629025"/>
          <p14:tracePt t="210027" x="9250363" y="3629025"/>
          <p14:tracePt t="210034" x="9263063" y="3629025"/>
          <p14:tracePt t="210042" x="9275763" y="3629025"/>
          <p14:tracePt t="210058" x="9288463" y="3629025"/>
          <p14:tracePt t="210066" x="9312275" y="3641725"/>
          <p14:tracePt t="210082" x="9324975" y="3641725"/>
          <p14:tracePt t="210090" x="9350375" y="3641725"/>
          <p14:tracePt t="210107" x="9363075" y="3641725"/>
          <p14:tracePt t="210114" x="9388475" y="3641725"/>
          <p14:tracePt t="210123" x="9424988" y="3641725"/>
          <p14:tracePt t="210130" x="9437688" y="3641725"/>
          <p14:tracePt t="210139" x="9488488" y="3654425"/>
          <p14:tracePt t="210146" x="9537700" y="3654425"/>
          <p14:tracePt t="210154" x="9601200" y="3654425"/>
          <p14:tracePt t="210162" x="9626600" y="3654425"/>
          <p14:tracePt t="210170" x="9637713" y="3654425"/>
          <p14:tracePt t="210178" x="9663113" y="3654425"/>
          <p14:tracePt t="210186" x="9675813" y="3654425"/>
          <p14:tracePt t="210227" x="9688513" y="3654425"/>
          <p14:tracePt t="210234" x="9713913" y="3654425"/>
          <p14:tracePt t="210242" x="9750425" y="3654425"/>
          <p14:tracePt t="210250" x="9788525" y="3654425"/>
          <p14:tracePt t="210258" x="9839325" y="3654425"/>
          <p14:tracePt t="210266" x="9863138" y="3654425"/>
          <p14:tracePt t="210274" x="9913938" y="3654425"/>
          <p14:tracePt t="210282" x="9952038" y="3654425"/>
          <p14:tracePt t="210290" x="9988550" y="3654425"/>
          <p14:tracePt t="210298" x="10026650" y="3654425"/>
          <p14:tracePt t="210307" x="10039350" y="3654425"/>
          <p14:tracePt t="210314" x="10052050" y="3654425"/>
          <p14:tracePt t="210323" x="10075863" y="3654425"/>
          <p14:tracePt t="210330" x="10088563" y="3654425"/>
          <p14:tracePt t="210338" x="10113963" y="3654425"/>
          <p14:tracePt t="210346" x="10126663" y="3654425"/>
          <p14:tracePt t="210354" x="10152063" y="3654425"/>
          <p14:tracePt t="210362" x="10177463" y="3654425"/>
          <p14:tracePt t="210370" x="10201275" y="3654425"/>
          <p14:tracePt t="210554" x="10213975" y="3654425"/>
          <p14:tracePt t="210562" x="10252075" y="3654425"/>
          <p14:tracePt t="210570" x="10288588" y="3654425"/>
          <p14:tracePt t="210579" x="10339388" y="3654425"/>
          <p14:tracePt t="210586" x="10377488" y="3654425"/>
          <p14:tracePt t="210594" x="10401300" y="3654425"/>
          <p14:tracePt t="210602" x="10439400" y="3654425"/>
          <p14:tracePt t="210610" x="10477500" y="3641725"/>
          <p14:tracePt t="210618" x="10490200" y="3641725"/>
          <p14:tracePt t="210626" x="10502900" y="3629025"/>
          <p14:tracePt t="210634" x="10526713" y="3629025"/>
          <p14:tracePt t="210666" x="10539413" y="3629025"/>
          <p14:tracePt t="210714" x="10564813" y="3629025"/>
          <p14:tracePt t="210722" x="10577513" y="3616325"/>
          <p14:tracePt t="210730" x="10577513" y="3603625"/>
          <p14:tracePt t="210738" x="10590213" y="3603625"/>
          <p14:tracePt t="210746" x="10602913" y="3603625"/>
          <p14:tracePt t="210763" x="10602913" y="3590925"/>
          <p14:tracePt t="210770" x="10614025" y="3590925"/>
          <p14:tracePt t="210779" x="10614025" y="3567113"/>
          <p14:tracePt t="210786" x="10639425" y="3567113"/>
          <p14:tracePt t="210802" x="10664825" y="3554413"/>
          <p14:tracePt t="210810" x="10677525" y="3554413"/>
          <p14:tracePt t="210818" x="10715625" y="3554413"/>
          <p14:tracePt t="210826" x="10726738" y="3554413"/>
          <p14:tracePt t="210834" x="10752138" y="3554413"/>
          <p14:tracePt t="210842" x="10764838" y="3554413"/>
          <p14:tracePt t="210850" x="10777538" y="3554413"/>
          <p14:tracePt t="210858" x="10790238" y="3554413"/>
          <p14:tracePt t="210866" x="10802938" y="3554413"/>
          <p14:tracePt t="210875" x="10828338" y="3554413"/>
          <p14:tracePt t="210883" x="10839450" y="3554413"/>
          <p14:tracePt t="210891" x="10852150" y="3554413"/>
          <p14:tracePt t="210898" x="10902950" y="3554413"/>
          <p14:tracePt t="210906" x="10939463" y="3554413"/>
          <p14:tracePt t="210914" x="10977563" y="3554413"/>
          <p14:tracePt t="210925" x="11015663" y="3554413"/>
          <p14:tracePt t="210930" x="11028363" y="3554413"/>
          <p14:tracePt t="210938" x="11064875" y="3554413"/>
          <p14:tracePt t="211018" x="11077575" y="3554413"/>
          <p14:tracePt t="211026" x="11102975" y="3554413"/>
          <p14:tracePt t="211042" x="11115675" y="3554413"/>
          <p14:tracePt t="211050" x="11141075" y="3554413"/>
          <p14:tracePt t="211059" x="11153775" y="3554413"/>
          <p14:tracePt t="211066" x="11190288" y="3554413"/>
          <p14:tracePt t="211075" x="11228388" y="3554413"/>
          <p14:tracePt t="211082" x="11266488" y="3554413"/>
          <p14:tracePt t="211090" x="11303000" y="3554413"/>
          <p14:tracePt t="211099" x="11353800" y="3554413"/>
          <p14:tracePt t="211106" x="11390313" y="3554413"/>
          <p14:tracePt t="211114" x="11428413" y="3554413"/>
          <p14:tracePt t="211122" x="11479213" y="3554413"/>
          <p14:tracePt t="211130" x="11515725" y="3554413"/>
          <p14:tracePt t="211138" x="11553825" y="3554413"/>
          <p14:tracePt t="211147" x="11579225" y="3554413"/>
          <p14:tracePt t="211154" x="11591925" y="3554413"/>
          <p14:tracePt t="211162" x="11603038" y="3554413"/>
          <p14:tracePt t="211194" x="11615738" y="3554413"/>
          <p14:tracePt t="211202" x="11641138" y="3554413"/>
          <p14:tracePt t="211210" x="11666538" y="3554413"/>
          <p14:tracePt t="211218" x="11703050" y="3554413"/>
          <p14:tracePt t="211226" x="11728450" y="3554413"/>
          <p14:tracePt t="211234" x="11766550" y="3554413"/>
          <p14:tracePt t="211242" x="11779250" y="3554413"/>
          <p14:tracePt t="211722" x="11766550" y="3567113"/>
          <p14:tracePt t="211730" x="11753850" y="3567113"/>
          <p14:tracePt t="211738" x="11741150" y="3567113"/>
          <p14:tracePt t="211746" x="11715750" y="3579813"/>
          <p14:tracePt t="211754" x="11666538" y="3579813"/>
          <p14:tracePt t="211762" x="11591925" y="3590925"/>
          <p14:tracePt t="211770" x="11528425" y="3590925"/>
          <p14:tracePt t="211778" x="11403013" y="3616325"/>
          <p14:tracePt t="211786" x="11253788" y="3641725"/>
          <p14:tracePt t="211794" x="11064875" y="3654425"/>
          <p14:tracePt t="211802" x="10852150" y="3703638"/>
          <p14:tracePt t="211810" x="10702925" y="3703638"/>
          <p14:tracePt t="211818" x="10539413" y="3703638"/>
          <p14:tracePt t="211826" x="10377488" y="3703638"/>
          <p14:tracePt t="211834" x="10226675" y="3703638"/>
          <p14:tracePt t="211842" x="10088563" y="3703638"/>
          <p14:tracePt t="211850" x="9975850" y="3716338"/>
          <p14:tracePt t="211858" x="9888538" y="3716338"/>
          <p14:tracePt t="211866" x="9813925" y="3729038"/>
          <p14:tracePt t="211874" x="9775825" y="3754438"/>
          <p14:tracePt t="211882" x="9739313" y="3754438"/>
          <p14:tracePt t="211898" x="9726613" y="3754438"/>
          <p14:tracePt t="211906" x="9713913" y="3754438"/>
          <p14:tracePt t="211914" x="9701213" y="3754438"/>
          <p14:tracePt t="211938" x="9675813" y="3754438"/>
          <p14:tracePt t="211946" x="9650413" y="3754438"/>
          <p14:tracePt t="211954" x="9613900" y="3767138"/>
          <p14:tracePt t="211962" x="9575800" y="3767138"/>
          <p14:tracePt t="211970" x="9550400" y="3767138"/>
          <p14:tracePt t="211978" x="9501188" y="3779838"/>
          <p14:tracePt t="211986" x="9450388" y="3803650"/>
          <p14:tracePt t="211995" x="9363075" y="3816350"/>
          <p14:tracePt t="212002" x="9312275" y="3816350"/>
          <p14:tracePt t="212011" x="9275763" y="3816350"/>
          <p14:tracePt t="212018" x="9237663" y="3816350"/>
          <p14:tracePt t="212026" x="9199563" y="3829050"/>
          <p14:tracePt t="212034" x="9175750" y="3829050"/>
          <p14:tracePt t="212042" x="9163050" y="3829050"/>
          <p14:tracePt t="212050" x="9137650" y="3854450"/>
          <p14:tracePt t="212058" x="9112250" y="3854450"/>
          <p14:tracePt t="212067" x="9099550" y="3854450"/>
          <p14:tracePt t="212074" x="9075738" y="3854450"/>
          <p14:tracePt t="212082" x="9063038" y="3854450"/>
          <p14:tracePt t="212090" x="9024938" y="3867150"/>
          <p14:tracePt t="212098" x="8986838" y="3867150"/>
          <p14:tracePt t="212106" x="8950325" y="3879850"/>
          <p14:tracePt t="212114" x="8912225" y="3879850"/>
          <p14:tracePt t="212122" x="8863013" y="3905250"/>
          <p14:tracePt t="212130" x="8850313" y="3905250"/>
          <p14:tracePt t="212138" x="8837613" y="3905250"/>
          <p14:tracePt t="212146" x="8799513" y="3905250"/>
          <p14:tracePt t="212162" x="8799513" y="3916363"/>
          <p14:tracePt t="212202" x="8786813" y="3929063"/>
          <p14:tracePt t="212210" x="8786813" y="3941763"/>
          <p14:tracePt t="212226" x="8786813" y="3954463"/>
          <p14:tracePt t="212242" x="8786813" y="3979863"/>
          <p14:tracePt t="212251" x="8799513" y="3979863"/>
          <p14:tracePt t="212258" x="8799513" y="3992563"/>
          <p14:tracePt t="212267" x="8837613" y="3992563"/>
          <p14:tracePt t="212274" x="8874125" y="3992563"/>
          <p14:tracePt t="212282" x="8937625" y="4005263"/>
          <p14:tracePt t="212290" x="8999538" y="4005263"/>
          <p14:tracePt t="212298" x="9137650" y="4005263"/>
          <p14:tracePt t="212306" x="9288463" y="4005263"/>
          <p14:tracePt t="212314" x="9463088" y="4005263"/>
          <p14:tracePt t="212322" x="9575800" y="4005263"/>
          <p14:tracePt t="212330" x="9701213" y="3979863"/>
          <p14:tracePt t="212338" x="9826625" y="3941763"/>
          <p14:tracePt t="212346" x="9913938" y="3916363"/>
          <p14:tracePt t="212354" x="9988550" y="3879850"/>
          <p14:tracePt t="212362" x="10052050" y="3854450"/>
          <p14:tracePt t="212370" x="10088563" y="3841750"/>
          <p14:tracePt t="212386" x="10101263" y="3841750"/>
          <p14:tracePt t="212394" x="10126663" y="3841750"/>
          <p14:tracePt t="212402" x="10139363" y="3841750"/>
          <p14:tracePt t="212410" x="10152063" y="3841750"/>
          <p14:tracePt t="212418" x="10177463" y="3841750"/>
          <p14:tracePt t="212426" x="10201275" y="3841750"/>
          <p14:tracePt t="212434" x="10213975" y="3841750"/>
          <p14:tracePt t="212442" x="10226675" y="3841750"/>
          <p14:tracePt t="212490" x="10226675" y="3854450"/>
          <p14:tracePt t="212498" x="10226675" y="3867150"/>
          <p14:tracePt t="212506" x="10226675" y="3892550"/>
          <p14:tracePt t="212690" x="10226675" y="3905250"/>
          <p14:tracePt t="212731" x="10226675" y="3916363"/>
          <p14:tracePt t="212778" x="10213975" y="3916363"/>
          <p14:tracePt t="212834" x="10201275" y="3916363"/>
          <p14:tracePt t="212842" x="10164763" y="3916363"/>
          <p14:tracePt t="212850" x="10152063" y="3916363"/>
          <p14:tracePt t="212858" x="10139363" y="3929063"/>
          <p14:tracePt t="212906" x="10126663" y="3929063"/>
          <p14:tracePt t="212914" x="10126663" y="3916363"/>
          <p14:tracePt t="212922" x="10152063" y="3879850"/>
          <p14:tracePt t="212930" x="10264775" y="3854450"/>
          <p14:tracePt t="212948" x="10526713" y="3792538"/>
          <p14:tracePt t="212954" x="10652125" y="3779838"/>
          <p14:tracePt t="212962" x="10726738" y="3741738"/>
          <p14:tracePt t="212970" x="10752138" y="3741738"/>
          <p14:tracePt t="212978" x="10764838" y="3729038"/>
          <p14:tracePt t="213146" x="10777538" y="3729038"/>
          <p14:tracePt t="213154" x="10828338" y="3729038"/>
          <p14:tracePt t="213162" x="10864850" y="3729038"/>
          <p14:tracePt t="213170" x="10890250" y="3741738"/>
          <p14:tracePt t="213178" x="10915650" y="3741738"/>
          <p14:tracePt t="213187" x="10952163" y="3754438"/>
          <p14:tracePt t="213194" x="10990263" y="3754438"/>
          <p14:tracePt t="213202" x="11002963" y="3767138"/>
          <p14:tracePt t="213210" x="11028363" y="3767138"/>
          <p14:tracePt t="213218" x="11052175" y="3767138"/>
          <p14:tracePt t="213226" x="11064875" y="3767138"/>
          <p14:tracePt t="213234" x="11077575" y="3767138"/>
          <p14:tracePt t="213354" x="11090275" y="3767138"/>
          <p14:tracePt t="213386" x="11090275" y="3779838"/>
          <p14:tracePt t="213402" x="11077575" y="3803650"/>
          <p14:tracePt t="213410" x="11077575" y="3816350"/>
          <p14:tracePt t="213418" x="11064875" y="3841750"/>
          <p14:tracePt t="213426" x="11015663" y="3867150"/>
          <p14:tracePt t="213434" x="10939463" y="3905250"/>
          <p14:tracePt t="213442" x="10852150" y="3954463"/>
          <p14:tracePt t="213450" x="10777538" y="3979863"/>
          <p14:tracePt t="213458" x="10739438" y="3992563"/>
          <p14:tracePt t="213466" x="10677525" y="4005263"/>
          <p14:tracePt t="213546" x="10677525" y="3992563"/>
          <p14:tracePt t="213562" x="10690225" y="3967163"/>
          <p14:tracePt t="213578" x="10715625" y="3941763"/>
          <p14:tracePt t="213586" x="10726738" y="3941763"/>
          <p14:tracePt t="213602" x="10739438" y="3916363"/>
          <p14:tracePt t="213690" x="10752138" y="3916363"/>
          <p14:tracePt t="213700" x="10777538" y="3916363"/>
          <p14:tracePt t="213706" x="10802938" y="3916363"/>
          <p14:tracePt t="213714" x="10864850" y="3916363"/>
          <p14:tracePt t="213722" x="10915650" y="3916363"/>
          <p14:tracePt t="213730" x="10964863" y="3916363"/>
          <p14:tracePt t="213738" x="11052175" y="3916363"/>
          <p14:tracePt t="213746" x="11102975" y="3916363"/>
          <p14:tracePt t="213754" x="11128375" y="3916363"/>
          <p14:tracePt t="213762" x="11177588" y="3916363"/>
          <p14:tracePt t="213771" x="11215688" y="3916363"/>
          <p14:tracePt t="213778" x="11253788" y="3916363"/>
          <p14:tracePt t="213786" x="11303000" y="3916363"/>
          <p14:tracePt t="213794" x="11315700" y="3916363"/>
          <p14:tracePt t="213802" x="11353800" y="3916363"/>
          <p14:tracePt t="213810" x="11377613" y="3916363"/>
          <p14:tracePt t="213818" x="11390313" y="3916363"/>
          <p14:tracePt t="213826" x="11403013" y="3916363"/>
          <p14:tracePt t="213834" x="11441113" y="3916363"/>
          <p14:tracePt t="213842" x="11466513" y="3916363"/>
          <p14:tracePt t="213850" x="11490325" y="3916363"/>
          <p14:tracePt t="213858" x="11528425" y="3916363"/>
          <p14:tracePt t="213874" x="11541125" y="3916363"/>
          <p14:tracePt t="213883" x="11541125" y="3905250"/>
          <p14:tracePt t="213890" x="11553825" y="3905250"/>
          <p14:tracePt t="213906" x="11566525" y="3905250"/>
          <p14:tracePt t="213914" x="11579225" y="3879850"/>
          <p14:tracePt t="213922" x="11603038" y="3867150"/>
          <p14:tracePt t="213951" x="11641138" y="3867150"/>
          <p14:tracePt t="213970" x="11653838" y="3854450"/>
          <p14:tracePt t="213994" x="11666538" y="3854450"/>
          <p14:tracePt t="214010" x="11679238" y="3854450"/>
          <p14:tracePt t="214026" x="11691938" y="3854450"/>
          <p14:tracePt t="214042" x="11703050" y="3841750"/>
          <p14:tracePt t="214322" x="11715750" y="3841750"/>
          <p14:tracePt t="214362" x="11728450" y="3841750"/>
          <p14:tracePt t="214458" x="11741150" y="3841750"/>
          <p14:tracePt t="214466" x="11753850" y="3841750"/>
          <p14:tracePt t="215362" x="11753850" y="3854450"/>
          <p14:tracePt t="215378" x="11753850" y="3867150"/>
          <p14:tracePt t="215410" x="11728450" y="3867150"/>
          <p14:tracePt t="215418" x="11653838" y="3929063"/>
          <p14:tracePt t="215426" x="11641138" y="3954463"/>
          <p14:tracePt t="215434" x="11591925" y="4017963"/>
          <p14:tracePt t="215442" x="11528425" y="4105275"/>
          <p14:tracePt t="215450" x="11479213" y="4217988"/>
          <p14:tracePt t="215459" x="11428413" y="4330700"/>
          <p14:tracePt t="215466" x="11353800" y="4467225"/>
          <p14:tracePt t="215475" x="11277600" y="4630738"/>
          <p14:tracePt t="215482" x="11241088" y="4779963"/>
          <p14:tracePt t="215490" x="11202988" y="4918075"/>
          <p14:tracePt t="215498" x="11141075" y="5068888"/>
          <p14:tracePt t="215506" x="11141075" y="5194300"/>
          <p14:tracePt t="215514" x="11141075" y="5268913"/>
          <p14:tracePt t="215522" x="11141075" y="5356225"/>
          <p14:tracePt t="215530" x="11141075" y="5368925"/>
          <p14:tracePt t="215538" x="11153775" y="5407025"/>
          <p14:tracePt t="215546" x="11177588" y="5407025"/>
          <p14:tracePt t="215562" x="11190288" y="5407025"/>
          <p14:tracePt t="215571" x="11202988" y="5407025"/>
          <p14:tracePt t="215578" x="11215688" y="5394325"/>
          <p14:tracePt t="215586" x="11228388" y="5356225"/>
          <p14:tracePt t="215594" x="11241088" y="5330825"/>
          <p14:tracePt t="215602" x="11266488" y="5318125"/>
          <p14:tracePt t="215610" x="11266488" y="5294313"/>
          <p14:tracePt t="215618" x="11315700" y="5256213"/>
          <p14:tracePt t="215626" x="11315700" y="5243513"/>
          <p14:tracePt t="215634" x="11341100" y="5205413"/>
          <p14:tracePt t="215643" x="11341100" y="5168900"/>
          <p14:tracePt t="215650" x="11366500" y="5092700"/>
          <p14:tracePt t="215658" x="11366500" y="5030788"/>
          <p14:tracePt t="215666" x="11366500" y="4956175"/>
          <p14:tracePt t="215674" x="11366500" y="4830763"/>
          <p14:tracePt t="215682" x="11290300" y="4718050"/>
          <p14:tracePt t="215690" x="11215688" y="4605338"/>
          <p14:tracePt t="215698" x="11102975" y="4467225"/>
          <p14:tracePt t="215706" x="10939463" y="4305300"/>
          <p14:tracePt t="215714" x="10726738" y="4167188"/>
          <p14:tracePt t="215722" x="10514013" y="4067175"/>
          <p14:tracePt t="215730" x="10264775" y="3979863"/>
          <p14:tracePt t="215738" x="9975850" y="3941763"/>
          <p14:tracePt t="215746" x="9713913" y="3892550"/>
          <p14:tracePt t="215755" x="9424988" y="3867150"/>
          <p14:tracePt t="215762" x="9124950" y="3816350"/>
          <p14:tracePt t="215770" x="8924925" y="3816350"/>
          <p14:tracePt t="215778" x="8712200" y="3816350"/>
          <p14:tracePt t="215786" x="8561388" y="3816350"/>
          <p14:tracePt t="215795" x="8435975" y="3841750"/>
          <p14:tracePt t="215802" x="8324850" y="3892550"/>
          <p14:tracePt t="215810" x="8248650" y="3941763"/>
          <p14:tracePt t="215818" x="8199438" y="3992563"/>
          <p14:tracePt t="215826" x="8174038" y="4041775"/>
          <p14:tracePt t="215834" x="8135938" y="4129088"/>
          <p14:tracePt t="215842" x="8123238" y="4241800"/>
          <p14:tracePt t="215850" x="8110538" y="4367213"/>
          <p14:tracePt t="215858" x="8110538" y="4492625"/>
          <p14:tracePt t="215866" x="8110538" y="4643438"/>
          <p14:tracePt t="215874" x="8110538" y="4792663"/>
          <p14:tracePt t="215882" x="8110538" y="4956175"/>
          <p14:tracePt t="215890" x="8135938" y="5156200"/>
          <p14:tracePt t="215898" x="8161338" y="5294313"/>
          <p14:tracePt t="215906" x="8274050" y="5456238"/>
          <p14:tracePt t="215914" x="8348663" y="5594350"/>
          <p14:tracePt t="215922" x="8435975" y="5694363"/>
          <p14:tracePt t="215930" x="8512175" y="5819775"/>
          <p14:tracePt t="215939" x="8612188" y="5932488"/>
          <p14:tracePt t="215946" x="8724900" y="6032500"/>
          <p14:tracePt t="215954" x="8850313" y="6119813"/>
          <p14:tracePt t="215962" x="8937625" y="6194425"/>
          <p14:tracePt t="215970" x="9050338" y="6245225"/>
          <p14:tracePt t="215978" x="9137650" y="6257925"/>
          <p14:tracePt t="215986" x="9199563" y="6269038"/>
          <p14:tracePt t="215994" x="9324975" y="6269038"/>
          <p14:tracePt t="216002" x="9424988" y="6269038"/>
          <p14:tracePt t="216011" x="9537700" y="6269038"/>
          <p14:tracePt t="216018" x="9675813" y="6269038"/>
          <p14:tracePt t="216027" x="9852025" y="6181725"/>
          <p14:tracePt t="216034" x="10013950" y="6107113"/>
          <p14:tracePt t="216042" x="10152063" y="6019800"/>
          <p14:tracePt t="216050" x="10277475" y="5919788"/>
          <p14:tracePt t="216058" x="10414000" y="5832475"/>
          <p14:tracePt t="216066" x="10502900" y="5732463"/>
          <p14:tracePt t="216074" x="10552113" y="5656263"/>
          <p14:tracePt t="216082" x="10590213" y="5581650"/>
          <p14:tracePt t="216090" x="10602913" y="5518150"/>
          <p14:tracePt t="216098" x="10639425" y="5418138"/>
          <p14:tracePt t="216107" x="10677525" y="5305425"/>
          <p14:tracePt t="216114" x="10739438" y="5143500"/>
          <p14:tracePt t="216123" x="10815638" y="4992688"/>
          <p14:tracePt t="216130" x="10864850" y="4843463"/>
          <p14:tracePt t="216138" x="10915650" y="4705350"/>
          <p14:tracePt t="216146" x="10915650" y="4605338"/>
          <p14:tracePt t="216154" x="10915650" y="4505325"/>
          <p14:tracePt t="216162" x="10902950" y="4430713"/>
          <p14:tracePt t="216170" x="10828338" y="4341813"/>
          <p14:tracePt t="216178" x="10726738" y="4267200"/>
          <p14:tracePt t="216186" x="10564813" y="4205288"/>
          <p14:tracePt t="216194" x="10326688" y="4154488"/>
          <p14:tracePt t="216202" x="9988550" y="4154488"/>
          <p14:tracePt t="216210" x="9550400" y="4154488"/>
          <p14:tracePt t="216218" x="9337675" y="4154488"/>
          <p14:tracePt t="216226" x="9112250" y="4167188"/>
          <p14:tracePt t="216234" x="8986838" y="4230688"/>
          <p14:tracePt t="216242" x="8937625" y="4279900"/>
          <p14:tracePt t="216250" x="8863013" y="4367213"/>
          <p14:tracePt t="216258" x="8837613" y="4492625"/>
          <p14:tracePt t="216266" x="8812213" y="4579938"/>
          <p14:tracePt t="216274" x="8812213" y="4743450"/>
          <p14:tracePt t="216282" x="8812213" y="4892675"/>
          <p14:tracePt t="216290" x="8863013" y="5081588"/>
          <p14:tracePt t="216298" x="8986838" y="5318125"/>
          <p14:tracePt t="216307" x="9063038" y="5468938"/>
          <p14:tracePt t="216314" x="9124950" y="5607050"/>
          <p14:tracePt t="216322" x="9224963" y="5732463"/>
          <p14:tracePt t="216330" x="9337675" y="5881688"/>
          <p14:tracePt t="216337" x="9463088" y="5956300"/>
          <p14:tracePt t="216346" x="9575800" y="6032500"/>
          <p14:tracePt t="216353" x="9713913" y="6081713"/>
          <p14:tracePt t="216362" x="9826625" y="6094413"/>
          <p14:tracePt t="216370" x="9926638" y="6107113"/>
          <p14:tracePt t="216378" x="10013950" y="6107113"/>
          <p14:tracePt t="216386" x="10064750" y="6107113"/>
          <p14:tracePt t="216394" x="10126663" y="6081713"/>
          <p14:tracePt t="216402" x="10152063" y="6056313"/>
          <p14:tracePt t="216410" x="10177463" y="6019800"/>
          <p14:tracePt t="216418" x="10177463" y="5981700"/>
          <p14:tracePt t="216426" x="10188575" y="5932488"/>
          <p14:tracePt t="216434" x="10188575" y="5881688"/>
          <p14:tracePt t="216442" x="10213975" y="5819775"/>
          <p14:tracePt t="216450" x="10252075" y="5743575"/>
          <p14:tracePt t="216458" x="10288588" y="5656263"/>
          <p14:tracePt t="216466" x="10313988" y="5568950"/>
          <p14:tracePt t="216474" x="10364788" y="5456238"/>
          <p14:tracePt t="216482" x="10377488" y="5343525"/>
          <p14:tracePt t="216490" x="10377488" y="5256213"/>
          <p14:tracePt t="216498" x="10377488" y="5194300"/>
          <p14:tracePt t="216507" x="10377488" y="5143500"/>
          <p14:tracePt t="216514" x="10377488" y="5092700"/>
          <p14:tracePt t="216522" x="10377488" y="5030788"/>
          <p14:tracePt t="216530" x="10301288" y="4968875"/>
          <p14:tracePt t="216538" x="10164763" y="4918075"/>
          <p14:tracePt t="216546" x="9963150" y="4868863"/>
          <p14:tracePt t="216554" x="9675813" y="4830763"/>
          <p14:tracePt t="216562" x="9324975" y="4818063"/>
          <p14:tracePt t="216570" x="8924925" y="4818063"/>
          <p14:tracePt t="216579" x="8548688" y="4818063"/>
          <p14:tracePt t="216586" x="8312150" y="4818063"/>
          <p14:tracePt t="216594" x="8123238" y="4818063"/>
          <p14:tracePt t="216602" x="8023225" y="4818063"/>
          <p14:tracePt t="216610" x="7961313" y="4830763"/>
          <p14:tracePt t="216618" x="7935913" y="4843463"/>
          <p14:tracePt t="216626" x="7935913" y="4879975"/>
          <p14:tracePt t="216634" x="7935913" y="4968875"/>
          <p14:tracePt t="216642" x="7935913" y="5043488"/>
          <p14:tracePt t="216650" x="8010525" y="5168900"/>
          <p14:tracePt t="216658" x="8074025" y="5281613"/>
          <p14:tracePt t="216666" x="8174038" y="5407025"/>
          <p14:tracePt t="216674" x="8274050" y="5518150"/>
          <p14:tracePt t="216682" x="8348663" y="5594350"/>
          <p14:tracePt t="216691" x="8424863" y="5656263"/>
          <p14:tracePt t="216698" x="8499475" y="5719763"/>
          <p14:tracePt t="216706" x="8537575" y="5732463"/>
          <p14:tracePt t="216714" x="8599488" y="5768975"/>
          <p14:tracePt t="216722" x="8699500" y="5794375"/>
          <p14:tracePt t="216730" x="8786813" y="5794375"/>
          <p14:tracePt t="216738" x="8912225" y="5819775"/>
          <p14:tracePt t="216746" x="9063038" y="5819775"/>
          <p14:tracePt t="216754" x="9237663" y="5819775"/>
          <p14:tracePt t="216762" x="9437688" y="5819775"/>
          <p14:tracePt t="216770" x="9637713" y="5781675"/>
          <p14:tracePt t="216779" x="9963150" y="5643563"/>
          <p14:tracePt t="216786" x="10288588" y="5507038"/>
          <p14:tracePt t="216794" x="10602913" y="5368925"/>
          <p14:tracePt t="216802" x="10964863" y="5194300"/>
          <p14:tracePt t="216810" x="11228388" y="5043488"/>
          <p14:tracePt t="216818" x="11415713" y="4956175"/>
          <p14:tracePt t="216826" x="11566525" y="4868863"/>
          <p14:tracePt t="216834" x="11653838" y="4818063"/>
          <p14:tracePt t="216842" x="11666538" y="4792663"/>
          <p14:tracePt t="216850" x="11679238" y="4779963"/>
          <p14:tracePt t="216858" x="11679238" y="4768850"/>
          <p14:tracePt t="216882" x="11641138" y="4768850"/>
          <p14:tracePt t="216890" x="11603038" y="4768850"/>
          <p14:tracePt t="216906" x="11591925" y="4768850"/>
          <p14:tracePt t="216914" x="11553825" y="4768850"/>
          <p14:tracePt t="216922" x="11541125" y="4768850"/>
          <p14:tracePt t="216942" x="11453813" y="4830763"/>
          <p14:tracePt t="216946" x="11353800" y="4918075"/>
          <p14:tracePt t="216954" x="11277600" y="4918075"/>
          <p14:tracePt t="217402" x="11277600" y="4930775"/>
          <p14:tracePt t="217410" x="11253788" y="4943475"/>
          <p14:tracePt t="217426" x="11228388" y="4943475"/>
          <p14:tracePt t="217434" x="11202988" y="4943475"/>
          <p14:tracePt t="217443" x="11190288" y="4943475"/>
          <p14:tracePt t="217450" x="11177588" y="4956175"/>
          <p14:tracePt t="217458" x="11164888" y="4956175"/>
          <p14:tracePt t="217466" x="11141075" y="4981575"/>
          <p14:tracePt t="217506" x="11141075" y="5030788"/>
          <p14:tracePt t="217514" x="11141075" y="5043488"/>
          <p14:tracePt t="217522" x="11141075" y="5056188"/>
          <p14:tracePt t="217530" x="11141075" y="5092700"/>
          <p14:tracePt t="217538" x="11141075" y="5118100"/>
          <p14:tracePt t="217546" x="11141075" y="5156200"/>
          <p14:tracePt t="217554" x="11141075" y="5168900"/>
          <p14:tracePt t="217562" x="11141075" y="5205413"/>
          <p14:tracePt t="217570" x="11141075" y="5230813"/>
          <p14:tracePt t="217578" x="11141075" y="5256213"/>
          <p14:tracePt t="217586" x="11141075" y="5281613"/>
          <p14:tracePt t="217594" x="11141075" y="5305425"/>
          <p14:tracePt t="217602" x="11141075" y="5330825"/>
          <p14:tracePt t="217618" x="11141075" y="5356225"/>
          <p14:tracePt t="217642" x="11141075" y="5368925"/>
          <p14:tracePt t="217658" x="11153775" y="5368925"/>
          <p14:tracePt t="218010" x="11164888" y="5368925"/>
          <p14:tracePt t="218026" x="11177588" y="5368925"/>
          <p14:tracePt t="218034" x="11190288" y="5368925"/>
          <p14:tracePt t="218042" x="11202988" y="5381625"/>
          <p14:tracePt t="218058" x="11215688" y="5407025"/>
          <p14:tracePt t="218067" x="11215688" y="5418138"/>
          <p14:tracePt t="218074" x="11228388" y="5418138"/>
          <p14:tracePt t="218082" x="11241088" y="5443538"/>
          <p14:tracePt t="218090" x="11253788" y="5443538"/>
          <p14:tracePt t="218098" x="11253788" y="5456238"/>
          <p14:tracePt t="218106" x="11266488" y="5456238"/>
          <p14:tracePt t="218114" x="11277600" y="5468938"/>
          <p14:tracePt t="218186" x="11303000" y="5468938"/>
          <p14:tracePt t="218195" x="11315700" y="5468938"/>
          <p14:tracePt t="218210" x="11341100" y="5468938"/>
          <p14:tracePt t="218226" x="11353800" y="5468938"/>
          <p14:tracePt t="218242" x="11366500" y="5456238"/>
          <p14:tracePt t="218402" x="11377613" y="5468938"/>
          <p14:tracePt t="218410" x="11428413" y="5530850"/>
          <p14:tracePt t="218418" x="11453813" y="5594350"/>
          <p14:tracePt t="218426" x="11503025" y="5630863"/>
          <p14:tracePt t="218434" x="11515725" y="5656263"/>
          <p14:tracePt t="218442" x="11541125" y="5681663"/>
          <p14:tracePt t="218450" x="11553825" y="5694363"/>
          <p14:tracePt t="218458" x="11566525" y="5719763"/>
          <p14:tracePt t="218474" x="11579225" y="5743575"/>
          <p14:tracePt t="218522" x="11579225" y="5756275"/>
          <p14:tracePt t="218530" x="11591925" y="5756275"/>
          <p14:tracePt t="218563" x="11591925" y="5781675"/>
          <p14:tracePt t="218570" x="11591925" y="5807075"/>
          <p14:tracePt t="218578" x="11591925" y="5819775"/>
          <p14:tracePt t="218586" x="11603038" y="5832475"/>
          <p14:tracePt t="218603" x="11615738" y="5843588"/>
          <p14:tracePt t="218618" x="11628438" y="5856288"/>
          <p14:tracePt t="218634" x="11628438" y="5868988"/>
          <p14:tracePt t="218658" x="11628438" y="5881688"/>
          <p14:tracePt t="218667" x="11628438" y="5894388"/>
          <p14:tracePt t="218674" x="11628438" y="5907088"/>
          <p14:tracePt t="218682" x="11628438" y="5919788"/>
          <p14:tracePt t="218690" x="11628438" y="5945188"/>
          <p14:tracePt t="218706" x="11628438" y="5956300"/>
          <p14:tracePt t="218714" x="11628438" y="5969000"/>
          <p14:tracePt t="218722" x="11628438" y="5981700"/>
          <p14:tracePt t="218754" x="11628438" y="5994400"/>
          <p14:tracePt t="218762" x="11603038" y="6032500"/>
          <p14:tracePt t="218778" x="11591925" y="6056313"/>
          <p14:tracePt t="218794" x="11579225" y="6069013"/>
          <p14:tracePt t="218810" x="11566525" y="6069013"/>
          <p14:tracePt t="218826" x="11553825" y="6069013"/>
          <p14:tracePt t="218834" x="11553825" y="6081713"/>
          <p14:tracePt t="218842" x="11541125" y="6081713"/>
          <p14:tracePt t="218850" x="11515725" y="6081713"/>
          <p14:tracePt t="218858" x="11490325" y="6081713"/>
          <p14:tracePt t="218866" x="11453813" y="6069013"/>
          <p14:tracePt t="218874" x="11453813" y="6056313"/>
          <p14:tracePt t="218882" x="11428413" y="6045200"/>
          <p14:tracePt t="218890" x="11428413" y="6032500"/>
          <p14:tracePt t="218898" x="11415713" y="6019800"/>
          <p14:tracePt t="218906" x="11415713" y="5994400"/>
          <p14:tracePt t="218914" x="11403013" y="5981700"/>
          <p14:tracePt t="218922" x="11377613" y="5969000"/>
          <p14:tracePt t="218930" x="11377613" y="5932488"/>
          <p14:tracePt t="218948" x="11341100" y="5881688"/>
          <p14:tracePt t="218954" x="11328400" y="5868988"/>
          <p14:tracePt t="218962" x="11290300" y="5832475"/>
          <p14:tracePt t="218970" x="11253788" y="5819775"/>
          <p14:tracePt t="218978" x="11190288" y="5781675"/>
          <p14:tracePt t="218987" x="11102975" y="5756275"/>
          <p14:tracePt t="218994" x="11077575" y="5732463"/>
          <p14:tracePt t="219074" x="11064875" y="5732463"/>
          <p14:tracePt t="219082" x="11064875" y="5743575"/>
          <p14:tracePt t="219090" x="11064875" y="5756275"/>
          <p14:tracePt t="219098" x="11064875" y="5768975"/>
          <p14:tracePt t="219115" x="11064875" y="5781675"/>
          <p14:tracePt t="219122" x="11064875" y="5794375"/>
          <p14:tracePt t="219138" x="11064875" y="5807075"/>
          <p14:tracePt t="219170" x="11041063" y="5832475"/>
          <p14:tracePt t="219387" x="11028363" y="5832475"/>
          <p14:tracePt t="219394" x="11015663" y="5819775"/>
          <p14:tracePt t="219402" x="11015663" y="5807075"/>
          <p14:tracePt t="219410" x="11002963" y="5768975"/>
          <p14:tracePt t="219418" x="10990263" y="5768975"/>
          <p14:tracePt t="219426" x="10977563" y="5743575"/>
          <p14:tracePt t="219442" x="10977563" y="5732463"/>
          <p14:tracePt t="219458" x="10964863" y="5732463"/>
          <p14:tracePt t="219587" x="10939463" y="5719763"/>
          <p14:tracePt t="219594" x="10939463" y="5694363"/>
          <p14:tracePt t="219602" x="10915650" y="5668963"/>
          <p14:tracePt t="219610" x="10902950" y="5630863"/>
          <p14:tracePt t="219618" x="10902950" y="5581650"/>
          <p14:tracePt t="219626" x="10902950" y="5530850"/>
          <p14:tracePt t="219634" x="10890250" y="5481638"/>
          <p14:tracePt t="219642" x="10890250" y="5407025"/>
          <p14:tracePt t="219650" x="10890250" y="5368925"/>
          <p14:tracePt t="219658" x="10890250" y="5330825"/>
          <p14:tracePt t="219666" x="10902950" y="5294313"/>
          <p14:tracePt t="219674" x="10928350" y="5268913"/>
          <p14:tracePt t="219683" x="10964863" y="5256213"/>
          <p14:tracePt t="219690" x="10977563" y="5243513"/>
          <p14:tracePt t="219698" x="11002963" y="5230813"/>
          <p14:tracePt t="219714" x="11028363" y="5230813"/>
          <p14:tracePt t="219746" x="11041063" y="5230813"/>
          <p14:tracePt t="219754" x="11052175" y="5230813"/>
          <p14:tracePt t="219762" x="11064875" y="5230813"/>
          <p14:tracePt t="219771" x="11102975" y="5256213"/>
          <p14:tracePt t="219778" x="11115675" y="5281613"/>
          <p14:tracePt t="219786" x="11164888" y="5318125"/>
          <p14:tracePt t="219794" x="11202988" y="5368925"/>
          <p14:tracePt t="219802" x="11266488" y="5418138"/>
          <p14:tracePt t="219810" x="11315700" y="5468938"/>
          <p14:tracePt t="219818" x="11377613" y="5507038"/>
          <p14:tracePt t="219826" x="11403013" y="5530850"/>
          <p14:tracePt t="219834" x="11428413" y="5556250"/>
          <p14:tracePt t="219842" x="11441113" y="5568950"/>
          <p14:tracePt t="220443" x="11453813" y="5568950"/>
          <p14:tracePt t="220690" x="11428413" y="5568950"/>
          <p14:tracePt t="220706" x="11415713" y="5568950"/>
          <p14:tracePt t="220714" x="11403013" y="5568950"/>
          <p14:tracePt t="220722" x="11377613" y="5556250"/>
          <p14:tracePt t="220738" x="11353800" y="5543550"/>
          <p14:tracePt t="220754" x="11341100" y="5543550"/>
          <p14:tracePt t="220842" x="11366500" y="5543550"/>
          <p14:tracePt t="220866" x="11377613" y="5543550"/>
          <p14:tracePt t="220874" x="11390313" y="5543550"/>
          <p14:tracePt t="220906" x="11403013" y="5543550"/>
          <p14:tracePt t="220938" x="11415713" y="5543550"/>
          <p14:tracePt t="221034" x="11366500" y="5543550"/>
          <p14:tracePt t="221042" x="11353800" y="5543550"/>
          <p14:tracePt t="221050" x="11303000" y="5543550"/>
          <p14:tracePt t="221058" x="11266488" y="5507038"/>
          <p14:tracePt t="221066" x="11241088" y="5494338"/>
          <p14:tracePt t="221075" x="11228388" y="5481638"/>
          <p14:tracePt t="221082" x="11202988" y="5443538"/>
          <p14:tracePt t="221090" x="11177588" y="5394325"/>
          <p14:tracePt t="221098" x="11153775" y="5368925"/>
          <p14:tracePt t="221106" x="11128375" y="5330825"/>
          <p14:tracePt t="221114" x="11102975" y="5281613"/>
          <p14:tracePt t="221122" x="11102975" y="5268913"/>
          <p14:tracePt t="221130" x="11077575" y="5243513"/>
          <p14:tracePt t="221138" x="11077575" y="5218113"/>
          <p14:tracePt t="221154" x="11077575" y="5194300"/>
          <p14:tracePt t="221162" x="11077575" y="5181600"/>
          <p14:tracePt t="221170" x="11077575" y="5143500"/>
          <p14:tracePt t="221178" x="11064875" y="5092700"/>
          <p14:tracePt t="221187" x="11052175" y="5068888"/>
          <p14:tracePt t="221194" x="11002963" y="5005388"/>
          <p14:tracePt t="221202" x="10952163" y="4956175"/>
          <p14:tracePt t="221210" x="10915650" y="4918075"/>
          <p14:tracePt t="221218" x="10877550" y="4892675"/>
          <p14:tracePt t="221226" x="10839450" y="4879975"/>
          <p14:tracePt t="221234" x="10802938" y="4856163"/>
          <p14:tracePt t="221242" x="10777538" y="4856163"/>
          <p14:tracePt t="221250" x="10752138" y="4843463"/>
          <p14:tracePt t="221259" x="10715625" y="4830763"/>
          <p14:tracePt t="221266" x="10677525" y="4818063"/>
          <p14:tracePt t="221275" x="10664825" y="4818063"/>
          <p14:tracePt t="221282" x="10639425" y="4805363"/>
          <p14:tracePt t="221290" x="10614025" y="4805363"/>
          <p14:tracePt t="221298" x="10590213" y="4792663"/>
          <p14:tracePt t="221306" x="10564813" y="4792663"/>
          <p14:tracePt t="221314" x="10514013" y="4792663"/>
          <p14:tracePt t="221322" x="10477500" y="4792663"/>
          <p14:tracePt t="221330" x="10426700" y="4792663"/>
          <p14:tracePt t="221338" x="10364788" y="4792663"/>
          <p14:tracePt t="221346" x="10313988" y="4792663"/>
          <p14:tracePt t="221354" x="10277475" y="4792663"/>
          <p14:tracePt t="221362" x="10239375" y="4792663"/>
          <p14:tracePt t="221370" x="10201275" y="4805363"/>
          <p14:tracePt t="221386" x="10188575" y="4818063"/>
          <p14:tracePt t="221402" x="10177463" y="4830763"/>
          <p14:tracePt t="221410" x="10177463" y="4843463"/>
          <p14:tracePt t="221418" x="10177463" y="4856163"/>
          <p14:tracePt t="221426" x="10177463" y="4879975"/>
          <p14:tracePt t="221434" x="10177463" y="4905375"/>
          <p14:tracePt t="221442" x="10177463" y="4943475"/>
          <p14:tracePt t="221450" x="10177463" y="5005388"/>
          <p14:tracePt t="221458" x="10201275" y="5030788"/>
          <p14:tracePt t="221466" x="10264775" y="5092700"/>
          <p14:tracePt t="221475" x="10313988" y="5130800"/>
          <p14:tracePt t="221482" x="10377488" y="5181600"/>
          <p14:tracePt t="221490" x="10414000" y="5218113"/>
          <p14:tracePt t="221498" x="10452100" y="5230813"/>
          <p14:tracePt t="221506" x="10464800" y="5230813"/>
          <p14:tracePt t="221514" x="10502900" y="5230813"/>
          <p14:tracePt t="221530" x="10514013" y="5230813"/>
          <p14:tracePt t="221546" x="10539413" y="5230813"/>
          <p14:tracePt t="221554" x="10552113" y="5230813"/>
          <p14:tracePt t="221562" x="10590213" y="5205413"/>
          <p14:tracePt t="221571" x="10602913" y="5181600"/>
          <p14:tracePt t="221578" x="10639425" y="5143500"/>
          <p14:tracePt t="221586" x="10677525" y="5081588"/>
          <p14:tracePt t="221594" x="10715625" y="5018088"/>
          <p14:tracePt t="221602" x="10777538" y="4956175"/>
          <p14:tracePt t="221610" x="10815638" y="4892675"/>
          <p14:tracePt t="221618" x="10839450" y="4830763"/>
          <p14:tracePt t="221626" x="10839450" y="4818063"/>
          <p14:tracePt t="221634" x="10877550" y="4768850"/>
          <p14:tracePt t="221642" x="10877550" y="4743450"/>
          <p14:tracePt t="221658" x="10864850" y="4718050"/>
          <p14:tracePt t="221666" x="10828338" y="4705350"/>
          <p14:tracePt t="221674" x="10815638" y="4692650"/>
          <p14:tracePt t="221682" x="10802938" y="4692650"/>
          <p14:tracePt t="221690" x="10777538" y="4692650"/>
          <p14:tracePt t="221698" x="10752138" y="4679950"/>
          <p14:tracePt t="221706" x="10726738" y="4679950"/>
          <p14:tracePt t="221714" x="10690225" y="4679950"/>
          <p14:tracePt t="221722" x="10652125" y="4679950"/>
          <p14:tracePt t="221730" x="10614025" y="4679950"/>
          <p14:tracePt t="221738" x="10564813" y="4692650"/>
          <p14:tracePt t="221746" x="10502900" y="4718050"/>
          <p14:tracePt t="221755" x="10452100" y="4768850"/>
          <p14:tracePt t="221762" x="10414000" y="4818063"/>
          <p14:tracePt t="221770" x="10390188" y="4830763"/>
          <p14:tracePt t="221778" x="10377488" y="4856163"/>
          <p14:tracePt t="221786" x="10364788" y="4892675"/>
          <p14:tracePt t="221794" x="10364788" y="4943475"/>
          <p14:tracePt t="221802" x="10364788" y="4981575"/>
          <p14:tracePt t="221810" x="10364788" y="5030788"/>
          <p14:tracePt t="221818" x="10414000" y="5105400"/>
          <p14:tracePt t="221826" x="10477500" y="5194300"/>
          <p14:tracePt t="221834" x="10526713" y="5268913"/>
          <p14:tracePt t="221842" x="10552113" y="5294313"/>
          <p14:tracePt t="221850" x="10577513" y="5305425"/>
          <p14:tracePt t="221858" x="10602913" y="5343525"/>
          <p14:tracePt t="221866" x="10626725" y="5343525"/>
          <p14:tracePt t="221874" x="10664825" y="5343525"/>
          <p14:tracePt t="221882" x="10677525" y="5343525"/>
          <p14:tracePt t="221890" x="10702925" y="5343525"/>
          <p14:tracePt t="221898" x="10739438" y="5343525"/>
          <p14:tracePt t="221906" x="10752138" y="5343525"/>
          <p14:tracePt t="221914" x="10777538" y="5343525"/>
          <p14:tracePt t="221922" x="10815638" y="5305425"/>
          <p14:tracePt t="221939" x="10839450" y="5230813"/>
          <p14:tracePt t="221946" x="10839450" y="5181600"/>
          <p14:tracePt t="221954" x="10839450" y="5130800"/>
          <p14:tracePt t="221962" x="10839450" y="5081588"/>
          <p14:tracePt t="221970" x="10839450" y="5056188"/>
          <p14:tracePt t="221978" x="10828338" y="5005388"/>
          <p14:tracePt t="221986" x="10815638" y="4981575"/>
          <p14:tracePt t="221994" x="10790238" y="4943475"/>
          <p14:tracePt t="222002" x="10752138" y="4930775"/>
          <p14:tracePt t="222011" x="10726738" y="4918075"/>
          <p14:tracePt t="222018" x="10690225" y="4892675"/>
          <p14:tracePt t="222026" x="10652125" y="4879975"/>
          <p14:tracePt t="222034" x="10614025" y="4879975"/>
          <p14:tracePt t="222042" x="10602913" y="4879975"/>
          <p14:tracePt t="222050" x="10564813" y="4879975"/>
          <p14:tracePt t="222058" x="10552113" y="4879975"/>
          <p14:tracePt t="222066" x="10514013" y="4892675"/>
          <p14:tracePt t="222074" x="10514013" y="4905375"/>
          <p14:tracePt t="222082" x="10502900" y="4956175"/>
          <p14:tracePt t="222090" x="10502900" y="5018088"/>
          <p14:tracePt t="222098" x="10502900" y="5068888"/>
          <p14:tracePt t="222107" x="10502900" y="5130800"/>
          <p14:tracePt t="222114" x="10552113" y="5205413"/>
          <p14:tracePt t="222123" x="10590213" y="5268913"/>
          <p14:tracePt t="222130" x="10614025" y="5318125"/>
          <p14:tracePt t="222138" x="10639425" y="5356225"/>
          <p14:tracePt t="222146" x="10652125" y="5368925"/>
          <p14:tracePt t="222154" x="10690225" y="5381625"/>
          <p14:tracePt t="222170" x="10702925" y="5381625"/>
          <p14:tracePt t="222178" x="10726738" y="5381625"/>
          <p14:tracePt t="222186" x="10752138" y="5381625"/>
          <p14:tracePt t="222194" x="10777538" y="5368925"/>
          <p14:tracePt t="222202" x="10790238" y="5294313"/>
          <p14:tracePt t="222210" x="10828338" y="5218113"/>
          <p14:tracePt t="222218" x="10828338" y="5168900"/>
          <p14:tracePt t="222226" x="10839450" y="5130800"/>
          <p14:tracePt t="222234" x="10839450" y="5105400"/>
          <p14:tracePt t="222242" x="10839450" y="5081588"/>
          <p14:tracePt t="222250" x="10839450" y="5068888"/>
          <p14:tracePt t="222258" x="10839450" y="5030788"/>
          <p14:tracePt t="222266" x="10828338" y="5030788"/>
          <p14:tracePt t="222274" x="10790238" y="5018088"/>
          <p14:tracePt t="222290" x="10777538" y="5018088"/>
          <p14:tracePt t="222307" x="10752138" y="5005388"/>
          <p14:tracePt t="222314" x="10739438" y="5005388"/>
          <p14:tracePt t="222322" x="10726738" y="5005388"/>
          <p14:tracePt t="222330" x="10715625" y="5005388"/>
          <p14:tracePt t="222338" x="10702925" y="5005388"/>
          <p14:tracePt t="222346" x="10690225" y="5005388"/>
          <p14:tracePt t="222362" x="10690225" y="5018088"/>
          <p14:tracePt t="222402" x="10690225" y="5030788"/>
          <p14:tracePt t="222811" x="10702925" y="5030788"/>
          <p14:tracePt t="222930" x="10715625" y="5030788"/>
          <p14:tracePt t="223570" x="10739438" y="5030788"/>
          <p14:tracePt t="223578" x="10739438" y="5043488"/>
          <p14:tracePt t="223594" x="10752138" y="5043488"/>
          <p14:tracePt t="223627" x="10752138" y="5056188"/>
          <p14:tracePt t="223738" x="10764838" y="5068888"/>
          <p14:tracePt t="223794" x="10777538" y="5068888"/>
          <p14:tracePt t="223922" x="10790238" y="5068888"/>
          <p14:tracePt t="223938" x="10802938" y="5068888"/>
          <p14:tracePt t="223978" x="10815638" y="5068888"/>
          <p14:tracePt t="223995" x="10828338" y="5068888"/>
          <p14:tracePt t="225010" x="10839450" y="5068888"/>
          <p14:tracePt t="225050" x="10852150" y="5068888"/>
          <p14:tracePt t="225082" x="10852150" y="5056188"/>
          <p14:tracePt t="225090" x="10839450" y="5018088"/>
          <p14:tracePt t="225098" x="10839450" y="4992688"/>
          <p14:tracePt t="225106" x="10802938" y="4956175"/>
          <p14:tracePt t="225115" x="10764838" y="4868863"/>
          <p14:tracePt t="225122" x="10739438" y="4779963"/>
          <p14:tracePt t="225131" x="10715625" y="4679950"/>
          <p14:tracePt t="225138" x="10677525" y="4543425"/>
          <p14:tracePt t="225146" x="10639425" y="4367213"/>
          <p14:tracePt t="225154" x="10577513" y="4154488"/>
          <p14:tracePt t="225162" x="10514013" y="3992563"/>
          <p14:tracePt t="225170" x="10452100" y="3841750"/>
          <p14:tracePt t="225178" x="10390188" y="3667125"/>
          <p14:tracePt t="225186" x="10352088" y="3529013"/>
          <p14:tracePt t="225194" x="10252075" y="3390900"/>
          <p14:tracePt t="225202" x="10177463" y="3278188"/>
          <p14:tracePt t="225210" x="10113963" y="3165475"/>
          <p14:tracePt t="225218" x="10039350" y="3041650"/>
          <p14:tracePt t="225226" x="10001250" y="2965450"/>
          <p14:tracePt t="225234" x="9939338" y="2852738"/>
          <p14:tracePt t="225242" x="9875838" y="2778125"/>
          <p14:tracePt t="225250" x="9813925" y="2690813"/>
          <p14:tracePt t="225258" x="9763125" y="2603500"/>
          <p14:tracePt t="225266" x="9713913" y="2527300"/>
          <p14:tracePt t="225274" x="9663113" y="2452688"/>
          <p14:tracePt t="225282" x="9637713" y="2403475"/>
          <p14:tracePt t="225290" x="9601200" y="2352675"/>
          <p14:tracePt t="225298" x="9563100" y="2278063"/>
          <p14:tracePt t="225306" x="9550400" y="2227263"/>
          <p14:tracePt t="225315" x="9525000" y="2178050"/>
          <p14:tracePt t="225322" x="9488488" y="2127250"/>
          <p14:tracePt t="225330" x="9475788" y="2114550"/>
          <p14:tracePt t="225338" x="9437688" y="2089150"/>
          <p14:tracePt t="225346" x="9401175" y="2089150"/>
          <p14:tracePt t="225354" x="9363075" y="2089150"/>
          <p14:tracePt t="225362" x="9324975" y="2078038"/>
          <p14:tracePt t="225370" x="9263063" y="2065338"/>
          <p14:tracePt t="225378" x="9224963" y="2052638"/>
          <p14:tracePt t="225386" x="9188450" y="2039938"/>
          <p14:tracePt t="225394" x="9137650" y="2027238"/>
          <p14:tracePt t="225402" x="9124950" y="2001838"/>
          <p14:tracePt t="225410" x="9063038" y="1978025"/>
          <p14:tracePt t="225418" x="9050338" y="1952625"/>
          <p14:tracePt t="225426" x="8999538" y="1927225"/>
          <p14:tracePt t="225434" x="8975725" y="1901825"/>
          <p14:tracePt t="225442" x="8899525" y="1876425"/>
          <p14:tracePt t="225450" x="8863013" y="1865313"/>
          <p14:tracePt t="225458" x="8812213" y="1839913"/>
          <p14:tracePt t="225466" x="8750300" y="1814513"/>
          <p14:tracePt t="225474" x="8712200" y="1801813"/>
          <p14:tracePt t="225482" x="8699500" y="1801813"/>
          <p14:tracePt t="225490" x="8686800" y="1801813"/>
          <p14:tracePt t="225602" x="8661400" y="1801813"/>
          <p14:tracePt t="225610" x="8661400" y="1814513"/>
          <p14:tracePt t="225618" x="8661400" y="1827213"/>
          <p14:tracePt t="225626" x="8661400" y="1852613"/>
          <p14:tracePt t="225634" x="8661400" y="1876425"/>
          <p14:tracePt t="225642" x="8661400" y="1889125"/>
          <p14:tracePt t="225650" x="8661400" y="1927225"/>
          <p14:tracePt t="225658" x="8661400" y="1939925"/>
          <p14:tracePt t="225666" x="8661400" y="1978025"/>
          <p14:tracePt t="225683" x="8661400" y="2014538"/>
          <p14:tracePt t="225914" x="8674100" y="2014538"/>
          <p14:tracePt t="225922" x="8686800" y="2001838"/>
          <p14:tracePt t="225930" x="8724900" y="2001838"/>
          <p14:tracePt t="225951" x="8874125" y="2001838"/>
          <p14:tracePt t="225954" x="8950325" y="2001838"/>
          <p14:tracePt t="225962" x="9075738" y="1978025"/>
          <p14:tracePt t="225970" x="9175750" y="1978025"/>
          <p14:tracePt t="225978" x="9250363" y="1965325"/>
          <p14:tracePt t="225986" x="9301163" y="1965325"/>
          <p14:tracePt t="225994" x="9337675" y="1965325"/>
          <p14:tracePt t="226002" x="9350375" y="1965325"/>
          <p14:tracePt t="226010" x="9388475" y="1965325"/>
          <p14:tracePt t="226018" x="9401175" y="1965325"/>
          <p14:tracePt t="226026" x="9424988" y="1965325"/>
          <p14:tracePt t="226034" x="9450388" y="1965325"/>
          <p14:tracePt t="226042" x="9475788" y="1965325"/>
          <p14:tracePt t="226058" x="9501188" y="1965325"/>
          <p14:tracePt t="226067" x="9513888" y="1965325"/>
          <p14:tracePt t="226074" x="9525000" y="1965325"/>
          <p14:tracePt t="226081" x="9550400" y="1965325"/>
          <p14:tracePt t="226090" x="9563100" y="1965325"/>
          <p14:tracePt t="226106" x="9588500" y="1965325"/>
          <p14:tracePt t="226114" x="9613900" y="1965325"/>
          <p14:tracePt t="226122" x="9637713" y="1965325"/>
          <p14:tracePt t="226130" x="9650413" y="1965325"/>
          <p14:tracePt t="226138" x="9701213" y="1965325"/>
          <p14:tracePt t="226146" x="9739313" y="1965325"/>
          <p14:tracePt t="226154" x="9788525" y="1965325"/>
          <p14:tracePt t="226162" x="9826625" y="1965325"/>
          <p14:tracePt t="226170" x="9875838" y="1965325"/>
          <p14:tracePt t="226178" x="9926638" y="1965325"/>
          <p14:tracePt t="226186" x="9975850" y="1965325"/>
          <p14:tracePt t="226194" x="10013950" y="1965325"/>
          <p14:tracePt t="226202" x="10039350" y="1965325"/>
          <p14:tracePt t="226210" x="10064750" y="1965325"/>
          <p14:tracePt t="226218" x="10088563" y="1965325"/>
          <p14:tracePt t="226226" x="10126663" y="1965325"/>
          <p14:tracePt t="226234" x="10152063" y="1965325"/>
          <p14:tracePt t="226242" x="10188575" y="1965325"/>
          <p14:tracePt t="226251" x="10226675" y="1965325"/>
          <p14:tracePt t="226258" x="10277475" y="1965325"/>
          <p14:tracePt t="226266" x="10313988" y="1978025"/>
          <p14:tracePt t="226274" x="10364788" y="1978025"/>
          <p14:tracePt t="226282" x="10390188" y="1978025"/>
          <p14:tracePt t="226290" x="10414000" y="1978025"/>
          <p14:tracePt t="226298" x="10439400" y="1978025"/>
          <p14:tracePt t="226402" x="10452100" y="1978025"/>
          <p14:tracePt t="226418" x="10464800" y="1978025"/>
          <p14:tracePt t="226482" x="10477500" y="1978025"/>
          <p14:tracePt t="227058" x="10502900" y="1978025"/>
          <p14:tracePt t="227066" x="10564813" y="1989138"/>
          <p14:tracePt t="227075" x="10602913" y="2027238"/>
          <p14:tracePt t="227082" x="10652125" y="2152650"/>
          <p14:tracePt t="227090" x="10726738" y="2303463"/>
          <p14:tracePt t="227098" x="10802938" y="2478088"/>
          <p14:tracePt t="227106" x="10839450" y="2640013"/>
          <p14:tracePt t="227114" x="10915650" y="2865438"/>
          <p14:tracePt t="227122" x="10990263" y="3103563"/>
          <p14:tracePt t="227130" x="11064875" y="3441700"/>
          <p14:tracePt t="227138" x="11153775" y="3716338"/>
          <p14:tracePt t="227146" x="11177588" y="3992563"/>
          <p14:tracePt t="227154" x="11190288" y="4279900"/>
          <p14:tracePt t="227162" x="11190288" y="4518025"/>
          <p14:tracePt t="227170" x="11228388" y="4743450"/>
          <p14:tracePt t="227178" x="11253788" y="4879975"/>
          <p14:tracePt t="227187" x="11303000" y="5018088"/>
          <p14:tracePt t="227194" x="11341100" y="5130800"/>
          <p14:tracePt t="227202" x="11366500" y="5205413"/>
          <p14:tracePt t="227210" x="11415713" y="5294313"/>
          <p14:tracePt t="227217" x="11441113" y="5368925"/>
          <p14:tracePt t="227226" x="11441113" y="5418138"/>
          <p14:tracePt t="227234" x="11453813" y="5494338"/>
          <p14:tracePt t="227242" x="11453813" y="5556250"/>
          <p14:tracePt t="227250" x="11453813" y="5594350"/>
          <p14:tracePt t="227258" x="11453813" y="5630863"/>
          <p14:tracePt t="227266" x="11453813" y="5643563"/>
          <p14:tracePt t="227275" x="11453813" y="5656263"/>
          <p14:tracePt t="227282" x="11453813" y="5668963"/>
          <p14:tracePt t="227298" x="11453813" y="5681663"/>
          <p14:tracePt t="227314" x="11453813" y="5694363"/>
          <p14:tracePt t="227330" x="11466513" y="5719763"/>
          <p14:tracePt t="227338" x="11466513" y="5743575"/>
          <p14:tracePt t="227346" x="11479213" y="5768975"/>
          <p14:tracePt t="227354" x="11479213" y="5781675"/>
          <p14:tracePt t="227362" x="11490325" y="5794375"/>
          <p14:tracePt t="227370" x="11490325" y="5819775"/>
          <p14:tracePt t="227378" x="11490325" y="5832475"/>
          <p14:tracePt t="227386" x="11503025" y="5843588"/>
          <p14:tracePt t="227394" x="11528425" y="5843588"/>
          <p14:tracePt t="227410" x="11553825" y="5843588"/>
          <p14:tracePt t="227418" x="11566525" y="5843588"/>
          <p14:tracePt t="227434" x="11591925" y="5832475"/>
          <p14:tracePt t="227442" x="11591925" y="5819775"/>
          <p14:tracePt t="227450" x="11591925" y="5781675"/>
          <p14:tracePt t="227458" x="11591925" y="5768975"/>
          <p14:tracePt t="227466" x="11591925" y="5743575"/>
          <p14:tracePt t="227474" x="11591925" y="5732463"/>
          <p14:tracePt t="227482" x="11579225" y="5719763"/>
          <p14:tracePt t="227490" x="11553825" y="5694363"/>
          <p14:tracePt t="227498" x="11553825" y="5681663"/>
          <p14:tracePt t="227506" x="11528425" y="5656263"/>
          <p14:tracePt t="227514" x="11503025" y="5630863"/>
          <p14:tracePt t="227522" x="11453813" y="5594350"/>
          <p14:tracePt t="227530" x="11403013" y="5581650"/>
          <p14:tracePt t="227538" x="11366500" y="5556250"/>
          <p14:tracePt t="227546" x="11353800" y="5543550"/>
          <p14:tracePt t="227554" x="11328400" y="5530850"/>
          <p14:tracePt t="227562" x="11290300" y="5530850"/>
          <p14:tracePt t="227570" x="11253788" y="5518150"/>
          <p14:tracePt t="227578" x="11215688" y="5518150"/>
          <p14:tracePt t="227586" x="11164888" y="5518150"/>
          <p14:tracePt t="227594" x="11115675" y="5518150"/>
          <p14:tracePt t="227602" x="11077575" y="5518150"/>
          <p14:tracePt t="227610" x="11041063" y="5518150"/>
          <p14:tracePt t="227618" x="10990263" y="5518150"/>
          <p14:tracePt t="227626" x="10964863" y="5518150"/>
          <p14:tracePt t="227634" x="10915650" y="5518150"/>
          <p14:tracePt t="227642" x="10828338" y="5543550"/>
          <p14:tracePt t="227650" x="10752138" y="5556250"/>
          <p14:tracePt t="227658" x="10677525" y="5568950"/>
          <p14:tracePt t="227666" x="10590213" y="5568950"/>
          <p14:tracePt t="227674" x="10526713" y="5581650"/>
          <p14:tracePt t="227682" x="10502900" y="5594350"/>
          <p14:tracePt t="227690" x="10477500" y="5607050"/>
          <p14:tracePt t="227706" x="10464800" y="5619750"/>
          <p14:tracePt t="227722" x="10464800" y="5643563"/>
          <p14:tracePt t="227738" x="10464800" y="5681663"/>
          <p14:tracePt t="227746" x="10464800" y="5694363"/>
          <p14:tracePt t="227755" x="10464800" y="5732463"/>
          <p14:tracePt t="227762" x="10464800" y="5768975"/>
          <p14:tracePt t="227770" x="10464800" y="5807075"/>
          <p14:tracePt t="227778" x="10464800" y="5832475"/>
          <p14:tracePt t="227786" x="10464800" y="5868988"/>
          <p14:tracePt t="227795" x="10464800" y="5907088"/>
          <p14:tracePt t="227802" x="10464800" y="5945188"/>
          <p14:tracePt t="227810" x="10502900" y="5981700"/>
          <p14:tracePt t="227818" x="10539413" y="6019800"/>
          <p14:tracePt t="227826" x="10602913" y="6045200"/>
          <p14:tracePt t="227833" x="10652125" y="6081713"/>
          <p14:tracePt t="227842" x="10715625" y="6094413"/>
          <p14:tracePt t="227850" x="10764838" y="6107113"/>
          <p14:tracePt t="227858" x="10815638" y="6107113"/>
          <p14:tracePt t="227866" x="10852150" y="6107113"/>
          <p14:tracePt t="227874" x="10902950" y="6107113"/>
          <p14:tracePt t="227882" x="10977563" y="6107113"/>
          <p14:tracePt t="227890" x="11077575" y="6107113"/>
          <p14:tracePt t="227898" x="11153775" y="6107113"/>
          <p14:tracePt t="227906" x="11277600" y="6107113"/>
          <p14:tracePt t="227914" x="11415713" y="6107113"/>
          <p14:tracePt t="227922" x="11553825" y="6045200"/>
          <p14:tracePt t="227939" x="11779250" y="5932488"/>
          <p14:tracePt t="227946" x="11841163" y="5881688"/>
          <p14:tracePt t="227953" x="11879263" y="5819775"/>
          <p14:tracePt t="227962" x="11879263" y="5781675"/>
          <p14:tracePt t="227970" x="11879263" y="5732463"/>
          <p14:tracePt t="227978" x="11879263" y="5719763"/>
          <p14:tracePt t="227986" x="11879263" y="5681663"/>
          <p14:tracePt t="227994" x="11841163" y="5643563"/>
          <p14:tracePt t="228002" x="11815763" y="5619750"/>
          <p14:tracePt t="228010" x="11766550" y="5594350"/>
          <p14:tracePt t="228018" x="11703050" y="5568950"/>
          <p14:tracePt t="228026" x="11666538" y="5556250"/>
          <p14:tracePt t="228034" x="11603038" y="5543550"/>
          <p14:tracePt t="228042" x="11566525" y="5518150"/>
          <p14:tracePt t="228050" x="11553825" y="5518150"/>
          <p14:tracePt t="228058" x="11515725" y="5518150"/>
          <p14:tracePt t="228066" x="11490325" y="5518150"/>
          <p14:tracePt t="228074" x="11466513" y="5518150"/>
          <p14:tracePt t="228082" x="11428413" y="5518150"/>
          <p14:tracePt t="228090" x="11390313" y="5518150"/>
          <p14:tracePt t="228098" x="11328400" y="5518150"/>
          <p14:tracePt t="228106" x="11277600" y="5518150"/>
          <p14:tracePt t="228114" x="11215688" y="5518150"/>
          <p14:tracePt t="228123" x="11128375" y="5543550"/>
          <p14:tracePt t="228130" x="11090275" y="5543550"/>
          <p14:tracePt t="228138" x="11015663" y="5581650"/>
          <p14:tracePt t="228146" x="10952163" y="5630863"/>
          <p14:tracePt t="228154" x="10928350" y="5643563"/>
          <p14:tracePt t="228162" x="10915650" y="5656263"/>
          <p14:tracePt t="228169" x="10902950" y="5694363"/>
          <p14:tracePt t="228178" x="10902950" y="5732463"/>
          <p14:tracePt t="228186" x="10902950" y="5743575"/>
          <p14:tracePt t="228194" x="10877550" y="5781675"/>
          <p14:tracePt t="228202" x="10877550" y="5807075"/>
          <p14:tracePt t="228210" x="10877550" y="5819775"/>
          <p14:tracePt t="228218" x="10877550" y="5832475"/>
          <p14:tracePt t="228226" x="10877550" y="5856288"/>
          <p14:tracePt t="228234" x="10877550" y="5881688"/>
          <p14:tracePt t="228242" x="10902950" y="5907088"/>
          <p14:tracePt t="228250" x="10928350" y="5919788"/>
          <p14:tracePt t="228258" x="10977563" y="5945188"/>
          <p14:tracePt t="228266" x="11028363" y="5981700"/>
          <p14:tracePt t="228274" x="11102975" y="6019800"/>
          <p14:tracePt t="228282" x="11128375" y="6019800"/>
          <p14:tracePt t="228290" x="11164888" y="6032500"/>
          <p14:tracePt t="228298" x="11190288" y="6045200"/>
          <p14:tracePt t="228307" x="11215688" y="6045200"/>
          <p14:tracePt t="228314" x="11241088" y="6045200"/>
          <p14:tracePt t="228322" x="11266488" y="6045200"/>
          <p14:tracePt t="228338" x="11277600" y="6045200"/>
          <p14:tracePt t="228346" x="11315700" y="6032500"/>
          <p14:tracePt t="228354" x="11377613" y="5956300"/>
          <p14:tracePt t="228362" x="11428413" y="5881688"/>
          <p14:tracePt t="228370" x="11466513" y="5807075"/>
          <p14:tracePt t="228379" x="11503025" y="5719763"/>
          <p14:tracePt t="228386" x="11515725" y="5656263"/>
          <p14:tracePt t="228394" x="11528425" y="5594350"/>
          <p14:tracePt t="228402" x="11528425" y="5556250"/>
          <p14:tracePt t="228410" x="11528425" y="5530850"/>
          <p14:tracePt t="228418" x="11503025" y="5518150"/>
          <p14:tracePt t="228426" x="11479213" y="5481638"/>
          <p14:tracePt t="228434" x="11466513" y="5481638"/>
          <p14:tracePt t="228442" x="11453813" y="5481638"/>
          <p14:tracePt t="228450" x="11415713" y="5456238"/>
          <p14:tracePt t="228458" x="11390313" y="5443538"/>
          <p14:tracePt t="228466" x="11377613" y="5443538"/>
          <p14:tracePt t="228474" x="11353800" y="5443538"/>
          <p14:tracePt t="228482" x="11315700" y="5443538"/>
          <p14:tracePt t="228490" x="11266488" y="5443538"/>
          <p14:tracePt t="228498" x="11202988" y="5443538"/>
          <p14:tracePt t="228507" x="11153775" y="5443538"/>
          <p14:tracePt t="228514" x="11064875" y="5443538"/>
          <p14:tracePt t="228522" x="11015663" y="5443538"/>
          <p14:tracePt t="228530" x="10964863" y="5456238"/>
          <p14:tracePt t="228538" x="10915650" y="5456238"/>
          <p14:tracePt t="228546" x="10877550" y="5468938"/>
          <p14:tracePt t="228554" x="10839450" y="5481638"/>
          <p14:tracePt t="228562" x="10802938" y="5507038"/>
          <p14:tracePt t="228570" x="10764838" y="5518150"/>
          <p14:tracePt t="228579" x="10726738" y="5530850"/>
          <p14:tracePt t="228586" x="10715625" y="5543550"/>
          <p14:tracePt t="228594" x="10690225" y="5556250"/>
          <p14:tracePt t="228602" x="10664825" y="5568950"/>
          <p14:tracePt t="228618" x="10652125" y="5581650"/>
          <p14:tracePt t="228626" x="10652125" y="5594350"/>
          <p14:tracePt t="228634" x="10652125" y="5607050"/>
          <p14:tracePt t="228642" x="10652125" y="5630863"/>
          <p14:tracePt t="228658" x="10652125" y="5656263"/>
          <p14:tracePt t="228666" x="10652125" y="5681663"/>
          <p14:tracePt t="228674" x="10652125" y="5694363"/>
          <p14:tracePt t="228682" x="10652125" y="5719763"/>
          <p14:tracePt t="228691" x="10652125" y="5743575"/>
          <p14:tracePt t="228698" x="10652125" y="5756275"/>
          <p14:tracePt t="228706" x="10652125" y="5781675"/>
          <p14:tracePt t="228714" x="10652125" y="5794375"/>
          <p14:tracePt t="228722" x="10652125" y="5807075"/>
          <p14:tracePt t="228730" x="10652125" y="5819775"/>
          <p14:tracePt t="228738" x="10664825" y="5843588"/>
          <p14:tracePt t="228746" x="10664825" y="5856288"/>
          <p14:tracePt t="228754" x="10690225" y="5881688"/>
          <p14:tracePt t="228762" x="10702925" y="5894388"/>
          <p14:tracePt t="228770" x="10715625" y="5907088"/>
          <p14:tracePt t="228779" x="10715625" y="5919788"/>
          <p14:tracePt t="228786" x="10739438" y="5919788"/>
          <p14:tracePt t="228826" x="10752138" y="5919788"/>
          <p14:tracePt t="228858" x="10764838" y="5919788"/>
          <p14:tracePt t="228866" x="10777538" y="5932488"/>
          <p14:tracePt t="228906" x="10777538" y="5945188"/>
          <p14:tracePt t="229154" x="10802938" y="5945188"/>
          <p14:tracePt t="229162" x="10828338" y="5945188"/>
          <p14:tracePt t="229170" x="10852150" y="5945188"/>
          <p14:tracePt t="229178" x="10877550" y="5945188"/>
          <p14:tracePt t="229186" x="10928350" y="5907088"/>
          <p14:tracePt t="229194" x="10990263" y="5868988"/>
          <p14:tracePt t="229202" x="11015663" y="5832475"/>
          <p14:tracePt t="229210" x="11028363" y="5807075"/>
          <p14:tracePt t="229218" x="11041063" y="5768975"/>
          <p14:tracePt t="229226" x="11077575" y="5707063"/>
          <p14:tracePt t="229234" x="11077575" y="5694363"/>
          <p14:tracePt t="229242" x="11077575" y="5668963"/>
          <p14:tracePt t="229250" x="11077575" y="5643563"/>
          <p14:tracePt t="229258" x="11077575" y="5630863"/>
          <p14:tracePt t="229282" x="11077575" y="5607050"/>
          <p14:tracePt t="229314" x="11064875" y="5607050"/>
          <p14:tracePt t="229322" x="11052175" y="5607050"/>
          <p14:tracePt t="229402" x="11041063" y="5607050"/>
          <p14:tracePt t="229418" x="11041063" y="5619750"/>
          <p14:tracePt t="229426" x="11041063" y="5630863"/>
          <p14:tracePt t="229434" x="11041063" y="5643563"/>
          <p14:tracePt t="229882" x="11041063" y="5656263"/>
          <p14:tracePt t="229914" x="11052175" y="5656263"/>
          <p14:tracePt t="229928" x="11077575" y="5656263"/>
          <p14:tracePt t="229930" x="11102975" y="5656263"/>
          <p14:tracePt t="229946" x="11128375" y="5656263"/>
          <p14:tracePt t="230778" x="11128375" y="5643563"/>
          <p14:tracePt t="230786" x="11128375" y="5619750"/>
          <p14:tracePt t="230794" x="11128375" y="5607050"/>
          <p14:tracePt t="230802" x="11128375" y="5568950"/>
          <p14:tracePt t="230810" x="11128375" y="5530850"/>
          <p14:tracePt t="230818" x="11128375" y="5494338"/>
          <p14:tracePt t="230826" x="11128375" y="5443538"/>
          <p14:tracePt t="230834" x="11128375" y="5394325"/>
          <p14:tracePt t="230842" x="11102975" y="5343525"/>
          <p14:tracePt t="230850" x="11090275" y="5256213"/>
          <p14:tracePt t="230858" x="11052175" y="5168900"/>
          <p14:tracePt t="230866" x="11028363" y="5056188"/>
          <p14:tracePt t="230874" x="11002963" y="4992688"/>
          <p14:tracePt t="230882" x="10990263" y="4868863"/>
          <p14:tracePt t="230890" x="10977563" y="4756150"/>
          <p14:tracePt t="230898" x="10964863" y="4679950"/>
          <p14:tracePt t="230906" x="10952163" y="4630738"/>
          <p14:tracePt t="230914" x="10939463" y="4592638"/>
          <p14:tracePt t="230922" x="10928350" y="4567238"/>
          <p14:tracePt t="230931" x="10915650" y="4567238"/>
          <p14:tracePt t="230938" x="10890250" y="4543425"/>
          <p14:tracePt t="230954" x="10852150" y="4530725"/>
          <p14:tracePt t="230961" x="10839450" y="4530725"/>
          <p14:tracePt t="230970" x="10802938" y="4518025"/>
          <p14:tracePt t="230986" x="10777538" y="4505325"/>
          <p14:tracePt t="230994" x="10764838" y="4492625"/>
          <p14:tracePt t="231002" x="10752138" y="4492625"/>
          <p14:tracePt t="231010" x="10726738" y="4479925"/>
          <p14:tracePt t="231018" x="10715625" y="4479925"/>
          <p14:tracePt t="231026" x="10677525" y="4479925"/>
          <p14:tracePt t="231034" x="10626725" y="4479925"/>
          <p14:tracePt t="231041" x="10577513" y="4479925"/>
          <p14:tracePt t="231050" x="10502900" y="4479925"/>
          <p14:tracePt t="231057" x="10452100" y="4479925"/>
          <p14:tracePt t="231066" x="10377488" y="4479925"/>
          <p14:tracePt t="231074" x="10313988" y="4479925"/>
          <p14:tracePt t="231082" x="10288588" y="4479925"/>
          <p14:tracePt t="231090" x="10264775" y="4479925"/>
          <p14:tracePt t="231106" x="10239375" y="4479925"/>
          <p14:tracePt t="231115" x="10226675" y="4479925"/>
          <p14:tracePt t="231131" x="10213975" y="4479925"/>
          <p14:tracePt t="231138" x="10213975" y="4505325"/>
          <p14:tracePt t="231145" x="10201275" y="4530725"/>
          <p14:tracePt t="231154" x="10201275" y="4567238"/>
          <p14:tracePt t="231162" x="10201275" y="4579938"/>
          <p14:tracePt t="231170" x="10201275" y="4618038"/>
          <p14:tracePt t="231178" x="10188575" y="4643438"/>
          <p14:tracePt t="231186" x="10177463" y="4679950"/>
          <p14:tracePt t="231194" x="10152063" y="4730750"/>
          <p14:tracePt t="231202" x="10126663" y="4768850"/>
          <p14:tracePt t="231210" x="10113963" y="4792663"/>
          <p14:tracePt t="231218" x="10113963" y="4805363"/>
          <p14:tracePt t="231226" x="10113963" y="4818063"/>
          <p14:tracePt t="231234" x="10113963" y="4830763"/>
          <p14:tracePt t="231242" x="10113963" y="4843463"/>
          <p14:tracePt t="231250" x="10113963" y="4856163"/>
          <p14:tracePt t="231258" x="10113963" y="4868863"/>
          <p14:tracePt t="231266" x="10113963" y="4879975"/>
          <p14:tracePt t="231274" x="10113963" y="4892675"/>
          <p14:tracePt t="231282" x="10113963" y="4905375"/>
          <p14:tracePt t="231290" x="10113963" y="4930775"/>
          <p14:tracePt t="231306" x="10113963" y="4956175"/>
          <p14:tracePt t="231322" x="10126663" y="4981575"/>
          <p14:tracePt t="231338" x="10139363" y="4981575"/>
          <p14:tracePt t="231345" x="10152063" y="4992688"/>
          <p14:tracePt t="231354" x="10164763" y="5005388"/>
          <p14:tracePt t="231362" x="10164763" y="5018088"/>
          <p14:tracePt t="231370" x="10188575" y="5018088"/>
          <p14:tracePt t="231377" x="10201275" y="5030788"/>
          <p14:tracePt t="231387" x="10213975" y="5030788"/>
          <p14:tracePt t="231394" x="10252075" y="5056188"/>
          <p14:tracePt t="231418" x="10277475" y="5068888"/>
          <p14:tracePt t="231426" x="10301288" y="5092700"/>
          <p14:tracePt t="231434" x="10326688" y="5105400"/>
          <p14:tracePt t="231442" x="10339388" y="5105400"/>
          <p14:tracePt t="231458" x="10339388" y="5118100"/>
          <p14:tracePt t="231466" x="10364788" y="5118100"/>
          <p14:tracePt t="231482" x="10377488" y="5118100"/>
          <p14:tracePt t="231490" x="10414000" y="5118100"/>
          <p14:tracePt t="231499" x="10452100" y="5118100"/>
          <p14:tracePt t="231506" x="10464800" y="5118100"/>
          <p14:tracePt t="231514" x="10490200" y="5118100"/>
          <p14:tracePt t="231522" x="10514013" y="5118100"/>
          <p14:tracePt t="231529" x="10539413" y="5118100"/>
          <p14:tracePt t="231538" x="10564813" y="5118100"/>
          <p14:tracePt t="231546" x="10590213" y="5118100"/>
          <p14:tracePt t="231554" x="10602913" y="5118100"/>
          <p14:tracePt t="231561" x="10626725" y="5092700"/>
          <p14:tracePt t="231570" x="10652125" y="5081588"/>
          <p14:tracePt t="231578" x="10652125" y="5056188"/>
          <p14:tracePt t="231587" x="10677525" y="5018088"/>
          <p14:tracePt t="231594" x="10690225" y="4992688"/>
          <p14:tracePt t="231602" x="10690225" y="4956175"/>
          <p14:tracePt t="231610" x="10690225" y="4918075"/>
          <p14:tracePt t="231618" x="10690225" y="4905375"/>
          <p14:tracePt t="231626" x="10690225" y="4868863"/>
          <p14:tracePt t="231634" x="10690225" y="4830763"/>
          <p14:tracePt t="231642" x="10677525" y="4818063"/>
          <p14:tracePt t="231650" x="10652125" y="4805363"/>
          <p14:tracePt t="231658" x="10626725" y="4779963"/>
          <p14:tracePt t="231666" x="10614025" y="4768850"/>
          <p14:tracePt t="231674" x="10602913" y="4768850"/>
          <p14:tracePt t="231690" x="10590213" y="4768850"/>
          <p14:tracePt t="231698" x="10564813" y="4768850"/>
          <p14:tracePt t="231706" x="10552113" y="4768850"/>
          <p14:tracePt t="231714" x="10502900" y="4768850"/>
          <p14:tracePt t="231722" x="10464800" y="4768850"/>
          <p14:tracePt t="231730" x="10414000" y="4779963"/>
          <p14:tracePt t="231738" x="10364788" y="4805363"/>
          <p14:tracePt t="231746" x="10339388" y="4830763"/>
          <p14:tracePt t="231754" x="10313988" y="4892675"/>
          <p14:tracePt t="231761" x="10313988" y="4918075"/>
          <p14:tracePt t="231771" x="10313988" y="4943475"/>
          <p14:tracePt t="231778" x="10313988" y="4992688"/>
          <p14:tracePt t="231786" x="10313988" y="5018088"/>
          <p14:tracePt t="231794" x="10313988" y="5056188"/>
          <p14:tracePt t="231802" x="10313988" y="5081588"/>
          <p14:tracePt t="231810" x="10313988" y="5105400"/>
          <p14:tracePt t="231818" x="10326688" y="5118100"/>
          <p14:tracePt t="231826" x="10326688" y="5130800"/>
          <p14:tracePt t="231834" x="10339388" y="5130800"/>
          <p14:tracePt t="231858" x="10352088" y="5130800"/>
          <p14:tracePt t="231874" x="10377488" y="5130800"/>
          <p14:tracePt t="231890" x="10390188" y="5130800"/>
          <p14:tracePt t="231898" x="10426700" y="5130800"/>
          <p14:tracePt t="231906" x="10439400" y="5130800"/>
          <p14:tracePt t="231914" x="10452100" y="5118100"/>
          <p14:tracePt t="231922" x="10464800" y="5068888"/>
          <p14:tracePt t="231934" x="10464800" y="5030788"/>
          <p14:tracePt t="231938" x="10464800" y="5005388"/>
          <p14:tracePt t="231946" x="10464800" y="4968875"/>
          <p14:tracePt t="231962" x="10464800" y="4943475"/>
          <p14:tracePt t="231971" x="10464800" y="4930775"/>
          <p14:tracePt t="232410" x="10464800" y="4943475"/>
          <p14:tracePt t="232418" x="10464800" y="4956175"/>
          <p14:tracePt t="232426" x="10464800" y="4968875"/>
          <p14:tracePt t="232442" x="10464800" y="4992688"/>
          <p14:tracePt t="232450" x="10464800" y="5005388"/>
          <p14:tracePt t="232466" x="10464800" y="5018088"/>
          <p14:tracePt t="232482" x="10477500" y="5018088"/>
          <p14:tracePt t="232498" x="10477500" y="5030788"/>
          <p14:tracePt t="232506" x="10477500" y="5043488"/>
          <p14:tracePt t="232530" x="10477500" y="5056188"/>
          <p14:tracePt t="232538" x="10477500" y="5068888"/>
          <p14:tracePt t="232554" x="10477500" y="5081588"/>
          <p14:tracePt t="232570" x="10477500" y="5092700"/>
          <p14:tracePt t="232602" x="10477500" y="5105400"/>
          <p14:tracePt t="232610" x="10477500" y="5130800"/>
          <p14:tracePt t="232658" x="10452100" y="5130800"/>
          <p14:tracePt t="232666" x="10426700" y="5130800"/>
          <p14:tracePt t="232674" x="10377488" y="5130800"/>
          <p14:tracePt t="232681" x="10313988" y="5118100"/>
          <p14:tracePt t="232690" x="10201275" y="5092700"/>
          <p14:tracePt t="232698" x="10064750" y="5068888"/>
          <p14:tracePt t="232706" x="9913938" y="5030788"/>
          <p14:tracePt t="232714" x="9775825" y="5018088"/>
          <p14:tracePt t="232722" x="9613900" y="4992688"/>
          <p14:tracePt t="232729" x="9437688" y="4956175"/>
          <p14:tracePt t="232738" x="9188450" y="4868863"/>
          <p14:tracePt t="232746" x="8874125" y="4756150"/>
          <p14:tracePt t="232754" x="8548688" y="4605338"/>
          <p14:tracePt t="232762" x="8099425" y="4405313"/>
          <p14:tracePt t="232770" x="7585075" y="4241800"/>
          <p14:tracePt t="232778" x="7097713" y="4029075"/>
          <p14:tracePt t="232786" x="6608763" y="3803650"/>
          <p14:tracePt t="232794" x="6121400" y="3590925"/>
          <p14:tracePt t="232803" x="5595938" y="3403600"/>
          <p14:tracePt t="232810" x="5132388" y="3165475"/>
          <p14:tracePt t="232819" x="4781550" y="3028950"/>
          <p14:tracePt t="232826" x="4406900" y="2878138"/>
          <p14:tracePt t="232834" x="4181475" y="2778125"/>
          <p14:tracePt t="232842" x="3917950" y="2640013"/>
          <p14:tracePt t="232849" x="3792538" y="2603500"/>
          <p14:tracePt t="232858" x="3679825" y="2540000"/>
          <p14:tracePt t="232865" x="3579813" y="2503488"/>
          <p14:tracePt t="232875" x="3492500" y="2478088"/>
          <p14:tracePt t="232882" x="3454400" y="2439988"/>
          <p14:tracePt t="232890" x="3379788" y="2427288"/>
          <p14:tracePt t="232898" x="3317875" y="2414588"/>
          <p14:tracePt t="232906" x="3254375" y="2390775"/>
          <p14:tracePt t="232914" x="3192463" y="2390775"/>
          <p14:tracePt t="232922" x="3092450" y="2390775"/>
          <p14:tracePt t="232937" x="3016250" y="2390775"/>
          <p14:tracePt t="232938" x="2916238" y="2390775"/>
          <p14:tracePt t="232946" x="2816225" y="2390775"/>
          <p14:tracePt t="232954" x="2741613" y="2390775"/>
          <p14:tracePt t="232962" x="2654300" y="2390775"/>
          <p14:tracePt t="232969" x="2528888" y="2390775"/>
          <p14:tracePt t="232978" x="2428875" y="2390775"/>
          <p14:tracePt t="232986" x="2303463" y="2365375"/>
          <p14:tracePt t="232994" x="2116138" y="2352675"/>
          <p14:tracePt t="233003" x="1965325" y="2327275"/>
          <p14:tracePt t="233010" x="1827213" y="2314575"/>
          <p14:tracePt t="233017" x="1677988" y="2303463"/>
          <p14:tracePt t="233026" x="1527175" y="2265363"/>
          <p14:tracePt t="233033" x="1427163" y="2252663"/>
          <p14:tracePt t="233042" x="1327150" y="2252663"/>
          <p14:tracePt t="233049" x="1252538" y="2252663"/>
          <p14:tracePt t="233058" x="1176338" y="2252663"/>
          <p14:tracePt t="233065" x="1076325" y="2252663"/>
          <p14:tracePt t="233075" x="1001713" y="2252663"/>
          <p14:tracePt t="233082" x="901700" y="2252663"/>
          <p14:tracePt t="233090" x="814388" y="2252663"/>
          <p14:tracePt t="233098" x="750888" y="2252663"/>
          <p14:tracePt t="233106" x="676275" y="2265363"/>
          <p14:tracePt t="233114" x="638175" y="2278063"/>
          <p14:tracePt t="233122" x="588963" y="2290763"/>
          <p14:tracePt t="233130" x="550863" y="2314575"/>
          <p14:tracePt t="233138" x="500063" y="2314575"/>
          <p14:tracePt t="233146" x="488950" y="2314575"/>
          <p14:tracePt t="233154" x="450850" y="2327275"/>
          <p14:tracePt t="233162" x="412750" y="2327275"/>
          <p14:tracePt t="233170" x="400050" y="2327275"/>
          <p14:tracePt t="233178" x="363538" y="2352675"/>
          <p14:tracePt t="233187" x="325438" y="2365375"/>
          <p14:tracePt t="233194" x="300038" y="2365375"/>
          <p14:tracePt t="233202" x="274638" y="2378075"/>
          <p14:tracePt t="233210" x="263525" y="2390775"/>
          <p14:tracePt t="233218" x="225425" y="2414588"/>
          <p14:tracePt t="233234" x="225425" y="2439988"/>
          <p14:tracePt t="233242" x="225425" y="2452688"/>
          <p14:tracePt t="233249" x="225425" y="2478088"/>
          <p14:tracePt t="233258" x="225425" y="2490788"/>
          <p14:tracePt t="233266" x="212725" y="2503488"/>
          <p14:tracePt t="233275" x="212725" y="2516188"/>
          <p14:tracePt t="233354" x="225425" y="2478088"/>
          <p14:tracePt t="233362" x="238125" y="2427288"/>
          <p14:tracePt t="233370" x="274638" y="2365375"/>
          <p14:tracePt t="233378" x="300038" y="2314575"/>
          <p14:tracePt t="233386" x="300038" y="2290763"/>
          <p14:tracePt t="233394" x="338138" y="2252663"/>
          <p14:tracePt t="233402" x="338138" y="2227263"/>
          <p14:tracePt t="233410" x="350838" y="2214563"/>
          <p14:tracePt t="233418" x="363538" y="2190750"/>
          <p14:tracePt t="233426" x="376238" y="2178050"/>
          <p14:tracePt t="233442" x="376238" y="2165350"/>
          <p14:tracePt t="233458" x="376238" y="2152650"/>
          <p14:tracePt t="233466" x="376238" y="2139950"/>
          <p14:tracePt t="233490" x="363538" y="2127250"/>
          <p14:tracePt t="233498" x="363538" y="2101850"/>
          <p14:tracePt t="233506" x="363538" y="2089150"/>
          <p14:tracePt t="233514" x="363538" y="2065338"/>
          <p14:tracePt t="233522" x="363538" y="2052638"/>
          <p14:tracePt t="233530" x="338138" y="2001838"/>
          <p14:tracePt t="233538" x="325438" y="2001838"/>
          <p14:tracePt t="233595" x="325438" y="1989138"/>
          <p14:tracePt t="233650" x="325438" y="1978025"/>
          <p14:tracePt t="233658" x="338138" y="1978025"/>
          <p14:tracePt t="233674" x="350838" y="1989138"/>
          <p14:tracePt t="233682" x="376238" y="2001838"/>
          <p14:tracePt t="233690" x="400050" y="2014538"/>
          <p14:tracePt t="233698" x="412750" y="2027238"/>
          <p14:tracePt t="233705" x="450850" y="2027238"/>
          <p14:tracePt t="233714" x="500063" y="2065338"/>
          <p14:tracePt t="233722" x="538163" y="2078038"/>
          <p14:tracePt t="233730" x="612775" y="2089150"/>
          <p14:tracePt t="233738" x="663575" y="2114550"/>
          <p14:tracePt t="233746" x="688975" y="2114550"/>
          <p14:tracePt t="233755" x="738188" y="2114550"/>
          <p14:tracePt t="233762" x="788988" y="2114550"/>
          <p14:tracePt t="233769" x="863600" y="2114550"/>
          <p14:tracePt t="233778" x="914400" y="2114550"/>
          <p14:tracePt t="233786" x="976313" y="2114550"/>
          <p14:tracePt t="233795" x="1050925" y="2114550"/>
          <p14:tracePt t="233802" x="1114425" y="2114550"/>
          <p14:tracePt t="233810" x="1189038" y="2114550"/>
          <p14:tracePt t="233818" x="1263650" y="2114550"/>
          <p14:tracePt t="233826" x="1339850" y="2114550"/>
          <p14:tracePt t="233834" x="1389063" y="2114550"/>
          <p14:tracePt t="233842" x="1439863" y="2127250"/>
          <p14:tracePt t="233850" x="1476375" y="2127250"/>
          <p14:tracePt t="233858" x="1501775" y="2139950"/>
          <p14:tracePt t="233866" x="1552575" y="2139950"/>
          <p14:tracePt t="233874" x="1601788" y="2139950"/>
          <p14:tracePt t="233882" x="1677988" y="2139950"/>
          <p14:tracePt t="233890" x="1778000" y="2139950"/>
          <p14:tracePt t="233898" x="1852613" y="2139950"/>
          <p14:tracePt t="233906" x="1978025" y="2114550"/>
          <p14:tracePt t="233914" x="2039938" y="2089150"/>
          <p14:tracePt t="233922" x="2116138" y="2065338"/>
          <p14:tracePt t="233930" x="2178050" y="2027238"/>
          <p14:tracePt t="233939" x="2216150" y="1989138"/>
          <p14:tracePt t="233946" x="2239963" y="1978025"/>
          <p14:tracePt t="233954" x="2252663" y="1965325"/>
          <p14:tracePt t="233962" x="2252663" y="1939925"/>
          <p14:tracePt t="233970" x="2252663" y="1901825"/>
          <p14:tracePt t="233978" x="2252663" y="1876425"/>
          <p14:tracePt t="233986" x="2252663" y="1852613"/>
          <p14:tracePt t="233994" x="2252663" y="1814513"/>
          <p14:tracePt t="234002" x="2239963" y="1776413"/>
          <p14:tracePt t="234010" x="2165350" y="1727200"/>
          <p14:tracePt t="234018" x="2065338" y="1689100"/>
          <p14:tracePt t="234026" x="2003425" y="1663700"/>
          <p14:tracePt t="234034" x="1890713" y="1601788"/>
          <p14:tracePt t="234042" x="1801813" y="1563688"/>
          <p14:tracePt t="234050" x="1765300" y="1563688"/>
          <p14:tracePt t="234058" x="1714500" y="1552575"/>
          <p14:tracePt t="234066" x="1689100" y="1552575"/>
          <p14:tracePt t="234074" x="1614488" y="1552575"/>
          <p14:tracePt t="234082" x="1552575" y="1552575"/>
          <p14:tracePt t="234089" x="1465263" y="1552575"/>
          <p14:tracePt t="234098" x="1352550" y="1552575"/>
          <p14:tracePt t="234106" x="1239838" y="1552575"/>
          <p14:tracePt t="234114" x="1101725" y="1552575"/>
          <p14:tracePt t="234123" x="1027113" y="1563688"/>
          <p14:tracePt t="234130" x="950913" y="1589088"/>
          <p14:tracePt t="234137" x="901700" y="1589088"/>
          <p14:tracePt t="234146" x="863600" y="1614488"/>
          <p14:tracePt t="234153" x="838200" y="1627188"/>
          <p14:tracePt t="234162" x="801688" y="1639888"/>
          <p14:tracePt t="234169" x="750888" y="1663700"/>
          <p14:tracePt t="234178" x="738188" y="1676400"/>
          <p14:tracePt t="234186" x="676275" y="1714500"/>
          <p14:tracePt t="234194" x="650875" y="1739900"/>
          <p14:tracePt t="234202" x="588963" y="1776413"/>
          <p14:tracePt t="234210" x="512763" y="1839913"/>
          <p14:tracePt t="234218" x="438150" y="1876425"/>
          <p14:tracePt t="234226" x="376238" y="1914525"/>
          <p14:tracePt t="234233" x="363538" y="1939925"/>
          <p14:tracePt t="234242" x="325438" y="1965325"/>
          <p14:tracePt t="234250" x="325438" y="1989138"/>
          <p14:tracePt t="234258" x="312738" y="2014538"/>
          <p14:tracePt t="234265" x="312738" y="2027238"/>
          <p14:tracePt t="234274" x="300038" y="2039938"/>
          <p14:tracePt t="234282" x="300038" y="2065338"/>
          <p14:tracePt t="234290" x="300038" y="2089150"/>
          <p14:tracePt t="234298" x="300038" y="2114550"/>
          <p14:tracePt t="234307" x="300038" y="2127250"/>
          <p14:tracePt t="234314" x="300038" y="2152650"/>
          <p14:tracePt t="234322" x="300038" y="2178050"/>
          <p14:tracePt t="234329" x="300038" y="2214563"/>
          <p14:tracePt t="234337" x="387350" y="2252663"/>
          <p14:tracePt t="234346" x="476250" y="2290763"/>
          <p14:tracePt t="234354" x="612775" y="2314575"/>
          <p14:tracePt t="234362" x="763588" y="2339975"/>
          <p14:tracePt t="234369" x="950913" y="2352675"/>
          <p14:tracePt t="234379" x="1101725" y="2378075"/>
          <p14:tracePt t="234386" x="1276350" y="2378075"/>
          <p14:tracePt t="234394" x="1489075" y="2378075"/>
          <p14:tracePt t="234402" x="1652588" y="2378075"/>
          <p14:tracePt t="234410" x="1801813" y="2378075"/>
          <p14:tracePt t="234418" x="1978025" y="2378075"/>
          <p14:tracePt t="234426" x="2139950" y="2339975"/>
          <p14:tracePt t="234433" x="2290763" y="2290763"/>
          <p14:tracePt t="234442" x="2403475" y="2252663"/>
          <p14:tracePt t="234450" x="2516188" y="2201863"/>
          <p14:tracePt t="234458" x="2590800" y="2152650"/>
          <p14:tracePt t="234466" x="2654300" y="2101850"/>
          <p14:tracePt t="234474" x="2678113" y="2078038"/>
          <p14:tracePt t="234482" x="2716213" y="2014538"/>
          <p14:tracePt t="234490" x="2728913" y="1965325"/>
          <p14:tracePt t="234498" x="2728913" y="1876425"/>
          <p14:tracePt t="234507" x="2741613" y="1814513"/>
          <p14:tracePt t="234514" x="2741613" y="1765300"/>
          <p14:tracePt t="234521" x="2741613" y="1714500"/>
          <p14:tracePt t="234530" x="2716213" y="1689100"/>
          <p14:tracePt t="234537" x="2654300" y="1627188"/>
          <p14:tracePt t="234546" x="2616200" y="1614488"/>
          <p14:tracePt t="234553" x="2541588" y="1589088"/>
          <p14:tracePt t="234562" x="2465388" y="1563688"/>
          <p14:tracePt t="234569" x="2378075" y="1539875"/>
          <p14:tracePt t="234580" x="2303463" y="1527175"/>
          <p14:tracePt t="234586" x="2228850" y="1527175"/>
          <p14:tracePt t="234594" x="2103438" y="1527175"/>
          <p14:tracePt t="234602" x="1978025" y="1527175"/>
          <p14:tracePt t="234610" x="1827213" y="1527175"/>
          <p14:tracePt t="234618" x="1652588" y="1527175"/>
          <p14:tracePt t="234626" x="1489075" y="1552575"/>
          <p14:tracePt t="234633" x="1352550" y="1589088"/>
          <p14:tracePt t="234642" x="1201738" y="1639888"/>
          <p14:tracePt t="234650" x="1076325" y="1701800"/>
          <p14:tracePt t="234658" x="950913" y="1752600"/>
          <p14:tracePt t="234666" x="876300" y="1789113"/>
          <p14:tracePt t="234674" x="801688" y="1827213"/>
          <p14:tracePt t="234682" x="763588" y="1876425"/>
          <p14:tracePt t="234691" x="725488" y="1901825"/>
          <p14:tracePt t="234698" x="701675" y="1939925"/>
          <p14:tracePt t="234706" x="688975" y="1965325"/>
          <p14:tracePt t="234714" x="663575" y="1989138"/>
          <p14:tracePt t="234721" x="650875" y="2039938"/>
          <p14:tracePt t="234730" x="650875" y="2078038"/>
          <p14:tracePt t="234738" x="650875" y="2114550"/>
          <p14:tracePt t="234746" x="650875" y="2152650"/>
          <p14:tracePt t="234753" x="650875" y="2190750"/>
          <p14:tracePt t="234762" x="650875" y="2214563"/>
          <p14:tracePt t="234769" x="701675" y="2265363"/>
          <p14:tracePt t="234779" x="788988" y="2303463"/>
          <p14:tracePt t="234786" x="876300" y="2327275"/>
          <p14:tracePt t="234794" x="1014413" y="2378075"/>
          <p14:tracePt t="234802" x="1127125" y="2378075"/>
          <p14:tracePt t="234810" x="1263650" y="2378075"/>
          <p14:tracePt t="234818" x="1389063" y="2378075"/>
          <p14:tracePt t="234826" x="1539875" y="2378075"/>
          <p14:tracePt t="234834" x="1677988" y="2339975"/>
          <p14:tracePt t="234842" x="1814513" y="2290763"/>
          <p14:tracePt t="234850" x="1978025" y="2201863"/>
          <p14:tracePt t="234858" x="2103438" y="2139950"/>
          <p14:tracePt t="234866" x="2190750" y="2065338"/>
          <p14:tracePt t="234875" x="2278063" y="1978025"/>
          <p14:tracePt t="234882" x="2290763" y="1939925"/>
          <p14:tracePt t="234890" x="2290763" y="1865313"/>
          <p14:tracePt t="234898" x="2290763" y="1801813"/>
          <p14:tracePt t="234906" x="2278063" y="1739900"/>
          <p14:tracePt t="234914" x="2216150" y="1676400"/>
          <p14:tracePt t="234922" x="2127250" y="1627188"/>
          <p14:tracePt t="234942" x="1952625" y="1552575"/>
          <p14:tracePt t="234946" x="1878013" y="1539875"/>
          <p14:tracePt t="234953" x="1765300" y="1527175"/>
          <p14:tracePt t="234962" x="1639888" y="1527175"/>
          <p14:tracePt t="234970" x="1527175" y="1527175"/>
          <p14:tracePt t="234978" x="1427163" y="1527175"/>
          <p14:tracePt t="234986" x="1289050" y="1552575"/>
          <p14:tracePt t="234994" x="1150938" y="1614488"/>
          <p14:tracePt t="235002" x="1027113" y="1663700"/>
          <p14:tracePt t="235010" x="914400" y="1714500"/>
          <p14:tracePt t="235018" x="814388" y="1776413"/>
          <p14:tracePt t="235026" x="725488" y="1839913"/>
          <p14:tracePt t="235034" x="650875" y="1901825"/>
          <p14:tracePt t="235042" x="576263" y="1978025"/>
          <p14:tracePt t="235050" x="500063" y="2052638"/>
          <p14:tracePt t="235059" x="438150" y="2165350"/>
          <p14:tracePt t="235066" x="412750" y="2239963"/>
          <p14:tracePt t="235074" x="376238" y="2339975"/>
          <p14:tracePt t="235082" x="363538" y="2414588"/>
          <p14:tracePt t="235090" x="363538" y="2478088"/>
          <p14:tracePt t="235098" x="363538" y="2527300"/>
          <p14:tracePt t="235106" x="363538" y="2552700"/>
          <p14:tracePt t="235114" x="425450" y="2590800"/>
          <p14:tracePt t="235122" x="525463" y="2616200"/>
          <p14:tracePt t="235130" x="676275" y="2627313"/>
          <p14:tracePt t="235137" x="850900" y="2627313"/>
          <p14:tracePt t="235146" x="1114425" y="2627313"/>
          <p14:tracePt t="235154" x="1414463" y="2565400"/>
          <p14:tracePt t="235162" x="1827213" y="2414588"/>
          <p14:tracePt t="235170" x="2152650" y="2278063"/>
          <p14:tracePt t="235178" x="2452688" y="2089150"/>
          <p14:tracePt t="235186" x="2616200" y="1927225"/>
          <p14:tracePt t="235194" x="2678113" y="1827213"/>
          <p14:tracePt t="235202" x="2678113" y="1739900"/>
          <p14:tracePt t="235209" x="2678113" y="1676400"/>
          <p14:tracePt t="235218" x="2678113" y="1627188"/>
          <p14:tracePt t="235226" x="2628900" y="1539875"/>
          <p14:tracePt t="235234" x="2578100" y="1489075"/>
          <p14:tracePt t="235242" x="2503488" y="1450975"/>
          <p14:tracePt t="235250" x="2465388" y="1427163"/>
          <p14:tracePt t="235258" x="2416175" y="1401763"/>
          <p14:tracePt t="235266" x="2378075" y="1401763"/>
          <p14:tracePt t="235273" x="2352675" y="1401763"/>
          <p14:tracePt t="235282" x="2303463" y="1401763"/>
          <p14:tracePt t="235290" x="2228850" y="1401763"/>
          <p14:tracePt t="235299" x="2116138" y="1439863"/>
          <p14:tracePt t="235306" x="1990725" y="1539875"/>
          <p14:tracePt t="235314" x="1865313" y="1652588"/>
          <p14:tracePt t="235322" x="1689100" y="1801813"/>
          <p14:tracePt t="235330" x="1489075" y="2027238"/>
          <p14:tracePt t="235338" x="1389063" y="2303463"/>
          <p14:tracePt t="235346" x="1339850" y="2627313"/>
          <p14:tracePt t="235354" x="1352550" y="3078163"/>
          <p14:tracePt t="235362" x="1501775" y="3490913"/>
          <p14:tracePt t="235370" x="1739900" y="4054475"/>
          <p14:tracePt t="235378" x="2065338" y="4679950"/>
          <p14:tracePt t="235386" x="2416175" y="5218113"/>
          <p14:tracePt t="235394" x="2703513" y="5630863"/>
          <p14:tracePt t="235402" x="2879725" y="5819775"/>
          <p14:tracePt t="235410" x="3054350" y="6007100"/>
          <p14:tracePt t="235418" x="3154363" y="6094413"/>
          <p14:tracePt t="235426" x="3241675" y="6157913"/>
          <p14:tracePt t="235434" x="3317875" y="6207125"/>
          <p14:tracePt t="235442" x="3328988" y="6219825"/>
          <p14:tracePt t="235450" x="3341688" y="6219825"/>
          <p14:tracePt t="235554" x="3354388" y="6219825"/>
          <p14:tracePt t="235562" x="3454400" y="6219825"/>
          <p14:tracePt t="235570" x="3579813" y="6157913"/>
          <p14:tracePt t="235578" x="3717925" y="6107113"/>
          <p14:tracePt t="235586" x="3856038" y="6019800"/>
          <p14:tracePt t="235593" x="3992563" y="5956300"/>
          <p14:tracePt t="235602" x="4068763" y="5868988"/>
          <p14:tracePt t="235610" x="4130675" y="5781675"/>
          <p14:tracePt t="235618" x="4143375" y="5694363"/>
          <p14:tracePt t="235627" x="4143375" y="5643563"/>
          <p14:tracePt t="235634" x="4143375" y="5594350"/>
          <p14:tracePt t="235641" x="4143375" y="5543550"/>
          <p14:tracePt t="235650" x="4117975" y="5507038"/>
          <p14:tracePt t="235658" x="4092575" y="5494338"/>
          <p14:tracePt t="235666" x="4068763" y="5481638"/>
          <p14:tracePt t="235673" x="4056063" y="5468938"/>
          <p14:tracePt t="235682" x="4030663" y="5456238"/>
          <p14:tracePt t="235690" x="4005263" y="5456238"/>
          <p14:tracePt t="235698" x="3979863" y="5443538"/>
          <p14:tracePt t="235706" x="3943350" y="5430838"/>
          <p14:tracePt t="235714" x="3930650" y="5407025"/>
          <p14:tracePt t="235721" x="3905250" y="5394325"/>
          <p14:tracePt t="235730" x="3867150" y="5368925"/>
          <p14:tracePt t="235737" x="3830638" y="5356225"/>
          <p14:tracePt t="235746" x="3817938" y="5343525"/>
          <p14:tracePt t="235753" x="3756025" y="5318125"/>
          <p14:tracePt t="235762" x="3705225" y="5305425"/>
          <p14:tracePt t="235769" x="3643313" y="5305425"/>
          <p14:tracePt t="235778" x="3579813" y="5305425"/>
          <p14:tracePt t="235786" x="3517900" y="5305425"/>
          <p14:tracePt t="235794" x="3441700" y="5294313"/>
          <p14:tracePt t="235802" x="3354388" y="5268913"/>
          <p14:tracePt t="235811" x="3292475" y="5268913"/>
          <p14:tracePt t="235818" x="3205163" y="5243513"/>
          <p14:tracePt t="235826" x="3103563" y="5243513"/>
          <p14:tracePt t="235834" x="3028950" y="5230813"/>
          <p14:tracePt t="235841" x="2979738" y="5230813"/>
          <p14:tracePt t="235850" x="2928938" y="5205413"/>
          <p14:tracePt t="235857" x="2890838" y="5205413"/>
          <p14:tracePt t="235866" x="2854325" y="5205413"/>
          <p14:tracePt t="235873" x="2828925" y="5205413"/>
          <p14:tracePt t="235883" x="2803525" y="5205413"/>
          <p14:tracePt t="235889" x="2778125" y="5205413"/>
          <p14:tracePt t="235898" x="2754313" y="5218113"/>
          <p14:tracePt t="235905" x="2728913" y="5243513"/>
          <p14:tracePt t="235914" x="2716213" y="5256213"/>
          <p14:tracePt t="235921" x="2678113" y="5281613"/>
          <p14:tracePt t="235945" x="2603500" y="5318125"/>
          <p14:tracePt t="235946" x="2565400" y="5343525"/>
          <p14:tracePt t="235953" x="2490788" y="5368925"/>
          <p14:tracePt t="235962" x="2428875" y="5394325"/>
          <p14:tracePt t="235969" x="2378075" y="5418138"/>
          <p14:tracePt t="235978" x="2328863" y="5456238"/>
          <p14:tracePt t="235986" x="2316163" y="5456238"/>
          <p14:tracePt t="235995" x="2303463" y="5468938"/>
          <p14:tracePt t="236002" x="2290763" y="5481638"/>
          <p14:tracePt t="236010" x="2278063" y="5481638"/>
          <p14:tracePt t="236018" x="2278063" y="5494338"/>
          <p14:tracePt t="236034" x="2278063" y="5518150"/>
          <p14:tracePt t="236041" x="2278063" y="5530850"/>
          <p14:tracePt t="236049" x="2278063" y="5543550"/>
          <p14:tracePt t="236057" x="2278063" y="5568950"/>
          <p14:tracePt t="236066" x="2278063" y="5607050"/>
          <p14:tracePt t="236073" x="2290763" y="5630863"/>
          <p14:tracePt t="236083" x="2316163" y="5681663"/>
          <p14:tracePt t="236090" x="2328863" y="5707063"/>
          <p14:tracePt t="236098" x="2352675" y="5732463"/>
          <p14:tracePt t="236105" x="2390775" y="5781675"/>
          <p14:tracePt t="236114" x="2403475" y="5794375"/>
          <p14:tracePt t="236122" x="2428875" y="5807075"/>
          <p14:tracePt t="236130" x="2441575" y="5819775"/>
          <p14:tracePt t="236137" x="2465388" y="5832475"/>
          <p14:tracePt t="236146" x="2478088" y="5856288"/>
          <p14:tracePt t="236153" x="2490788" y="5868988"/>
          <p14:tracePt t="236162" x="2503488" y="5881688"/>
          <p14:tracePt t="236170" x="2516188" y="5881688"/>
          <p14:tracePt t="236178" x="2528888" y="5881688"/>
          <p14:tracePt t="236186" x="2541588" y="5894388"/>
          <p14:tracePt t="236194" x="2565400" y="5907088"/>
          <p14:tracePt t="236210" x="2590800" y="5919788"/>
          <p14:tracePt t="236226" x="2628900" y="5919788"/>
          <p14:tracePt t="236234" x="2667000" y="5919788"/>
          <p14:tracePt t="236241" x="2716213" y="5919788"/>
          <p14:tracePt t="236250" x="2741613" y="5919788"/>
          <p14:tracePt t="236258" x="2778125" y="5919788"/>
          <p14:tracePt t="236266" x="2803525" y="5919788"/>
          <p14:tracePt t="236274" x="2816225" y="5919788"/>
          <p14:tracePt t="236283" x="2828925" y="5919788"/>
          <p14:tracePt t="236290" x="2854325" y="5919788"/>
          <p14:tracePt t="236298" x="2867025" y="5919788"/>
          <p14:tracePt t="236306" x="2867025" y="5907088"/>
          <p14:tracePt t="236314" x="2879725" y="5907088"/>
          <p14:tracePt t="236322" x="2903538" y="5881688"/>
          <p14:tracePt t="236330" x="2903538" y="5868988"/>
          <p14:tracePt t="236338" x="2928938" y="5856288"/>
          <p14:tracePt t="236346" x="2954338" y="5843588"/>
          <p14:tracePt t="236354" x="2979738" y="5832475"/>
          <p14:tracePt t="236370" x="2992438" y="5819775"/>
          <p14:tracePt t="236650" x="2992438" y="5807075"/>
          <p14:tracePt t="236658" x="3028950" y="5781675"/>
          <p14:tracePt t="236666" x="3092450" y="5756275"/>
          <p14:tracePt t="236673" x="3167063" y="5707063"/>
          <p14:tracePt t="236682" x="3254375" y="5668963"/>
          <p14:tracePt t="236690" x="3328988" y="5643563"/>
          <p14:tracePt t="236698" x="3392488" y="5607050"/>
          <p14:tracePt t="236706" x="3429000" y="5594350"/>
          <p14:tracePt t="236714" x="3429000" y="5581650"/>
          <p14:tracePt t="236722" x="3441700" y="5581650"/>
          <p14:tracePt t="236770" x="3441700" y="5568950"/>
          <p14:tracePt t="236786" x="3441700" y="5543550"/>
          <p14:tracePt t="236794" x="3441700" y="5530850"/>
          <p14:tracePt t="236802" x="3429000" y="5518150"/>
          <p14:tracePt t="236810" x="3417888" y="5494338"/>
          <p14:tracePt t="236818" x="3392488" y="5468938"/>
          <p14:tracePt t="236826" x="3354388" y="5456238"/>
          <p14:tracePt t="236834" x="3317875" y="5430838"/>
          <p14:tracePt t="236841" x="3279775" y="5418138"/>
          <p14:tracePt t="236850" x="3241675" y="5407025"/>
          <p14:tracePt t="236857" x="3228975" y="5407025"/>
          <p14:tracePt t="236866" x="3205163" y="5407025"/>
          <p14:tracePt t="236882" x="3192463" y="5407025"/>
          <p14:tracePt t="236890" x="3179763" y="5407025"/>
          <p14:tracePt t="236898" x="3167063" y="5407025"/>
          <p14:tracePt t="236906" x="3116263" y="5407025"/>
          <p14:tracePt t="236914" x="3041650" y="5407025"/>
          <p14:tracePt t="236922" x="2941638" y="5443538"/>
          <p14:tracePt t="236931" x="2828925" y="5507038"/>
          <p14:tracePt t="236938" x="2728913" y="5568950"/>
          <p14:tracePt t="236946" x="2616200" y="5656263"/>
          <p14:tracePt t="236954" x="2503488" y="5707063"/>
          <p14:tracePt t="236961" x="2465388" y="5719763"/>
          <p14:tracePt t="236970" x="2428875" y="5743575"/>
          <p14:tracePt t="236978" x="2416175" y="5756275"/>
          <p14:tracePt t="237042" x="2428875" y="5756275"/>
          <p14:tracePt t="237050" x="2441575" y="5743575"/>
          <p14:tracePt t="237058" x="2441575" y="5707063"/>
          <p14:tracePt t="237066" x="2452688" y="5656263"/>
          <p14:tracePt t="237074" x="2465388" y="5630863"/>
          <p14:tracePt t="237082" x="2478088" y="5581650"/>
          <p14:tracePt t="237090" x="2516188" y="5518150"/>
          <p14:tracePt t="237098" x="2528888" y="5468938"/>
          <p14:tracePt t="237106" x="2541588" y="5443538"/>
          <p14:tracePt t="237115" x="2565400" y="5381625"/>
          <p14:tracePt t="237122" x="2565400" y="5368925"/>
          <p14:tracePt t="237131" x="2565400" y="5356225"/>
          <p14:tracePt t="237154" x="2565400" y="5343525"/>
          <p14:tracePt t="237282" x="2578100" y="5343525"/>
          <p14:tracePt t="237290" x="2590800" y="5318125"/>
          <p14:tracePt t="237298" x="2603500" y="5318125"/>
          <p14:tracePt t="237315" x="2641600" y="5305425"/>
          <p14:tracePt t="237322" x="2654300" y="5305425"/>
          <p14:tracePt t="237330" x="2654300" y="5294313"/>
          <p14:tracePt t="237338" x="2667000" y="5294313"/>
          <p14:tracePt t="237345" x="2690813" y="5268913"/>
          <p14:tracePt t="237354" x="2703513" y="5243513"/>
          <p14:tracePt t="237361" x="2716213" y="5230813"/>
          <p14:tracePt t="237370" x="2728913" y="5194300"/>
          <p14:tracePt t="237377" x="2741613" y="5156200"/>
          <p14:tracePt t="237387" x="2754313" y="5143500"/>
          <p14:tracePt t="237394" x="2754313" y="5130800"/>
          <p14:tracePt t="237499" x="2767013" y="5130800"/>
          <p14:tracePt t="237506" x="2716213" y="5205413"/>
          <p14:tracePt t="237513" x="2690813" y="5268913"/>
          <p14:tracePt t="237522" x="2641600" y="5343525"/>
          <p14:tracePt t="237529" x="2603500" y="5394325"/>
          <p14:tracePt t="237538" x="2590800" y="5456238"/>
          <p14:tracePt t="237545" x="2578100" y="5494338"/>
          <p14:tracePt t="237554" x="2554288" y="5518150"/>
          <p14:tracePt t="237561" x="2554288" y="5530850"/>
          <p14:tracePt t="237809" x="2554288" y="5494338"/>
          <p14:tracePt t="237825" x="2554288" y="5468938"/>
          <p14:tracePt t="237834" x="2541588" y="5456238"/>
          <p14:tracePt t="237858" x="2528888" y="5443538"/>
          <p14:tracePt t="237945" x="2503488" y="5443538"/>
          <p14:tracePt t="237954" x="2503488" y="5456238"/>
          <p14:tracePt t="237962" x="2503488" y="5468938"/>
          <p14:tracePt t="237970" x="2478088" y="5481638"/>
          <p14:tracePt t="238106" x="2490788" y="5456238"/>
          <p14:tracePt t="238114" x="2516188" y="5443538"/>
          <p14:tracePt t="238122" x="2528888" y="5418138"/>
          <p14:tracePt t="238130" x="2541588" y="5418138"/>
          <p14:tracePt t="238138" x="2565400" y="5394325"/>
          <p14:tracePt t="238145" x="2578100" y="5368925"/>
          <p14:tracePt t="238154" x="2603500" y="5330825"/>
          <p14:tracePt t="238161" x="2641600" y="5305425"/>
          <p14:tracePt t="238170" x="2703513" y="5256213"/>
          <p14:tracePt t="238178" x="2741613" y="5218113"/>
          <p14:tracePt t="238186" x="2790825" y="5194300"/>
          <p14:tracePt t="238194" x="2841625" y="5156200"/>
          <p14:tracePt t="238202" x="2890838" y="5130800"/>
          <p14:tracePt t="238210" x="2928938" y="5092700"/>
          <p14:tracePt t="238218" x="2967038" y="5068888"/>
          <p14:tracePt t="238226" x="3028950" y="5018088"/>
          <p14:tracePt t="238234" x="3103563" y="4956175"/>
          <p14:tracePt t="238242" x="3141663" y="4930775"/>
          <p14:tracePt t="238251" x="3179763" y="4892675"/>
          <p14:tracePt t="238258" x="3228975" y="4856163"/>
          <p14:tracePt t="238266" x="3305175" y="4818063"/>
          <p14:tracePt t="238274" x="3341688" y="4779963"/>
          <p14:tracePt t="238281" x="3417888" y="4743450"/>
          <p14:tracePt t="238290" x="3441700" y="4730750"/>
          <p14:tracePt t="238298" x="3479800" y="4730750"/>
          <p14:tracePt t="238306" x="3517900" y="4705350"/>
          <p14:tracePt t="238322" x="3541713" y="4705350"/>
          <p14:tracePt t="238338" x="3554413" y="4692650"/>
          <p14:tracePt t="238345" x="3567113" y="4679950"/>
          <p14:tracePt t="238354" x="3579813" y="4667250"/>
          <p14:tracePt t="238362" x="3592513" y="4656138"/>
          <p14:tracePt t="238370" x="3605213" y="4643438"/>
          <p14:tracePt t="238378" x="3605213" y="4630738"/>
          <p14:tracePt t="238386" x="3617913" y="4618038"/>
          <p14:tracePt t="239481" x="3605213" y="4618038"/>
          <p14:tracePt t="239490" x="3579813" y="4618038"/>
          <p14:tracePt t="239506" x="3530600" y="4630738"/>
          <p14:tracePt t="239513" x="3505200" y="4643438"/>
          <p14:tracePt t="239522" x="3441700" y="4692650"/>
          <p14:tracePt t="239529" x="3392488" y="4743450"/>
          <p14:tracePt t="239538" x="3341688" y="4779963"/>
          <p14:tracePt t="239546" x="3279775" y="4818063"/>
          <p14:tracePt t="239555" x="3241675" y="4868863"/>
          <p14:tracePt t="239562" x="3179763" y="4918075"/>
          <p14:tracePt t="239569" x="3128963" y="4968875"/>
          <p14:tracePt t="239578" x="3092450" y="5030788"/>
          <p14:tracePt t="239586" x="3079750" y="5056188"/>
          <p14:tracePt t="239594" x="3016250" y="5130800"/>
          <p14:tracePt t="239602" x="2954338" y="5194300"/>
          <p14:tracePt t="239610" x="2928938" y="5230813"/>
          <p14:tracePt t="239617" x="2903538" y="5294313"/>
          <p14:tracePt t="239626" x="2890838" y="5318125"/>
          <p14:tracePt t="239633" x="2879725" y="5356225"/>
          <p14:tracePt t="239642" x="2867025" y="5381625"/>
          <p14:tracePt t="239650" x="2867025" y="5394325"/>
          <p14:tracePt t="239730" x="2867025" y="5368925"/>
          <p14:tracePt t="239739" x="2867025" y="5343525"/>
          <p14:tracePt t="239746" x="2867025" y="5318125"/>
          <p14:tracePt t="239753" x="2867025" y="5305425"/>
          <p14:tracePt t="239762" x="2867025" y="5281613"/>
          <p14:tracePt t="239769" x="2841625" y="5256213"/>
          <p14:tracePt t="239778" x="2816225" y="5230813"/>
          <p14:tracePt t="239785" x="2803525" y="5205413"/>
          <p14:tracePt t="239794" x="2767013" y="5181600"/>
          <p14:tracePt t="239802" x="2728913" y="5143500"/>
          <p14:tracePt t="239810" x="2703513" y="5118100"/>
          <p14:tracePt t="239818" x="2678113" y="5105400"/>
          <p14:tracePt t="239826" x="2667000" y="5092700"/>
          <p14:tracePt t="239834" x="2628900" y="5068888"/>
          <p14:tracePt t="239850" x="2616200" y="5068888"/>
          <p14:tracePt t="239858" x="2590800" y="5056188"/>
          <p14:tracePt t="239866" x="2565400" y="5043488"/>
          <p14:tracePt t="239874" x="2554288" y="5043488"/>
          <p14:tracePt t="239882" x="2541588" y="5030788"/>
          <p14:tracePt t="239890" x="2503488" y="5030788"/>
          <p14:tracePt t="239905" x="2490788" y="5018088"/>
          <p14:tracePt t="239914" x="2465388" y="5005388"/>
          <p14:tracePt t="239922" x="2452688" y="4992688"/>
          <p14:tracePt t="239930" x="2441575" y="4981575"/>
          <p14:tracePt t="239939" x="2416175" y="4956175"/>
          <p14:tracePt t="239953" x="2403475" y="4943475"/>
          <p14:tracePt t="239962" x="2390775" y="4943475"/>
          <p14:tracePt t="239969" x="2378075" y="4918075"/>
          <p14:tracePt t="239978" x="2352675" y="4918075"/>
          <p14:tracePt t="239994" x="2328863" y="4905375"/>
          <p14:tracePt t="240010" x="2316163" y="4905375"/>
          <p14:tracePt t="240050" x="2303463" y="4905375"/>
          <p14:tracePt t="240066" x="2290763" y="4905375"/>
          <p14:tracePt t="240074" x="2278063" y="4905375"/>
          <p14:tracePt t="240082" x="2265363" y="4905375"/>
          <p14:tracePt t="240089" x="2228850" y="4905375"/>
          <p14:tracePt t="240098" x="2203450" y="4905375"/>
          <p14:tracePt t="240106" x="2178050" y="4905375"/>
          <p14:tracePt t="240114" x="2139950" y="4905375"/>
          <p14:tracePt t="240123" x="2116138" y="4905375"/>
          <p14:tracePt t="240130" x="2103438" y="4905375"/>
          <p14:tracePt t="240154" x="2090738" y="4905375"/>
          <p14:tracePt t="240162" x="2078038" y="4905375"/>
          <p14:tracePt t="240178" x="2065338" y="4918075"/>
          <p14:tracePt t="240185" x="2052638" y="4930775"/>
          <p14:tracePt t="240194" x="2039938" y="4943475"/>
          <p14:tracePt t="240202" x="2027238" y="4956175"/>
          <p14:tracePt t="240210" x="2014538" y="4956175"/>
          <p14:tracePt t="240224" x="2003425" y="4968875"/>
          <p14:tracePt t="240225" x="2003425" y="4981575"/>
          <p14:tracePt t="240234" x="2003425" y="4992688"/>
          <p14:tracePt t="240242" x="1978025" y="5005388"/>
          <p14:tracePt t="240250" x="1978025" y="5018088"/>
          <p14:tracePt t="240266" x="1978025" y="5030788"/>
          <p14:tracePt t="240282" x="1978025" y="5056188"/>
          <p14:tracePt t="240298" x="1978025" y="5081588"/>
          <p14:tracePt t="240314" x="1978025" y="5092700"/>
          <p14:tracePt t="240321" x="1978025" y="5105400"/>
          <p14:tracePt t="240338" x="1978025" y="5118100"/>
          <p14:tracePt t="240346" x="1978025" y="5130800"/>
          <p14:tracePt t="240353" x="1978025" y="5143500"/>
          <p14:tracePt t="240362" x="1978025" y="5156200"/>
          <p14:tracePt t="240369" x="1990725" y="5168900"/>
          <p14:tracePt t="240379" x="1990725" y="5181600"/>
          <p14:tracePt t="240385" x="2003425" y="5205413"/>
          <p14:tracePt t="240402" x="2014538" y="5218113"/>
          <p14:tracePt t="240410" x="2027238" y="5218113"/>
          <p14:tracePt t="240442" x="2052638" y="5218113"/>
          <p14:tracePt t="240450" x="2090738" y="5218113"/>
          <p14:tracePt t="240457" x="2103438" y="5218113"/>
          <p14:tracePt t="240466" x="2139950" y="5218113"/>
          <p14:tracePt t="240474" x="2178050" y="5218113"/>
          <p14:tracePt t="240482" x="2239963" y="5218113"/>
          <p14:tracePt t="240490" x="2303463" y="5218113"/>
          <p14:tracePt t="240498" x="2378075" y="5218113"/>
          <p14:tracePt t="240506" x="2428875" y="5205413"/>
          <p14:tracePt t="240514" x="2528888" y="5143500"/>
          <p14:tracePt t="240521" x="2578100" y="5105400"/>
          <p14:tracePt t="240530" x="2641600" y="5043488"/>
          <p14:tracePt t="240537" x="2690813" y="4968875"/>
          <p14:tracePt t="240545" x="2728913" y="4892675"/>
          <p14:tracePt t="240554" x="2754313" y="4830763"/>
          <p14:tracePt t="240562" x="2778125" y="4768850"/>
          <p14:tracePt t="240569" x="2778125" y="4730750"/>
          <p14:tracePt t="240579" x="2778125" y="4692650"/>
          <p14:tracePt t="240585" x="2778125" y="4679950"/>
          <p14:tracePt t="240594" x="2778125" y="4656138"/>
          <p14:tracePt t="240602" x="2778125" y="4643438"/>
          <p14:tracePt t="240610" x="2767013" y="4605338"/>
          <p14:tracePt t="240617" x="2741613" y="4605338"/>
          <p14:tracePt t="240633" x="2728913" y="4605338"/>
          <p14:tracePt t="240641" x="2716213" y="4605338"/>
          <p14:tracePt t="240650" x="2703513" y="4605338"/>
          <p14:tracePt t="240657" x="2690813" y="4605338"/>
          <p14:tracePt t="240666" x="2678113" y="4605338"/>
          <p14:tracePt t="240674" x="2654300" y="4605338"/>
          <p14:tracePt t="240682" x="2603500" y="4630738"/>
          <p14:tracePt t="240690" x="2554288" y="4692650"/>
          <p14:tracePt t="240698" x="2528888" y="4756150"/>
          <p14:tracePt t="240706" x="2428875" y="4868863"/>
          <p14:tracePt t="240714" x="2403475" y="4918075"/>
          <p14:tracePt t="240721" x="2316163" y="5056188"/>
          <p14:tracePt t="240730" x="2265363" y="5130800"/>
          <p14:tracePt t="240737" x="2228850" y="5205413"/>
          <p14:tracePt t="240746" x="2228850" y="5268913"/>
          <p14:tracePt t="240753" x="2228850" y="5281613"/>
          <p14:tracePt t="240779" x="2228850" y="5294313"/>
          <p14:tracePt t="240785" x="2290763" y="5318125"/>
          <p14:tracePt t="240794" x="2390775" y="5318125"/>
          <p14:tracePt t="240801" x="2528888" y="5318125"/>
          <p14:tracePt t="240810" x="2678113" y="5318125"/>
          <p14:tracePt t="240817" x="2828925" y="5318125"/>
          <p14:tracePt t="240826" x="2954338" y="5305425"/>
          <p14:tracePt t="240834" x="3067050" y="5268913"/>
          <p14:tracePt t="240842" x="3141663" y="5230813"/>
          <p14:tracePt t="240850" x="3179763" y="5181600"/>
          <p14:tracePt t="240858" x="3205163" y="5168900"/>
          <p14:tracePt t="240865" x="3205163" y="5143500"/>
          <p14:tracePt t="240875" x="3179763" y="5105400"/>
          <p14:tracePt t="240881" x="3128963" y="5043488"/>
          <p14:tracePt t="240889" x="3103563" y="5005388"/>
          <p14:tracePt t="240898" x="3041650" y="4943475"/>
          <p14:tracePt t="240905" x="2967038" y="4868863"/>
          <p14:tracePt t="240914" x="2890838" y="4843463"/>
          <p14:tracePt t="240921" x="2767013" y="4792663"/>
          <p14:tracePt t="240942" x="2528888" y="4756150"/>
          <p14:tracePt t="240946" x="2403475" y="4756150"/>
          <p14:tracePt t="240953" x="2278063" y="4756150"/>
          <p14:tracePt t="240962" x="2152650" y="4756150"/>
          <p14:tracePt t="240969" x="2078038" y="4756150"/>
          <p14:tracePt t="240978" x="2014538" y="4805363"/>
          <p14:tracePt t="240985" x="1990725" y="4830763"/>
          <p14:tracePt t="240994" x="1978025" y="4856163"/>
          <p14:tracePt t="241001" x="1978025" y="4892675"/>
          <p14:tracePt t="241010" x="1978025" y="4918075"/>
          <p14:tracePt t="241017" x="1978025" y="4968875"/>
          <p14:tracePt t="241026" x="2014538" y="5005388"/>
          <p14:tracePt t="241033" x="2065338" y="5056188"/>
          <p14:tracePt t="241042" x="2127250" y="5068888"/>
          <p14:tracePt t="241049" x="2178050" y="5105400"/>
          <p14:tracePt t="241059" x="2252663" y="5105400"/>
          <p14:tracePt t="241066" x="2303463" y="5105400"/>
          <p14:tracePt t="241074" x="2365375" y="5105400"/>
          <p14:tracePt t="241081" x="2428875" y="5105400"/>
          <p14:tracePt t="241089" x="2490788" y="5105400"/>
          <p14:tracePt t="241098" x="2565400" y="5092700"/>
          <p14:tracePt t="241105" x="2654300" y="5030788"/>
          <p14:tracePt t="241114" x="2703513" y="4981575"/>
          <p14:tracePt t="241122" x="2741613" y="4943475"/>
          <p14:tracePt t="241130" x="2754313" y="4868863"/>
          <p14:tracePt t="241137" x="2778125" y="4830763"/>
          <p14:tracePt t="241146" x="2778125" y="4805363"/>
          <p14:tracePt t="241153" x="2778125" y="4768850"/>
          <p14:tracePt t="241162" x="2778125" y="4756150"/>
          <p14:tracePt t="241170" x="2778125" y="4743450"/>
          <p14:tracePt t="241178" x="2778125" y="4718050"/>
          <p14:tracePt t="241194" x="2741613" y="4718050"/>
          <p14:tracePt t="241210" x="2728913" y="4718050"/>
          <p14:tracePt t="241217" x="2716213" y="4718050"/>
          <p14:tracePt t="241226" x="2703513" y="4718050"/>
          <p14:tracePt t="241242" x="2678113" y="4730750"/>
          <p14:tracePt t="241250" x="2667000" y="4730750"/>
          <p14:tracePt t="241257" x="2641600" y="4743450"/>
          <p14:tracePt t="241266" x="2616200" y="4768850"/>
          <p14:tracePt t="241273" x="2590800" y="4792663"/>
          <p14:tracePt t="241282" x="2554288" y="4830763"/>
          <p14:tracePt t="241289" x="2528888" y="4856163"/>
          <p14:tracePt t="241298" x="2516188" y="4879975"/>
          <p14:tracePt t="241305" x="2503488" y="4905375"/>
          <p14:tracePt t="241314" x="2503488" y="4918075"/>
          <p14:tracePt t="241481" x="2516188" y="4918075"/>
          <p14:tracePt t="241738" x="2528888" y="4918075"/>
          <p14:tracePt t="241938" x="2541588" y="4918075"/>
          <p14:tracePt t="242626" x="2490788" y="4843463"/>
          <p14:tracePt t="242634" x="2416175" y="4718050"/>
          <p14:tracePt t="242641" x="2378075" y="4579938"/>
          <p14:tracePt t="242650" x="2378075" y="4443413"/>
          <p14:tracePt t="242658" x="2378075" y="4279900"/>
          <p14:tracePt t="242665" x="2378075" y="4117975"/>
          <p14:tracePt t="242673" x="2352675" y="3967163"/>
          <p14:tracePt t="242682" x="2339975" y="3816350"/>
          <p14:tracePt t="242689" x="2290763" y="3679825"/>
          <p14:tracePt t="242698" x="2278063" y="3567113"/>
          <p14:tracePt t="242706" x="2265363" y="3454400"/>
          <p14:tracePt t="242713" x="2239963" y="3328988"/>
          <p14:tracePt t="242722" x="2228850" y="3228975"/>
          <p14:tracePt t="242730" x="2216150" y="3116263"/>
          <p14:tracePt t="242738" x="2203450" y="3028950"/>
          <p14:tracePt t="242746" x="2178050" y="2941638"/>
          <p14:tracePt t="242753" x="2165350" y="2928938"/>
          <p14:tracePt t="242761" x="2165350" y="2890838"/>
          <p14:tracePt t="242770" x="2152650" y="2890838"/>
          <p14:tracePt t="242802" x="2139950" y="2878138"/>
          <p14:tracePt t="242809" x="2127250" y="2878138"/>
          <p14:tracePt t="242825" x="2103438" y="2878138"/>
          <p14:tracePt t="242834" x="2078038" y="2878138"/>
          <p14:tracePt t="242841" x="2052638" y="2878138"/>
          <p14:tracePt t="242850" x="2014538" y="2878138"/>
          <p14:tracePt t="242857" x="1978025" y="2865438"/>
          <p14:tracePt t="242866" x="1939925" y="2865438"/>
          <p14:tracePt t="242873" x="1890713" y="2828925"/>
          <p14:tracePt t="242882" x="1801813" y="2816225"/>
          <p14:tracePt t="242890" x="1689100" y="2778125"/>
          <p14:tracePt t="242897" x="1589088" y="2752725"/>
          <p14:tracePt t="242906" x="1501775" y="2716213"/>
          <p14:tracePt t="242914" x="1414463" y="2678113"/>
          <p14:tracePt t="242922" x="1339850" y="2627313"/>
          <p14:tracePt t="242931" x="1276350" y="2590800"/>
          <p14:tracePt t="242938" x="1239838" y="2552700"/>
          <p14:tracePt t="242945" x="1201738" y="2503488"/>
          <p14:tracePt t="242954" x="1163638" y="2439988"/>
          <p14:tracePt t="242961" x="1139825" y="2403475"/>
          <p14:tracePt t="242970" x="1101725" y="2339975"/>
          <p14:tracePt t="242978" x="1038225" y="2278063"/>
          <p14:tracePt t="242986" x="1014413" y="2252663"/>
          <p14:tracePt t="242994" x="950913" y="2214563"/>
          <p14:tracePt t="243002" x="914400" y="2190750"/>
          <p14:tracePt t="243010" x="863600" y="2165350"/>
          <p14:tracePt t="243018" x="825500" y="2139950"/>
          <p14:tracePt t="243026" x="788988" y="2127250"/>
          <p14:tracePt t="243034" x="776288" y="2114550"/>
          <p14:tracePt t="243041" x="750888" y="2089150"/>
          <p14:tracePt t="243049" x="738188" y="2089150"/>
          <p14:tracePt t="243065" x="725488" y="2078038"/>
          <p14:tracePt t="243074" x="701675" y="2078038"/>
          <p14:tracePt t="243106" x="688975" y="2078038"/>
          <p14:tracePt t="243122" x="676275" y="2078038"/>
          <p14:tracePt t="243138" x="663575" y="2078038"/>
          <p14:tracePt t="243154" x="650875" y="2078038"/>
          <p14:tracePt t="243161" x="625475" y="2065338"/>
          <p14:tracePt t="243170" x="612775" y="2052638"/>
          <p14:tracePt t="243187" x="588963" y="2052638"/>
          <p14:tracePt t="243194" x="576263" y="2052638"/>
          <p14:tracePt t="243266" x="550863" y="2052638"/>
          <p14:tracePt t="243306" x="538163" y="2052638"/>
          <p14:tracePt t="243857" x="550863" y="2052638"/>
          <p14:tracePt t="243874" x="576263" y="2052638"/>
          <p14:tracePt t="243882" x="588963" y="2052638"/>
          <p14:tracePt t="243897" x="612775" y="2052638"/>
          <p14:tracePt t="243913" x="625475" y="2052638"/>
          <p14:tracePt t="243934" x="676275" y="2039938"/>
          <p14:tracePt t="243938" x="712788" y="2039938"/>
          <p14:tracePt t="243945" x="763588" y="2039938"/>
          <p14:tracePt t="243954" x="801688" y="2039938"/>
          <p14:tracePt t="243961" x="850900" y="2027238"/>
          <p14:tracePt t="243970" x="889000" y="2001838"/>
          <p14:tracePt t="243977" x="901700" y="2001838"/>
          <p14:tracePt t="243985" x="925513" y="2001838"/>
          <p14:tracePt t="243993" x="950913" y="2001838"/>
          <p14:tracePt t="244002" x="976313" y="2001838"/>
          <p14:tracePt t="244009" x="989013" y="2001838"/>
          <p14:tracePt t="244018" x="1014413" y="2001838"/>
          <p14:tracePt t="244026" x="1038225" y="1989138"/>
          <p14:tracePt t="244034" x="1089025" y="1989138"/>
          <p14:tracePt t="244041" x="1127125" y="1989138"/>
          <p14:tracePt t="244050" x="1163638" y="1989138"/>
          <p14:tracePt t="244057" x="1189038" y="1989138"/>
          <p14:tracePt t="244066" x="1239838" y="1989138"/>
          <p14:tracePt t="244073" x="1276350" y="1989138"/>
          <p14:tracePt t="244081" x="1301750" y="1989138"/>
          <p14:tracePt t="244089" x="1314450" y="1978025"/>
          <p14:tracePt t="244098" x="1327150" y="1978025"/>
          <p14:tracePt t="244106" x="1352550" y="1978025"/>
          <p14:tracePt t="244113" x="1363663" y="1978025"/>
          <p14:tracePt t="244122" x="1389063" y="1965325"/>
          <p14:tracePt t="244129" x="1414463" y="1965325"/>
          <p14:tracePt t="244138" x="1427163" y="1965325"/>
          <p14:tracePt t="244145" x="1452563" y="1952625"/>
          <p14:tracePt t="244161" x="1489075" y="1952625"/>
          <p14:tracePt t="244169" x="1501775" y="1952625"/>
          <p14:tracePt t="244177" x="1527175" y="1952625"/>
          <p14:tracePt t="244186" x="1539875" y="1952625"/>
          <p14:tracePt t="244193" x="1552575" y="1952625"/>
          <p14:tracePt t="244201" x="1565275" y="1952625"/>
          <p14:tracePt t="244218" x="1577975" y="1952625"/>
          <p14:tracePt t="244225" x="1601788" y="1952625"/>
          <p14:tracePt t="244241" x="1614488" y="1952625"/>
          <p14:tracePt t="244250" x="1627188" y="1952625"/>
          <p14:tracePt t="244257" x="1639888" y="1952625"/>
          <p14:tracePt t="244265" x="1677988" y="1952625"/>
          <p14:tracePt t="244281" x="1689100" y="1952625"/>
          <p14:tracePt t="244290" x="1714500" y="1952625"/>
          <p14:tracePt t="244297" x="1727200" y="1952625"/>
          <p14:tracePt t="244306" x="1752600" y="1952625"/>
          <p14:tracePt t="244313" x="1765300" y="1952625"/>
          <p14:tracePt t="244329" x="1790700" y="1952625"/>
          <p14:tracePt t="244338" x="1801813" y="1952625"/>
          <p14:tracePt t="244345" x="1814513" y="1952625"/>
          <p14:tracePt t="244354" x="1827213" y="1952625"/>
          <p14:tracePt t="244361" x="1839913" y="1952625"/>
          <p14:tracePt t="244386" x="1865313" y="1952625"/>
          <p14:tracePt t="244394" x="1878013" y="1952625"/>
          <p14:tracePt t="244418" x="1890713" y="1952625"/>
          <p14:tracePt t="244449" x="1903413" y="1952625"/>
          <p14:tracePt t="244457" x="1914525" y="1952625"/>
          <p14:tracePt t="244481" x="1939925" y="1952625"/>
          <p14:tracePt t="244490" x="1952625" y="1952625"/>
          <p14:tracePt t="244513" x="1965325" y="1952625"/>
          <p14:tracePt t="244530" x="1978025" y="1952625"/>
          <p14:tracePt t="244545" x="1990725" y="1952625"/>
          <p14:tracePt t="244561" x="2003425" y="1952625"/>
          <p14:tracePt t="244569" x="2014538" y="1952625"/>
          <p14:tracePt t="244577" x="2027238" y="1952625"/>
          <p14:tracePt t="244594" x="2039938" y="1952625"/>
          <p14:tracePt t="244602" x="2052638" y="1952625"/>
          <p14:tracePt t="244619" x="2065338" y="1952625"/>
          <p14:tracePt t="244625" x="2078038" y="1952625"/>
          <p14:tracePt t="244642" x="2090738" y="1952625"/>
          <p14:tracePt t="244649" x="2103438" y="1952625"/>
          <p14:tracePt t="244674" x="2116138" y="1952625"/>
          <p14:tracePt t="244706" x="2127250" y="1952625"/>
          <p14:tracePt t="244762" x="2139950" y="1952625"/>
          <p14:tracePt t="244938" x="2165350" y="1952625"/>
          <p14:tracePt t="244945" x="2178050" y="1952625"/>
          <p14:tracePt t="244953" x="2216150" y="1952625"/>
          <p14:tracePt t="244961" x="2265363" y="1952625"/>
          <p14:tracePt t="244970" x="2378075" y="2001838"/>
          <p14:tracePt t="244977" x="2565400" y="2114550"/>
          <p14:tracePt t="244986" x="2816225" y="2239963"/>
          <p14:tracePt t="244993" x="3116263" y="2427288"/>
          <p14:tracePt t="245003" x="3341688" y="2503488"/>
          <p14:tracePt t="245010" x="3592513" y="2616200"/>
          <p14:tracePt t="245018" x="3743325" y="2690813"/>
          <p14:tracePt t="245026" x="3867150" y="2740025"/>
          <p14:tracePt t="245033" x="3968750" y="2778125"/>
          <p14:tracePt t="245041" x="4005263" y="2790825"/>
          <p14:tracePt t="245049" x="4043363" y="2790825"/>
          <p14:tracePt t="245065" x="4068763" y="2790825"/>
          <p14:tracePt t="245074" x="4081463" y="2790825"/>
          <p14:tracePt t="245146" x="3992563" y="2803525"/>
          <p14:tracePt t="245154" x="3917950" y="2803525"/>
          <p14:tracePt t="245161" x="3830638" y="2803525"/>
          <p14:tracePt t="245170" x="3705225" y="2778125"/>
          <p14:tracePt t="245177" x="3592513" y="2740025"/>
          <p14:tracePt t="245187" x="3429000" y="2690813"/>
          <p14:tracePt t="245194" x="3292475" y="2652713"/>
          <p14:tracePt t="245201" x="3179763" y="2616200"/>
          <p14:tracePt t="245210" x="3092450" y="2603500"/>
          <p14:tracePt t="245217" x="3054350" y="2590800"/>
          <p14:tracePt t="245225" x="3041650" y="2590800"/>
          <p14:tracePt t="245233" x="3016250" y="2590800"/>
          <p14:tracePt t="245242" x="3003550" y="2590800"/>
          <p14:tracePt t="245258" x="2992438" y="2590800"/>
          <p14:tracePt t="245274" x="2979738" y="2590800"/>
          <p14:tracePt t="245306" x="2967038" y="2590800"/>
          <p14:tracePt t="245313" x="2941638" y="2590800"/>
          <p14:tracePt t="245321" x="2903538" y="2590800"/>
          <p14:tracePt t="245329" x="2854325" y="2590800"/>
          <p14:tracePt t="245338" x="2803525" y="2590800"/>
          <p14:tracePt t="245345" x="2716213" y="2578100"/>
          <p14:tracePt t="245354" x="2667000" y="2565400"/>
          <p14:tracePt t="245361" x="2616200" y="2565400"/>
          <p14:tracePt t="245370" x="2541588" y="2565400"/>
          <p14:tracePt t="245377" x="2516188" y="2565400"/>
          <p14:tracePt t="245385" x="2490788" y="2552700"/>
          <p14:tracePt t="245393" x="2478088" y="2552700"/>
          <p14:tracePt t="245474" x="2516188" y="2540000"/>
          <p14:tracePt t="245482" x="2528888" y="2527300"/>
          <p14:tracePt t="245490" x="2554288" y="2527300"/>
          <p14:tracePt t="245498" x="2590800" y="2527300"/>
          <p14:tracePt t="245505" x="2667000" y="2527300"/>
          <p14:tracePt t="245513" x="2728913" y="2527300"/>
          <p14:tracePt t="245522" x="2841625" y="2527300"/>
          <p14:tracePt t="245529" x="2967038" y="2527300"/>
          <p14:tracePt t="245537" x="3092450" y="2527300"/>
          <p14:tracePt t="245545" x="3216275" y="2527300"/>
          <p14:tracePt t="245554" x="3279775" y="2527300"/>
          <p14:tracePt t="245561" x="3341688" y="2503488"/>
          <p14:tracePt t="245569" x="3367088" y="2478088"/>
          <p14:tracePt t="245578" x="3379788" y="2478088"/>
          <p14:tracePt t="245794" x="3392488" y="2478088"/>
          <p14:tracePt t="245810" x="3405188" y="2478088"/>
          <p14:tracePt t="245817" x="3417888" y="2478088"/>
          <p14:tracePt t="245826" x="3429000" y="2478088"/>
          <p14:tracePt t="245841" x="3441700" y="2478088"/>
          <p14:tracePt t="245849" x="3454400" y="2478088"/>
          <p14:tracePt t="245857" x="3454400" y="2465388"/>
          <p14:tracePt t="245865" x="3467100" y="2465388"/>
          <p14:tracePt t="245882" x="3479800" y="2465388"/>
          <p14:tracePt t="245897" x="3505200" y="2465388"/>
          <p14:tracePt t="245922" x="3517900" y="2465388"/>
          <p14:tracePt t="245939" x="3541713" y="2452688"/>
          <p14:tracePt t="245953" x="3554413" y="2452688"/>
          <p14:tracePt t="245961" x="3567113" y="2452688"/>
          <p14:tracePt t="245969" x="3579813" y="2452688"/>
          <p14:tracePt t="245985" x="3592513" y="2452688"/>
          <p14:tracePt t="245994" x="3592513" y="2439988"/>
          <p14:tracePt t="246009" x="3605213" y="2439988"/>
          <p14:tracePt t="246090" x="3617913" y="2439988"/>
          <p14:tracePt t="246106" x="3617913" y="2427288"/>
          <p14:tracePt t="246113" x="3605213" y="2427288"/>
          <p14:tracePt t="246210" x="3592513" y="2427288"/>
          <p14:tracePt t="246217" x="3554413" y="2427288"/>
          <p14:tracePt t="246226" x="3517900" y="2427288"/>
          <p14:tracePt t="246233" x="3467100" y="2427288"/>
          <p14:tracePt t="246241" x="3405188" y="2427288"/>
          <p14:tracePt t="246249" x="3279775" y="2427288"/>
          <p14:tracePt t="246258" x="3141663" y="2427288"/>
          <p14:tracePt t="246266" x="2954338" y="2427288"/>
          <p14:tracePt t="246274" x="2778125" y="2427288"/>
          <p14:tracePt t="246281" x="2516188" y="2427288"/>
          <p14:tracePt t="246290" x="2339975" y="2427288"/>
          <p14:tracePt t="246298" x="2139950" y="2427288"/>
          <p14:tracePt t="246307" x="1952625" y="2427288"/>
          <p14:tracePt t="246314" x="1852613" y="2427288"/>
          <p14:tracePt t="246321" x="1752600" y="2427288"/>
          <p14:tracePt t="246329" x="1689100" y="2452688"/>
          <p14:tracePt t="246345" x="1665288" y="2465388"/>
          <p14:tracePt t="246362" x="1652588" y="2478088"/>
          <p14:tracePt t="246369" x="1639888" y="2490788"/>
          <p14:tracePt t="246385" x="1601788" y="2503488"/>
          <p14:tracePt t="246394" x="1565275" y="2503488"/>
          <p14:tracePt t="246401" x="1489075" y="2516188"/>
          <p14:tracePt t="246409" x="1389063" y="2540000"/>
          <p14:tracePt t="246417" x="1339850" y="2552700"/>
          <p14:tracePt t="246425" x="1263650" y="2552700"/>
          <p14:tracePt t="246433" x="1214438" y="2565400"/>
          <p14:tracePt t="246442" x="1176338" y="2578100"/>
          <p14:tracePt t="246449" x="1163638" y="2578100"/>
          <p14:tracePt t="246458" x="1127125" y="2578100"/>
          <p14:tracePt t="246465" x="1089025" y="2590800"/>
          <p14:tracePt t="246473" x="1076325" y="2590800"/>
          <p14:tracePt t="246481" x="1038225" y="2603500"/>
          <p14:tracePt t="246490" x="1014413" y="2616200"/>
          <p14:tracePt t="246498" x="976313" y="2616200"/>
          <p14:tracePt t="246506" x="950913" y="2616200"/>
          <p14:tracePt t="246514" x="925513" y="2627313"/>
          <p14:tracePt t="246521" x="901700" y="2627313"/>
          <p14:tracePt t="246537" x="889000" y="2627313"/>
          <p14:tracePt t="246579" x="876300" y="2627313"/>
          <p14:tracePt t="246601" x="863600" y="2627313"/>
          <p14:tracePt t="247370" x="876300" y="2627313"/>
          <p14:tracePt t="247385" x="889000" y="2627313"/>
          <p14:tracePt t="247401" x="901700" y="2627313"/>
          <p14:tracePt t="247410" x="914400" y="2627313"/>
          <p14:tracePt t="247417" x="925513" y="2627313"/>
          <p14:tracePt t="247426" x="938213" y="2627313"/>
          <p14:tracePt t="247433" x="976313" y="2627313"/>
          <p14:tracePt t="247441" x="1001713" y="2627313"/>
          <p14:tracePt t="247449" x="1076325" y="2603500"/>
          <p14:tracePt t="247457" x="1252538" y="2590800"/>
          <p14:tracePt t="247465" x="1465263" y="2552700"/>
          <p14:tracePt t="247473" x="1865313" y="2452688"/>
          <p14:tracePt t="247482" x="2378075" y="2290763"/>
          <p14:tracePt t="247489" x="2916238" y="2152650"/>
          <p14:tracePt t="247498" x="3517900" y="2001838"/>
          <p14:tracePt t="247505" x="3992563" y="1865313"/>
          <p14:tracePt t="247513" x="4481513" y="1701800"/>
          <p14:tracePt t="247521" x="4832350" y="1663700"/>
          <p14:tracePt t="247529" x="5006975" y="1614488"/>
          <p14:tracePt t="247537" x="5094288" y="1601788"/>
          <p14:tracePt t="247545" x="5106988" y="1589088"/>
          <p14:tracePt t="247658" x="5057775" y="1589088"/>
          <p14:tracePt t="247665" x="5019675" y="1614488"/>
          <p14:tracePt t="247673" x="4994275" y="1627188"/>
          <p14:tracePt t="247682" x="4981575" y="1652588"/>
          <p14:tracePt t="247689" x="4981575" y="1663700"/>
          <p14:tracePt t="247698" x="4981575" y="1701800"/>
          <p14:tracePt t="247706" x="4981575" y="1714500"/>
          <p14:tracePt t="247713" x="4981575" y="1727200"/>
          <p14:tracePt t="247721" x="4981575" y="1752600"/>
          <p14:tracePt t="247729" x="4994275" y="1752600"/>
          <p14:tracePt t="247737" x="5006975" y="1752600"/>
          <p14:tracePt t="247794" x="4919663" y="1789113"/>
          <p14:tracePt t="247802" x="4819650" y="1801813"/>
          <p14:tracePt t="247811" x="4768850" y="1827213"/>
          <p14:tracePt t="247818" x="4681538" y="1865313"/>
          <p14:tracePt t="247825" x="4630738" y="1876425"/>
          <p14:tracePt t="247833" x="4606925" y="1876425"/>
          <p14:tracePt t="247841" x="4594225" y="1901825"/>
          <p14:tracePt t="247882" x="4581525" y="1901825"/>
          <p14:tracePt t="247897" x="4568825" y="1901825"/>
          <p14:tracePt t="247914" x="4556125" y="1914525"/>
          <p14:tracePt t="247929" x="4543425" y="1914525"/>
          <p14:tracePt t="247945" x="4518025" y="1939925"/>
          <p14:tracePt t="247978" x="4494213" y="1952625"/>
          <p14:tracePt t="247986" x="4481513" y="1952625"/>
          <p14:tracePt t="247994" x="4468813" y="1965325"/>
          <p14:tracePt t="248002" x="4456113" y="1965325"/>
          <p14:tracePt t="248010" x="4430713" y="1965325"/>
          <p14:tracePt t="248018" x="4430713" y="1978025"/>
          <p14:tracePt t="248025" x="4418013" y="1989138"/>
          <p14:tracePt t="248033" x="4406900" y="1989138"/>
          <p14:tracePt t="248050" x="4394200" y="1989138"/>
          <p14:tracePt t="248201" x="4381500" y="2001838"/>
          <p14:tracePt t="248209" x="4381500" y="2014538"/>
          <p14:tracePt t="248218" x="4356100" y="2027238"/>
          <p14:tracePt t="248225" x="4343400" y="2027238"/>
          <p14:tracePt t="248234" x="4318000" y="2039938"/>
          <p14:tracePt t="248241" x="4305300" y="2039938"/>
          <p14:tracePt t="248258" x="4294188" y="2052638"/>
          <p14:tracePt t="248266" x="4281488" y="2052638"/>
          <p14:tracePt t="248450" x="4305300" y="2052638"/>
          <p14:tracePt t="248505" x="4318000" y="2052638"/>
          <p14:tracePt t="248521" x="4330700" y="2052638"/>
          <p14:tracePt t="248553" x="4343400" y="2052638"/>
          <p14:tracePt t="248602" x="4368800" y="2052638"/>
          <p14:tracePt t="248618" x="4381500" y="2052638"/>
          <p14:tracePt t="248634" x="4394200" y="2039938"/>
          <p14:tracePt t="248666" x="4406900" y="2039938"/>
          <p14:tracePt t="248673" x="4468813" y="2039938"/>
          <p14:tracePt t="248682" x="4481513" y="2039938"/>
          <p14:tracePt t="248690" x="4530725" y="2039938"/>
          <p14:tracePt t="248698" x="4568825" y="2039938"/>
          <p14:tracePt t="248706" x="4643438" y="2039938"/>
          <p14:tracePt t="248713" x="4668838" y="2039938"/>
          <p14:tracePt t="248721" x="4719638" y="2039938"/>
          <p14:tracePt t="248730" x="4743450" y="2039938"/>
          <p14:tracePt t="248738" x="4768850" y="2039938"/>
          <p14:tracePt t="248754" x="4781550" y="2039938"/>
          <p14:tracePt t="248761" x="4806950" y="2039938"/>
          <p14:tracePt t="248777" x="4832350" y="2039938"/>
          <p14:tracePt t="248786" x="4843463" y="2039938"/>
          <p14:tracePt t="248793" x="4881563" y="2039938"/>
          <p14:tracePt t="248802" x="4894263" y="2039938"/>
          <p14:tracePt t="248810" x="4919663" y="2039938"/>
          <p14:tracePt t="248818" x="4932363" y="2039938"/>
          <p14:tracePt t="248825" x="4968875" y="2065338"/>
          <p14:tracePt t="248834" x="5006975" y="2065338"/>
          <p14:tracePt t="248841" x="5045075" y="2065338"/>
          <p14:tracePt t="248849" x="5068888" y="2065338"/>
          <p14:tracePt t="248857" x="5094288" y="2065338"/>
          <p14:tracePt t="248865" x="5119688" y="2065338"/>
          <p14:tracePt t="248873" x="5157788" y="2065338"/>
          <p14:tracePt t="248881" x="5170488" y="2065338"/>
          <p14:tracePt t="248889" x="5207000" y="2052638"/>
          <p14:tracePt t="248897" x="5270500" y="2052638"/>
          <p14:tracePt t="248905" x="5307013" y="2027238"/>
          <p14:tracePt t="248914" x="5357813" y="2027238"/>
          <p14:tracePt t="248921" x="5419725" y="2001838"/>
          <p14:tracePt t="248931" x="5457825" y="1989138"/>
          <p14:tracePt t="248948" x="5532438" y="1965325"/>
          <p14:tracePt t="248953" x="5570538" y="1965325"/>
          <p14:tracePt t="248961" x="5619750" y="1965325"/>
          <p14:tracePt t="248969" x="5657850" y="1952625"/>
          <p14:tracePt t="248977" x="5695950" y="1952625"/>
          <p14:tracePt t="248986" x="5719763" y="1952625"/>
          <p14:tracePt t="249025" x="5732463" y="1939925"/>
          <p14:tracePt t="249073" x="5745163" y="1939925"/>
          <p14:tracePt t="249081" x="5757863" y="1927225"/>
          <p14:tracePt t="249162" x="5770563" y="1914525"/>
          <p14:tracePt t="249169" x="5783263" y="1914525"/>
          <p14:tracePt t="249177" x="5795963" y="1914525"/>
          <p14:tracePt t="249201" x="5808663" y="1914525"/>
          <p14:tracePt t="249242" x="5821363" y="1914525"/>
          <p14:tracePt t="249506" x="5832475" y="1914525"/>
          <p14:tracePt t="249513" x="5845175" y="1914525"/>
          <p14:tracePt t="249673" x="5857875" y="1914525"/>
          <p14:tracePt t="249713" x="5870575" y="1901825"/>
          <p14:tracePt t="249762" x="5883275" y="1901825"/>
          <p14:tracePt t="249802" x="5895975" y="1901825"/>
          <p14:tracePt t="249809" x="5908675" y="1901825"/>
          <p14:tracePt t="249817" x="5932488" y="1901825"/>
          <p14:tracePt t="249825" x="5945188" y="1914525"/>
          <p14:tracePt t="249834" x="5957888" y="1927225"/>
          <p14:tracePt t="249841" x="5970588" y="1939925"/>
          <p14:tracePt t="249850" x="5983288" y="1939925"/>
          <p14:tracePt t="249857" x="5983288" y="1952625"/>
          <p14:tracePt t="249866" x="6008688" y="1978025"/>
          <p14:tracePt t="249873" x="6008688" y="1989138"/>
          <p14:tracePt t="249881" x="6021388" y="2014538"/>
          <p14:tracePt t="249889" x="6021388" y="2052638"/>
          <p14:tracePt t="249897" x="6021388" y="2101850"/>
          <p14:tracePt t="249906" x="6021388" y="2152650"/>
          <p14:tracePt t="249913" x="6021388" y="2227263"/>
          <p14:tracePt t="249922" x="6021388" y="2327275"/>
          <p14:tracePt t="249929" x="6021388" y="2403475"/>
          <p14:tracePt t="249938" x="6021388" y="2490788"/>
          <p14:tracePt t="249945" x="6021388" y="2565400"/>
          <p14:tracePt t="249954" x="6021388" y="2627313"/>
          <p14:tracePt t="249961" x="6021388" y="2678113"/>
          <p14:tracePt t="249970" x="6034088" y="2740025"/>
          <p14:tracePt t="249977" x="6045200" y="2740025"/>
          <p14:tracePt t="249994" x="6057900" y="2752725"/>
          <p14:tracePt t="250010" x="6057900" y="2765425"/>
          <p14:tracePt t="250025" x="6083300" y="2765425"/>
          <p14:tracePt t="250033" x="6108700" y="2765425"/>
          <p14:tracePt t="250041" x="6146800" y="2765425"/>
          <p14:tracePt t="250050" x="6196013" y="2765425"/>
          <p14:tracePt t="250057" x="6259513" y="2765425"/>
          <p14:tracePt t="250066" x="6321425" y="2765425"/>
          <p14:tracePt t="250073" x="6408738" y="2765425"/>
          <p14:tracePt t="250081" x="6446838" y="2765425"/>
          <p14:tracePt t="250089" x="6472238" y="2765425"/>
          <p14:tracePt t="250097" x="6483350" y="2765425"/>
          <p14:tracePt t="250161" x="6483350" y="2740025"/>
          <p14:tracePt t="250170" x="6483350" y="2703513"/>
          <p14:tracePt t="250177" x="6483350" y="2678113"/>
          <p14:tracePt t="250185" x="6483350" y="2640013"/>
          <p14:tracePt t="250201" x="6483350" y="2616200"/>
          <p14:tracePt t="250210" x="6483350" y="2603500"/>
          <p14:tracePt t="250225" x="6483350" y="2578100"/>
          <p14:tracePt t="250234" x="6483350" y="2565400"/>
          <p14:tracePt t="250250" x="6483350" y="2552700"/>
          <p14:tracePt t="250266" x="6483350" y="2540000"/>
          <p14:tracePt t="250329" x="6483350" y="2527300"/>
          <p14:tracePt t="250345" x="6472238" y="2516188"/>
          <p14:tracePt t="250361" x="6459538" y="2516188"/>
          <p14:tracePt t="250377" x="6446838" y="2516188"/>
          <p14:tracePt t="250385" x="6434138" y="2516188"/>
          <p14:tracePt t="250394" x="6421438" y="2503488"/>
          <p14:tracePt t="250401" x="6396038" y="2503488"/>
          <p14:tracePt t="250409" x="6359525" y="2490788"/>
          <p14:tracePt t="250418" x="6321425" y="2478088"/>
          <p14:tracePt t="250425" x="6296025" y="2478088"/>
          <p14:tracePt t="250435" x="6259513" y="2465388"/>
          <p14:tracePt t="250442" x="6246813" y="2465388"/>
          <p14:tracePt t="250449" x="6221413" y="2465388"/>
          <p14:tracePt t="250458" x="6208713" y="2465388"/>
          <p14:tracePt t="250523" x="6196013" y="2478088"/>
          <p14:tracePt t="250529" x="6196013" y="2527300"/>
          <p14:tracePt t="250537" x="6196013" y="2552700"/>
          <p14:tracePt t="250545" x="6196013" y="2603500"/>
          <p14:tracePt t="250553" x="6221413" y="2616200"/>
          <p14:tracePt t="250561" x="6221413" y="2627313"/>
          <p14:tracePt t="250569" x="6259513" y="2627313"/>
          <p14:tracePt t="250577" x="6296025" y="2640013"/>
          <p14:tracePt t="250586" x="6346825" y="2640013"/>
          <p14:tracePt t="250593" x="6421438" y="2640013"/>
          <p14:tracePt t="250602" x="6521450" y="2640013"/>
          <p14:tracePt t="250609" x="6621463" y="2640013"/>
          <p14:tracePt t="250619" x="6734175" y="2640013"/>
          <p14:tracePt t="250626" x="6859588" y="2590800"/>
          <p14:tracePt t="250634" x="6972300" y="2516188"/>
          <p14:tracePt t="250641" x="7059613" y="2465388"/>
          <p14:tracePt t="250649" x="7085013" y="2439988"/>
          <p14:tracePt t="250657" x="7110413" y="2414588"/>
          <p14:tracePt t="250665" x="7110413" y="2378075"/>
          <p14:tracePt t="250673" x="7085013" y="2352675"/>
          <p14:tracePt t="250681" x="7059613" y="2339975"/>
          <p14:tracePt t="250691" x="7021513" y="2314575"/>
          <p14:tracePt t="250698" x="6985000" y="2303463"/>
          <p14:tracePt t="250706" x="6910388" y="2278063"/>
          <p14:tracePt t="250713" x="6834188" y="2252663"/>
          <p14:tracePt t="250721" x="6772275" y="2252663"/>
          <p14:tracePt t="250729" x="6646863" y="2239963"/>
          <p14:tracePt t="250737" x="6534150" y="2239963"/>
          <p14:tracePt t="250745" x="6421438" y="2239963"/>
          <p14:tracePt t="250753" x="6283325" y="2239963"/>
          <p14:tracePt t="250761" x="6134100" y="2239963"/>
          <p14:tracePt t="250770" x="5970588" y="2239963"/>
          <p14:tracePt t="250777" x="5783263" y="2278063"/>
          <p14:tracePt t="250786" x="5632450" y="2290763"/>
          <p14:tracePt t="250793" x="5495925" y="2327275"/>
          <p14:tracePt t="250802" x="5432425" y="2352675"/>
          <p14:tracePt t="250809" x="5394325" y="2378075"/>
          <p14:tracePt t="250818" x="5383213" y="2378075"/>
          <p14:tracePt t="250833" x="5383213" y="2390775"/>
          <p14:tracePt t="250841" x="5383213" y="2403475"/>
          <p14:tracePt t="250849" x="5383213" y="2427288"/>
          <p14:tracePt t="250857" x="5394325" y="2439988"/>
          <p14:tracePt t="250865" x="5394325" y="2452688"/>
          <p14:tracePt t="250882" x="5394325" y="2465388"/>
          <p14:tracePt t="250891" x="5394325" y="2478088"/>
          <p14:tracePt t="250905" x="5394325" y="2490788"/>
          <p14:tracePt t="251010" x="5394325" y="2503488"/>
          <p14:tracePt t="251017" x="5407025" y="2516188"/>
          <p14:tracePt t="251025" x="5445125" y="2516188"/>
          <p14:tracePt t="251033" x="5483225" y="2516188"/>
          <p14:tracePt t="251041" x="5532438" y="2516188"/>
          <p14:tracePt t="251049" x="5607050" y="2516188"/>
          <p14:tracePt t="251058" x="5695950" y="2516188"/>
          <p14:tracePt t="251065" x="5745163" y="2516188"/>
          <p14:tracePt t="251074" x="5808663" y="2503488"/>
          <p14:tracePt t="251081" x="5857875" y="2503488"/>
          <p14:tracePt t="251091" x="5870575" y="2490788"/>
          <p14:tracePt t="251097" x="5870575" y="2478088"/>
          <p14:tracePt t="251129" x="5870575" y="2465388"/>
          <p14:tracePt t="251137" x="5857875" y="2452688"/>
          <p14:tracePt t="251145" x="5821363" y="2439988"/>
          <p14:tracePt t="251153" x="5770563" y="2414588"/>
          <p14:tracePt t="251161" x="5695950" y="2414588"/>
          <p14:tracePt t="251170" x="5619750" y="2414588"/>
          <p14:tracePt t="251177" x="5545138" y="2414588"/>
          <p14:tracePt t="251187" x="5457825" y="2414588"/>
          <p14:tracePt t="251193" x="5357813" y="2414588"/>
          <p14:tracePt t="251201" x="5257800" y="2414588"/>
          <p14:tracePt t="251210" x="5145088" y="2414588"/>
          <p14:tracePt t="251217" x="5057775" y="2414588"/>
          <p14:tracePt t="251225" x="5019675" y="2439988"/>
          <p14:tracePt t="251233" x="4994275" y="2465388"/>
          <p14:tracePt t="251242" x="4968875" y="2490788"/>
          <p14:tracePt t="251249" x="4968875" y="2503488"/>
          <p14:tracePt t="251258" x="4968875" y="2540000"/>
          <p14:tracePt t="251265" x="4968875" y="2552700"/>
          <p14:tracePt t="251274" x="4968875" y="2578100"/>
          <p14:tracePt t="251281" x="4968875" y="2603500"/>
          <p14:tracePt t="251290" x="4981575" y="2616200"/>
          <p14:tracePt t="251297" x="4994275" y="2627313"/>
          <p14:tracePt t="251306" x="5019675" y="2678113"/>
          <p14:tracePt t="251313" x="5032375" y="2690813"/>
          <p14:tracePt t="251321" x="5045075" y="2703513"/>
          <p14:tracePt t="251329" x="5068888" y="2703513"/>
          <p14:tracePt t="251337" x="5119688" y="2716213"/>
          <p14:tracePt t="251345" x="5145088" y="2728913"/>
          <p14:tracePt t="251354" x="5170488" y="2728913"/>
          <p14:tracePt t="251361" x="5194300" y="2728913"/>
          <p14:tracePt t="251370" x="5219700" y="2728913"/>
          <p14:tracePt t="251377" x="5245100" y="2728913"/>
          <p14:tracePt t="251385" x="5257800" y="2728913"/>
          <p14:tracePt t="251393" x="5281613" y="2728913"/>
          <p14:tracePt t="251401" x="5294313" y="2728913"/>
          <p14:tracePt t="251410" x="5307013" y="2728913"/>
          <p14:tracePt t="251417" x="5319713" y="2728913"/>
          <p14:tracePt t="251433" x="5332413" y="2716213"/>
          <p14:tracePt t="251538" x="5357813" y="2716213"/>
          <p14:tracePt t="251649" x="5383213" y="2703513"/>
          <p14:tracePt t="252185" x="5394325" y="2703513"/>
          <p14:tracePt t="252233" x="5407025" y="2703513"/>
          <p14:tracePt t="252257" x="5432425" y="2703513"/>
          <p14:tracePt t="252265" x="5445125" y="2690813"/>
          <p14:tracePt t="252273" x="5495925" y="2690813"/>
          <p14:tracePt t="252281" x="5607050" y="2678113"/>
          <p14:tracePt t="252290" x="5783263" y="2665413"/>
          <p14:tracePt t="252297" x="6070600" y="2603500"/>
          <p14:tracePt t="252307" x="6359525" y="2578100"/>
          <p14:tracePt t="252313" x="6646863" y="2527300"/>
          <p14:tracePt t="252321" x="6934200" y="2490788"/>
          <p14:tracePt t="252329" x="7197725" y="2452688"/>
          <p14:tracePt t="252337" x="7410450" y="2439988"/>
          <p14:tracePt t="252345" x="7548563" y="2427288"/>
          <p14:tracePt t="252353" x="7661275" y="2414588"/>
          <p14:tracePt t="252361" x="7748588" y="2414588"/>
          <p14:tracePt t="252369" x="7785100" y="2414588"/>
          <p14:tracePt t="252378" x="7835900" y="2414588"/>
          <p14:tracePt t="252385" x="7874000" y="2414588"/>
          <p14:tracePt t="252395" x="7923213" y="2414588"/>
          <p14:tracePt t="252401" x="7974013" y="2414588"/>
          <p14:tracePt t="252409" x="8061325" y="2414588"/>
          <p14:tracePt t="252417" x="8148638" y="2414588"/>
          <p14:tracePt t="252425" x="8248650" y="2414588"/>
          <p14:tracePt t="252433" x="8348663" y="2414588"/>
          <p14:tracePt t="252441" x="8412163" y="2414588"/>
          <p14:tracePt t="252449" x="8486775" y="2414588"/>
          <p14:tracePt t="252457" x="8524875" y="2414588"/>
          <p14:tracePt t="252465" x="8561388" y="2390775"/>
          <p14:tracePt t="252474" x="8574088" y="2378075"/>
          <p14:tracePt t="252481" x="8612188" y="2378075"/>
          <p14:tracePt t="252497" x="8637588" y="2365375"/>
          <p14:tracePt t="252506" x="8661400" y="2365375"/>
          <p14:tracePt t="252514" x="8699500" y="2339975"/>
          <p14:tracePt t="252521" x="8750300" y="2327275"/>
          <p14:tracePt t="252529" x="8824913" y="2327275"/>
          <p14:tracePt t="252537" x="8899525" y="2327275"/>
          <p14:tracePt t="252545" x="9024938" y="2303463"/>
          <p14:tracePt t="252553" x="9137650" y="2278063"/>
          <p14:tracePt t="252562" x="9250363" y="2265363"/>
          <p14:tracePt t="252569" x="9350375" y="2252663"/>
          <p14:tracePt t="252578" x="9424988" y="2214563"/>
          <p14:tracePt t="252585" x="9450388" y="2214563"/>
          <p14:tracePt t="252593" x="9450388" y="2201863"/>
          <p14:tracePt t="252633" x="9437688" y="2201863"/>
          <p14:tracePt t="252641" x="9413875" y="2201863"/>
          <p14:tracePt t="252649" x="9401175" y="2201863"/>
          <p14:tracePt t="252657" x="9375775" y="2201863"/>
          <p14:tracePt t="252665" x="9363075" y="2190750"/>
          <p14:tracePt t="252674" x="9350375" y="2190750"/>
          <p14:tracePt t="252681" x="9324975" y="2190750"/>
          <p14:tracePt t="252689" x="9312275" y="2165350"/>
          <p14:tracePt t="252697" x="9288463" y="2165350"/>
          <p14:tracePt t="252705" x="9263063" y="2139950"/>
          <p14:tracePt t="252714" x="9224963" y="2127250"/>
          <p14:tracePt t="252721" x="9224963" y="2114550"/>
          <p14:tracePt t="252730" x="9199563" y="2114550"/>
          <p14:tracePt t="252737" x="9175750" y="2101850"/>
          <p14:tracePt t="252746" x="9150350" y="2101850"/>
          <p14:tracePt t="252753" x="9150350" y="2089150"/>
          <p14:tracePt t="252762" x="9137650" y="2078038"/>
          <p14:tracePt t="252777" x="9124950" y="2078038"/>
          <p14:tracePt t="252785" x="9112250" y="2078038"/>
          <p14:tracePt t="252802" x="9099550" y="2078038"/>
          <p14:tracePt t="252817" x="9088438" y="2078038"/>
          <p14:tracePt t="252825" x="9075738" y="2078038"/>
          <p14:tracePt t="252841" x="9063038" y="2078038"/>
          <p14:tracePt t="252849" x="9037638" y="2078038"/>
          <p14:tracePt t="252858" x="9037638" y="2065338"/>
          <p14:tracePt t="252865" x="9024938" y="2065338"/>
          <p14:tracePt t="252874" x="9012238" y="2065338"/>
          <p14:tracePt t="252881" x="8999538" y="2065338"/>
          <p14:tracePt t="252889" x="8999538" y="2052638"/>
          <p14:tracePt t="253049" x="9012238" y="2052638"/>
          <p14:tracePt t="253058" x="9024938" y="2052638"/>
          <p14:tracePt t="253074" x="9037638" y="2052638"/>
          <p14:tracePt t="253089" x="9050338" y="2052638"/>
          <p14:tracePt t="253105" x="9063038" y="2052638"/>
          <p14:tracePt t="253130" x="9075738" y="2052638"/>
          <p14:tracePt t="253137" x="9099550" y="2052638"/>
          <p14:tracePt t="253147" x="9112250" y="2052638"/>
          <p14:tracePt t="253153" x="9124950" y="2052638"/>
          <p14:tracePt t="253161" x="9150350" y="2052638"/>
          <p14:tracePt t="253169" x="9188450" y="2052638"/>
          <p14:tracePt t="253177" x="9199563" y="2052638"/>
          <p14:tracePt t="253185" x="9224963" y="2052638"/>
          <p14:tracePt t="253194" x="9237663" y="2052638"/>
          <p14:tracePt t="253202" x="9250363" y="2052638"/>
          <p14:tracePt t="253209" x="9275763" y="2052638"/>
          <p14:tracePt t="253217" x="9288463" y="2052638"/>
          <p14:tracePt t="253226" x="9324975" y="2052638"/>
          <p14:tracePt t="253233" x="9363075" y="2052638"/>
          <p14:tracePt t="253242" x="9424988" y="2052638"/>
          <p14:tracePt t="253249" x="9463088" y="2052638"/>
          <p14:tracePt t="253257" x="9513888" y="2052638"/>
          <p14:tracePt t="253265" x="9563100" y="2052638"/>
          <p14:tracePt t="253273" x="9626600" y="2052638"/>
          <p14:tracePt t="253281" x="9637713" y="2052638"/>
          <p14:tracePt t="253289" x="9650413" y="2039938"/>
          <p14:tracePt t="253346" x="9663113" y="2039938"/>
          <p14:tracePt t="253353" x="9701213" y="2039938"/>
          <p14:tracePt t="253361" x="9750425" y="2039938"/>
          <p14:tracePt t="253369" x="9813925" y="2039938"/>
          <p14:tracePt t="253377" x="9875838" y="2039938"/>
          <p14:tracePt t="253385" x="9939338" y="2039938"/>
          <p14:tracePt t="253393" x="9975850" y="2039938"/>
          <p14:tracePt t="253401" x="10026650" y="2039938"/>
          <p14:tracePt t="253410" x="10064750" y="2039938"/>
          <p14:tracePt t="253417" x="10075863" y="2039938"/>
          <p14:tracePt t="253427" x="10101263" y="2039938"/>
          <p14:tracePt t="253433" x="10113963" y="2039938"/>
          <p14:tracePt t="253441" x="10126663" y="2039938"/>
          <p14:tracePt t="253449" x="10139363" y="2039938"/>
          <p14:tracePt t="253457" x="10152063" y="2039938"/>
          <p14:tracePt t="253465" x="10164763" y="2039938"/>
          <p14:tracePt t="253473" x="10177463" y="2039938"/>
          <p14:tracePt t="253482" x="10188575" y="2039938"/>
          <p14:tracePt t="253489" x="10226675" y="2039938"/>
          <p14:tracePt t="253497" x="10252075" y="2039938"/>
          <p14:tracePt t="253505" x="10288588" y="2039938"/>
          <p14:tracePt t="253513" x="10313988" y="2039938"/>
          <p14:tracePt t="253562" x="10326688" y="2039938"/>
          <p14:tracePt t="253602" x="10352088" y="2039938"/>
          <p14:tracePt t="253610" x="10364788" y="2039938"/>
          <p14:tracePt t="253627" x="10377488" y="2039938"/>
          <p14:tracePt t="253633" x="10401300" y="2027238"/>
          <p14:tracePt t="253705" x="10414000" y="2027238"/>
          <p14:tracePt t="253713" x="10426700" y="2014538"/>
          <p14:tracePt t="253811" x="10414000" y="2014538"/>
          <p14:tracePt t="253825" x="10377488" y="2014538"/>
          <p14:tracePt t="253833" x="10326688" y="2014538"/>
          <p14:tracePt t="253841" x="10239375" y="2014538"/>
          <p14:tracePt t="253849" x="10126663" y="2014538"/>
          <p14:tracePt t="253857" x="9939338" y="2014538"/>
          <p14:tracePt t="253866" x="9775825" y="2014538"/>
          <p14:tracePt t="253873" x="9601200" y="2014538"/>
          <p14:tracePt t="253882" x="9424988" y="2014538"/>
          <p14:tracePt t="253889" x="9301163" y="2014538"/>
          <p14:tracePt t="253898" x="9163050" y="2014538"/>
          <p14:tracePt t="253905" x="9050338" y="2014538"/>
          <p14:tracePt t="253913" x="8975725" y="2014538"/>
          <p14:tracePt t="253921" x="8924925" y="2014538"/>
          <p14:tracePt t="253929" x="8874125" y="2014538"/>
          <p14:tracePt t="253937" x="8824913" y="2014538"/>
          <p14:tracePt t="253945" x="8750300" y="2014538"/>
          <p14:tracePt t="253953" x="8699500" y="2027238"/>
          <p14:tracePt t="253961" x="8650288" y="2027238"/>
          <p14:tracePt t="253969" x="8599488" y="2039938"/>
          <p14:tracePt t="253977" x="8524875" y="2065338"/>
          <p14:tracePt t="253985" x="8512175" y="2065338"/>
          <p14:tracePt t="253995" x="8486775" y="2065338"/>
          <p14:tracePt t="254057" x="8474075" y="2065338"/>
          <p14:tracePt t="254066" x="8474075" y="2078038"/>
          <p14:tracePt t="254083" x="8461375" y="2101850"/>
          <p14:tracePt t="254218" x="8474075" y="2101850"/>
          <p14:tracePt t="254225" x="8499475" y="2101850"/>
          <p14:tracePt t="254233" x="8524875" y="2101850"/>
          <p14:tracePt t="254241" x="8574088" y="2101850"/>
          <p14:tracePt t="254250" x="8599488" y="2101850"/>
          <p14:tracePt t="254257" x="8650288" y="2089150"/>
          <p14:tracePt t="254266" x="8699500" y="2089150"/>
          <p14:tracePt t="254273" x="8763000" y="2078038"/>
          <p14:tracePt t="254282" x="8812213" y="2078038"/>
          <p14:tracePt t="254289" x="8863013" y="2078038"/>
          <p14:tracePt t="254297" x="8912225" y="2052638"/>
          <p14:tracePt t="254305" x="8937625" y="2052638"/>
          <p14:tracePt t="254313" x="8999538" y="2052638"/>
          <p14:tracePt t="254321" x="9012238" y="2052638"/>
          <p14:tracePt t="254330" x="9024938" y="2052638"/>
          <p14:tracePt t="254362" x="9037638" y="2052638"/>
          <p14:tracePt t="254378" x="9075738" y="2052638"/>
          <p14:tracePt t="254385" x="9099550" y="2052638"/>
          <p14:tracePt t="254393" x="9137650" y="2052638"/>
          <p14:tracePt t="254402" x="9163050" y="2052638"/>
          <p14:tracePt t="254409" x="9212263" y="2052638"/>
          <p14:tracePt t="254418" x="9250363" y="2052638"/>
          <p14:tracePt t="254425" x="9275763" y="2052638"/>
          <p14:tracePt t="254434" x="9312275" y="2052638"/>
          <p14:tracePt t="254441" x="9324975" y="2052638"/>
          <p14:tracePt t="254450" x="9337675" y="2052638"/>
          <p14:tracePt t="254457" x="9350375" y="2052638"/>
          <p14:tracePt t="254465" x="9375775" y="2052638"/>
          <p14:tracePt t="254473" x="9401175" y="2052638"/>
          <p14:tracePt t="254482" x="9437688" y="2052638"/>
          <p14:tracePt t="254489" x="9488488" y="2052638"/>
          <p14:tracePt t="254498" x="9575800" y="2052638"/>
          <p14:tracePt t="254505" x="9650413" y="2052638"/>
          <p14:tracePt t="254513" x="9739313" y="2052638"/>
          <p14:tracePt t="254521" x="9826625" y="2052638"/>
          <p14:tracePt t="254529" x="9901238" y="2052638"/>
          <p14:tracePt t="254537" x="9975850" y="2052638"/>
          <p14:tracePt t="254546" x="10026650" y="2052638"/>
          <p14:tracePt t="254553" x="10064750" y="2052638"/>
          <p14:tracePt t="254561" x="10075863" y="2052638"/>
          <p14:tracePt t="254569" x="10101263" y="2052638"/>
          <p14:tracePt t="254577" x="10113963" y="2052638"/>
          <p14:tracePt t="254586" x="10139363" y="2052638"/>
          <p14:tracePt t="254593" x="10152063" y="2052638"/>
          <p14:tracePt t="254602" x="10177463" y="2052638"/>
          <p14:tracePt t="254609" x="10201275" y="2052638"/>
          <p14:tracePt t="254617" x="10226675" y="2052638"/>
          <p14:tracePt t="254625" x="10239375" y="2052638"/>
          <p14:tracePt t="254634" x="10264775" y="2052638"/>
          <p14:tracePt t="254641" x="10277475" y="2052638"/>
          <p14:tracePt t="254657" x="10288588" y="2052638"/>
          <p14:tracePt t="254673" x="10301288" y="2052638"/>
          <p14:tracePt t="254689" x="10313988" y="2052638"/>
          <p14:tracePt t="254698" x="10326688" y="2052638"/>
          <p14:tracePt t="254706" x="10339388" y="2052638"/>
          <p14:tracePt t="254713" x="10352088" y="2052638"/>
          <p14:tracePt t="254730" x="10377488" y="2052638"/>
          <p14:tracePt t="254737" x="10390188" y="2052638"/>
          <p14:tracePt t="254753" x="10401300" y="2052638"/>
          <p14:tracePt t="254769" x="10414000" y="2052638"/>
          <p14:tracePt t="254777" x="10426700" y="2052638"/>
          <p14:tracePt t="254793" x="10439400" y="2052638"/>
          <p14:tracePt t="254802" x="10452100" y="2052638"/>
          <p14:tracePt t="254809" x="10464800" y="2052638"/>
          <p14:tracePt t="254825" x="10477500" y="2052638"/>
          <p14:tracePt t="254834" x="10490200" y="2052638"/>
          <p14:tracePt t="254849" x="10502900" y="2052638"/>
          <p14:tracePt t="254897" x="10514013" y="2052638"/>
          <p14:tracePt t="254905" x="10526713" y="2052638"/>
          <p14:tracePt t="254954" x="10539413" y="2052638"/>
          <p14:tracePt t="254961" x="10552113" y="2052638"/>
          <p14:tracePt t="254977" x="10564813" y="2052638"/>
          <p14:tracePt t="255001" x="10577513" y="2052638"/>
          <p14:tracePt t="255033" x="10590213" y="2052638"/>
          <p14:tracePt t="255074" x="10602913" y="2052638"/>
          <p14:tracePt t="255154" x="10614025" y="2052638"/>
          <p14:tracePt t="255186" x="10639425" y="2052638"/>
          <p14:tracePt t="255209" x="10652125" y="2052638"/>
          <p14:tracePt t="255241" x="10677525" y="2052638"/>
          <p14:tracePt t="255289" x="10690225" y="2052638"/>
          <p14:tracePt t="255337" x="10702925" y="2052638"/>
          <p14:tracePt t="255345" x="10715625" y="2052638"/>
          <p14:tracePt t="255393" x="10726738" y="2052638"/>
          <p14:tracePt t="255418" x="10739438" y="2052638"/>
          <p14:tracePt t="255425" x="10752138" y="2052638"/>
          <p14:tracePt t="255433" x="10764838" y="2052638"/>
          <p14:tracePt t="255441" x="10790238" y="2078038"/>
          <p14:tracePt t="255449" x="10815638" y="2089150"/>
          <p14:tracePt t="255457" x="10839450" y="2114550"/>
          <p14:tracePt t="255465" x="10902950" y="2165350"/>
          <p14:tracePt t="255473" x="10964863" y="2214563"/>
          <p14:tracePt t="255482" x="11041063" y="2265363"/>
          <p14:tracePt t="255489" x="11115675" y="2327275"/>
          <p14:tracePt t="255499" x="11177588" y="2378075"/>
          <p14:tracePt t="255505" x="11253788" y="2427288"/>
          <p14:tracePt t="255513" x="11328400" y="2465388"/>
          <p14:tracePt t="255522" x="11353800" y="2478088"/>
          <p14:tracePt t="255529" x="11390313" y="2503488"/>
          <p14:tracePt t="255537" x="11403013" y="2516188"/>
          <p14:tracePt t="255634" x="11415713" y="2503488"/>
          <p14:tracePt t="255641" x="11428413" y="2490788"/>
          <p14:tracePt t="255649" x="11428413" y="2478088"/>
          <p14:tracePt t="255657" x="11441113" y="2465388"/>
          <p14:tracePt t="255665" x="11453813" y="2439988"/>
          <p14:tracePt t="255673" x="11466513" y="2414588"/>
          <p14:tracePt t="255682" x="11466513" y="2378075"/>
          <p14:tracePt t="255689" x="11466513" y="2365375"/>
          <p14:tracePt t="255698" x="11466513" y="2327275"/>
          <p14:tracePt t="255706" x="11466513" y="2290763"/>
          <p14:tracePt t="255713" x="11466513" y="2252663"/>
          <p14:tracePt t="255722" x="11466513" y="2227263"/>
          <p14:tracePt t="255729" x="11428413" y="2190750"/>
          <p14:tracePt t="255738" x="11377613" y="2178050"/>
          <p14:tracePt t="255745" x="11341100" y="2165350"/>
          <p14:tracePt t="255754" x="11290300" y="2165350"/>
          <p14:tracePt t="255761" x="11253788" y="2139950"/>
          <p14:tracePt t="255770" x="11190288" y="2127250"/>
          <p14:tracePt t="255777" x="11153775" y="2114550"/>
          <p14:tracePt t="255785" x="11064875" y="2089150"/>
          <p14:tracePt t="255793" x="10964863" y="2078038"/>
          <p14:tracePt t="255802" x="10915650" y="2078038"/>
          <p14:tracePt t="255810" x="10828338" y="2078038"/>
          <p14:tracePt t="255817" x="10752138" y="2078038"/>
          <p14:tracePt t="255825" x="10702925" y="2078038"/>
          <p14:tracePt t="255833" x="10664825" y="2089150"/>
          <p14:tracePt t="255841" x="10652125" y="2089150"/>
          <p14:tracePt t="255850" x="10614025" y="2101850"/>
          <p14:tracePt t="255857" x="10602913" y="2114550"/>
          <p14:tracePt t="255866" x="10590213" y="2127250"/>
          <p14:tracePt t="255873" x="10590213" y="2165350"/>
          <p14:tracePt t="255881" x="10590213" y="2178050"/>
          <p14:tracePt t="255889" x="10564813" y="2201863"/>
          <p14:tracePt t="255897" x="10552113" y="2239963"/>
          <p14:tracePt t="255906" x="10539413" y="2265363"/>
          <p14:tracePt t="255913" x="10514013" y="2290763"/>
          <p14:tracePt t="255922" x="10514013" y="2303463"/>
          <p14:tracePt t="255934" x="10514013" y="2327275"/>
          <p14:tracePt t="255938" x="10514013" y="2339975"/>
          <p14:tracePt t="255953" x="10514013" y="2352675"/>
          <p14:tracePt t="255969" x="10564813" y="2403475"/>
          <p14:tracePt t="255977" x="10626725" y="2414588"/>
          <p14:tracePt t="255985" x="10715625" y="2414588"/>
          <p14:tracePt t="255993" x="10839450" y="2427288"/>
          <p14:tracePt t="256002" x="10964863" y="2427288"/>
          <p14:tracePt t="256009" x="11102975" y="2427288"/>
          <p14:tracePt t="256018" x="11215688" y="2427288"/>
          <p14:tracePt t="256025" x="11315700" y="2427288"/>
          <p14:tracePt t="256033" x="11403013" y="2403475"/>
          <p14:tracePt t="256041" x="11453813" y="2378075"/>
          <p14:tracePt t="256050" x="11479213" y="2352675"/>
          <p14:tracePt t="256057" x="11490325" y="2327275"/>
          <p14:tracePt t="256065" x="11490325" y="2290763"/>
          <p14:tracePt t="256073" x="11490325" y="2252663"/>
          <p14:tracePt t="256081" x="11490325" y="2214563"/>
          <p14:tracePt t="256089" x="11453813" y="2178050"/>
          <p14:tracePt t="256097" x="11441113" y="2139950"/>
          <p14:tracePt t="256106" x="11403013" y="2127250"/>
          <p14:tracePt t="256113" x="11377613" y="2101850"/>
          <p14:tracePt t="256121" x="11353800" y="2101850"/>
          <p14:tracePt t="256129" x="11315700" y="2101850"/>
          <p14:tracePt t="256138" x="11277600" y="2101850"/>
          <p14:tracePt t="256145" x="11253788" y="2101850"/>
          <p14:tracePt t="256153" x="11215688" y="2101850"/>
          <p14:tracePt t="256161" x="11164888" y="2101850"/>
          <p14:tracePt t="256169" x="11090275" y="2101850"/>
          <p14:tracePt t="256177" x="10990263" y="2101850"/>
          <p14:tracePt t="256185" x="10877550" y="2101850"/>
          <p14:tracePt t="256193" x="10777538" y="2101850"/>
          <p14:tracePt t="256201" x="10664825" y="2101850"/>
          <p14:tracePt t="256209" x="10539413" y="2114550"/>
          <p14:tracePt t="256217" x="10426700" y="2127250"/>
          <p14:tracePt t="256225" x="10326688" y="2139950"/>
          <p14:tracePt t="256234" x="10201275" y="2165350"/>
          <p14:tracePt t="256241" x="10126663" y="2178050"/>
          <p14:tracePt t="256251" x="10064750" y="2178050"/>
          <p14:tracePt t="256257" x="10026650" y="2190750"/>
          <p14:tracePt t="256265" x="10001250" y="2190750"/>
          <p14:tracePt t="256329" x="9988550" y="2190750"/>
          <p14:tracePt t="256338" x="9975850" y="2201863"/>
          <p14:tracePt t="256345" x="9975850" y="2214563"/>
          <p14:tracePt t="256353" x="9963150" y="2227263"/>
          <p14:tracePt t="256386" x="9952038" y="2227263"/>
          <p14:tracePt t="256401" x="9939338" y="2239963"/>
          <p14:tracePt t="256409" x="9926638" y="2239963"/>
          <p14:tracePt t="256418" x="9913938" y="2239963"/>
          <p14:tracePt t="256425" x="9913938" y="2252663"/>
          <p14:tracePt t="256435" x="9875838" y="2265363"/>
          <p14:tracePt t="256441" x="9839325" y="2265363"/>
          <p14:tracePt t="256449" x="9788525" y="2265363"/>
          <p14:tracePt t="256457" x="9750425" y="2265363"/>
          <p14:tracePt t="256465" x="9688513" y="2290763"/>
          <p14:tracePt t="256473" x="9663113" y="2290763"/>
          <p14:tracePt t="256481" x="9637713" y="2290763"/>
          <p14:tracePt t="256490" x="9626600" y="2290763"/>
          <p14:tracePt t="256497" x="9601200" y="2290763"/>
          <p14:tracePt t="256506" x="9575800" y="2303463"/>
          <p14:tracePt t="256513" x="9537700" y="2303463"/>
          <p14:tracePt t="256521" x="9513888" y="2303463"/>
          <p14:tracePt t="256529" x="9501188" y="2303463"/>
          <p14:tracePt t="256537" x="9475788" y="2314575"/>
          <p14:tracePt t="256545" x="9463088" y="2314575"/>
          <p14:tracePt t="256553" x="9424988" y="2314575"/>
          <p14:tracePt t="256561" x="9413875" y="2314575"/>
          <p14:tracePt t="256577" x="9388475" y="2314575"/>
          <p14:tracePt t="256681" x="9388475" y="2327275"/>
          <p14:tracePt t="256690" x="9375775" y="2327275"/>
          <p14:tracePt t="256697" x="9375775" y="2339975"/>
          <p14:tracePt t="256705" x="9375775" y="2352675"/>
          <p14:tracePt t="256713" x="9363075" y="2365375"/>
          <p14:tracePt t="256721" x="9350375" y="2378075"/>
          <p14:tracePt t="256729" x="9324975" y="2378075"/>
          <p14:tracePt t="256737" x="9288463" y="2390775"/>
          <p14:tracePt t="256745" x="9237663" y="2403475"/>
          <p14:tracePt t="256753" x="9188450" y="2403475"/>
          <p14:tracePt t="256761" x="9112250" y="2427288"/>
          <p14:tracePt t="256769" x="9012238" y="2427288"/>
          <p14:tracePt t="256777" x="8924925" y="2427288"/>
          <p14:tracePt t="256785" x="8824913" y="2427288"/>
          <p14:tracePt t="256794" x="8737600" y="2427288"/>
          <p14:tracePt t="256802" x="8637588" y="2427288"/>
          <p14:tracePt t="256809" x="8561388" y="2427288"/>
          <p14:tracePt t="256817" x="8435975" y="2427288"/>
          <p14:tracePt t="256825" x="8335963" y="2427288"/>
          <p14:tracePt t="256833" x="8261350" y="2427288"/>
          <p14:tracePt t="256841" x="8161338" y="2427288"/>
          <p14:tracePt t="256849" x="8074025" y="2439988"/>
          <p14:tracePt t="256857" x="7999413" y="2439988"/>
          <p14:tracePt t="256865" x="7897813" y="2439988"/>
          <p14:tracePt t="256874" x="7835900" y="2452688"/>
          <p14:tracePt t="256881" x="7761288" y="2452688"/>
          <p14:tracePt t="256891" x="7710488" y="2465388"/>
          <p14:tracePt t="256897" x="7661275" y="2465388"/>
          <p14:tracePt t="256906" x="7635875" y="2465388"/>
          <p14:tracePt t="256913" x="7610475" y="2465388"/>
          <p14:tracePt t="256921" x="7597775" y="2465388"/>
          <p14:tracePt t="256977" x="7585075" y="2478088"/>
          <p14:tracePt t="257010" x="7561263" y="2478088"/>
          <p14:tracePt t="257017" x="7510463" y="2503488"/>
          <p14:tracePt t="257025" x="7472363" y="2527300"/>
          <p14:tracePt t="257033" x="7448550" y="2540000"/>
          <p14:tracePt t="257041" x="7448550" y="2552700"/>
          <p14:tracePt t="257049" x="7423150" y="2565400"/>
          <p14:tracePt t="257065" x="7410450" y="2578100"/>
          <p14:tracePt t="257081" x="7385050" y="2590800"/>
          <p14:tracePt t="257090" x="7372350" y="2590800"/>
          <p14:tracePt t="257097" x="7359650" y="2616200"/>
          <p14:tracePt t="257113" x="7335838" y="2652713"/>
          <p14:tracePt t="257122" x="7310438" y="2690813"/>
          <p14:tracePt t="257129" x="7297738" y="2716213"/>
          <p14:tracePt t="257138" x="7259638" y="2752725"/>
          <p14:tracePt t="257145" x="7210425" y="2816225"/>
          <p14:tracePt t="257153" x="7159625" y="2878138"/>
          <p14:tracePt t="257161" x="7159625" y="2916238"/>
          <p14:tracePt t="257170" x="7159625" y="2928938"/>
          <p14:tracePt t="257177" x="7159625" y="2941638"/>
          <p14:tracePt t="257185" x="7159625" y="2952750"/>
          <p14:tracePt t="257193" x="7159625" y="2965450"/>
          <p14:tracePt t="257210" x="7159625" y="2978150"/>
          <p14:tracePt t="257233" x="7172325" y="3003550"/>
          <p14:tracePt t="257249" x="7185025" y="3028950"/>
          <p14:tracePt t="257258" x="7197725" y="3054350"/>
          <p14:tracePt t="257265" x="7210425" y="3065463"/>
          <p14:tracePt t="257274" x="7235825" y="3090863"/>
          <p14:tracePt t="257281" x="7246938" y="3116263"/>
          <p14:tracePt t="257297" x="7272338" y="3141663"/>
          <p14:tracePt t="257305" x="7285038" y="3178175"/>
          <p14:tracePt t="257313" x="7297738" y="3178175"/>
          <p14:tracePt t="257322" x="7297738" y="3190875"/>
          <p14:tracePt t="257329" x="7297738" y="3203575"/>
          <p14:tracePt t="257337" x="7323138" y="3216275"/>
          <p14:tracePt t="257354" x="7323138" y="3228975"/>
          <p14:tracePt t="257426" x="7335838" y="3228975"/>
          <p14:tracePt t="257442" x="7359650" y="3241675"/>
          <p14:tracePt t="257489" x="7372350" y="3254375"/>
          <p14:tracePt t="257593" x="7385050" y="3254375"/>
          <p14:tracePt t="257658" x="7397750" y="3254375"/>
          <p14:tracePt t="257705" x="7410450" y="3254375"/>
          <p14:tracePt t="257801" x="7423150" y="3254375"/>
          <p14:tracePt t="257849" x="7435850" y="3254375"/>
          <p14:tracePt t="258042" x="7448550" y="3254375"/>
          <p14:tracePt t="258097" x="7459663" y="3254375"/>
          <p14:tracePt t="259393" x="7485063" y="3254375"/>
          <p14:tracePt t="259401" x="7497763" y="3254375"/>
          <p14:tracePt t="259410" x="7510463" y="3254375"/>
          <p14:tracePt t="259465" x="7523163" y="3254375"/>
          <p14:tracePt t="259481" x="7535863" y="3254375"/>
          <p14:tracePt t="259529" x="7548563" y="3254375"/>
          <p14:tracePt t="259545" x="7561263" y="3254375"/>
          <p14:tracePt t="259553" x="7572375" y="3254375"/>
          <p14:tracePt t="259561" x="7597775" y="3241675"/>
          <p14:tracePt t="259569" x="7610475" y="3241675"/>
          <p14:tracePt t="259577" x="7623175" y="3241675"/>
          <p14:tracePt t="259585" x="7661275" y="3228975"/>
          <p14:tracePt t="259593" x="7710488" y="3203575"/>
          <p14:tracePt t="259601" x="7785100" y="3165475"/>
          <p14:tracePt t="259610" x="7961313" y="3090863"/>
          <p14:tracePt t="259617" x="8174038" y="3016250"/>
          <p14:tracePt t="259626" x="8435975" y="2865438"/>
          <p14:tracePt t="259633" x="8774113" y="2652713"/>
          <p14:tracePt t="259641" x="9075738" y="2465388"/>
          <p14:tracePt t="259649" x="9388475" y="2239963"/>
          <p14:tracePt t="259657" x="9763125" y="1978025"/>
          <p14:tracePt t="259665" x="10188575" y="1627188"/>
          <p14:tracePt t="259673" x="10564813" y="1314450"/>
          <p14:tracePt t="259682" x="10990263" y="989013"/>
          <p14:tracePt t="259689" x="11241088" y="725488"/>
          <p14:tracePt t="259699" x="11503025" y="463550"/>
          <p14:tracePt t="259705" x="11728450" y="263525"/>
          <p14:tracePt t="259713" x="11941175" y="87313"/>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First law of Thermodynamics-Applications</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64404" y="105672"/>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10873" y="1590346"/>
            <a:ext cx="2232342" cy="369332"/>
          </a:xfrm>
          <a:prstGeom prst="rect">
            <a:avLst/>
          </a:prstGeom>
        </p:spPr>
        <p:txBody>
          <a:bodyPr wrap="none">
            <a:spAutoFit/>
          </a:bodyPr>
          <a:lstStyle/>
          <a:p>
            <a:pPr marL="285750" indent="-285750">
              <a:buFont typeface="Courier New" panose="02070309020205020404" pitchFamily="49" charset="0"/>
              <a:buChar char="o"/>
            </a:pPr>
            <a:r>
              <a:rPr lang="en-US" b="1" dirty="0">
                <a:solidFill>
                  <a:srgbClr val="C00000"/>
                </a:solidFill>
                <a:latin typeface="Times New Roman" panose="02020603050405020304" pitchFamily="18" charset="0"/>
                <a:cs typeface="Times New Roman" panose="02020603050405020304" pitchFamily="18" charset="0"/>
              </a:rPr>
              <a:t>Adiabatic Process</a:t>
            </a:r>
            <a:endParaRPr lang="en-US" b="1" i="0" dirty="0">
              <a:solidFill>
                <a:srgbClr val="C00000"/>
              </a:solidFill>
              <a:effectLst/>
              <a:latin typeface="Times New Roman" panose="02020603050405020304" pitchFamily="18" charset="0"/>
              <a:cs typeface="Times New Roman" panose="02020603050405020304" pitchFamily="18" charset="0"/>
            </a:endParaRPr>
          </a:p>
        </p:txBody>
      </p:sp>
      <p:pic>
        <p:nvPicPr>
          <p:cNvPr id="6146" name="Picture 2" descr="http://i.imgur.com/bVM2Ktb.gif"/>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120235" y="4223759"/>
            <a:ext cx="2248833" cy="168662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414045" y="1959678"/>
            <a:ext cx="5661214" cy="1894749"/>
          </a:xfrm>
          <a:prstGeom prst="rect">
            <a:avLst/>
          </a:prstGeom>
        </p:spPr>
        <p:txBody>
          <a:bodyPr wrap="square">
            <a:spAutoFit/>
          </a:bodyPr>
          <a:lstStyle/>
          <a:p>
            <a:pPr marL="285750" indent="-285750" algn="just">
              <a:lnSpc>
                <a:spcPct val="150000"/>
              </a:lnSpc>
              <a:buFont typeface="Wingdings" panose="05000000000000000000" pitchFamily="2" charset="2"/>
              <a:buChar char="ü"/>
            </a:pPr>
            <a:r>
              <a:rPr lang="en-US" sz="1600" dirty="0">
                <a:solidFill>
                  <a:srgbClr val="1A1A1A"/>
                </a:solidFill>
                <a:latin typeface="Times New Roman" panose="02020603050405020304" pitchFamily="18" charset="0"/>
                <a:cs typeface="Times New Roman" panose="02020603050405020304" pitchFamily="18" charset="0"/>
              </a:rPr>
              <a:t>An adiabatic process is one in which no heat is gained or lost by the system. An adiabatic process may be accomplished by thermal insulation or by making rapid changes in volume so that there is no time for heat to be exchanged as shown in the animation.</a:t>
            </a:r>
            <a:endParaRPr lang="en-US" sz="1600" dirty="0">
              <a:latin typeface="Times New Roman" panose="02020603050405020304" pitchFamily="18" charset="0"/>
              <a:cs typeface="Times New Roman" panose="02020603050405020304" pitchFamily="18" charset="0"/>
            </a:endParaRPr>
          </a:p>
        </p:txBody>
      </p:sp>
      <p:sp>
        <p:nvSpPr>
          <p:cNvPr id="17" name="Rectangle 16"/>
          <p:cNvSpPr/>
          <p:nvPr/>
        </p:nvSpPr>
        <p:spPr>
          <a:xfrm>
            <a:off x="6642846" y="2125499"/>
            <a:ext cx="4698722" cy="369332"/>
          </a:xfrm>
          <a:prstGeom prst="rect">
            <a:avLst/>
          </a:prstGeom>
        </p:spPr>
        <p:txBody>
          <a:bodyPr wrap="none">
            <a:spAutoFit/>
          </a:bodyPr>
          <a:lstStyle/>
          <a:p>
            <a:pPr marL="285750" indent="-285750">
              <a:buFont typeface="Courier New" panose="02070309020205020404" pitchFamily="49" charset="0"/>
              <a:buChar char="o"/>
            </a:pPr>
            <a:r>
              <a:rPr lang="en-US" b="1" dirty="0">
                <a:solidFill>
                  <a:srgbClr val="C00000"/>
                </a:solidFill>
                <a:latin typeface="Times New Roman" panose="02020603050405020304" pitchFamily="18" charset="0"/>
                <a:cs typeface="Times New Roman" panose="02020603050405020304" pitchFamily="18" charset="0"/>
              </a:rPr>
              <a:t>Limitations of first law of thermodynamics</a:t>
            </a:r>
            <a:endParaRPr lang="en-US" b="1" i="0" dirty="0">
              <a:solidFill>
                <a:srgbClr val="C00000"/>
              </a:solidFill>
              <a:effectLst/>
              <a:latin typeface="Times New Roman" panose="02020603050405020304" pitchFamily="18" charset="0"/>
              <a:cs typeface="Times New Roman" panose="02020603050405020304" pitchFamily="18" charset="0"/>
            </a:endParaRPr>
          </a:p>
        </p:txBody>
      </p:sp>
      <p:sp>
        <p:nvSpPr>
          <p:cNvPr id="9" name="Rectangle 8"/>
          <p:cNvSpPr/>
          <p:nvPr/>
        </p:nvSpPr>
        <p:spPr>
          <a:xfrm>
            <a:off x="6672553" y="2607359"/>
            <a:ext cx="5060577" cy="830997"/>
          </a:xfrm>
          <a:prstGeom prst="rect">
            <a:avLst/>
          </a:prstGeom>
        </p:spPr>
        <p:txBody>
          <a:bodyPr wrap="square">
            <a:spAutoFit/>
          </a:bodyPr>
          <a:lstStyle/>
          <a:p>
            <a:pPr marL="285750" indent="-285750" algn="just">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The limitation of the first law of thermodynamics is that it does not say anything about the direction of flow of heat.</a:t>
            </a:r>
          </a:p>
        </p:txBody>
      </p:sp>
      <p:sp>
        <p:nvSpPr>
          <p:cNvPr id="10" name="Rectangle 9"/>
          <p:cNvSpPr/>
          <p:nvPr/>
        </p:nvSpPr>
        <p:spPr>
          <a:xfrm>
            <a:off x="6672553" y="3538819"/>
            <a:ext cx="5362565" cy="584775"/>
          </a:xfrm>
          <a:prstGeom prst="rect">
            <a:avLst/>
          </a:prstGeom>
        </p:spPr>
        <p:txBody>
          <a:bodyPr wrap="square">
            <a:spAutoFit/>
          </a:bodyPr>
          <a:lstStyle/>
          <a:p>
            <a:pPr marL="285750" indent="-285750" algn="just">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It does not say anything whether the process is a spontaneous process or not.</a:t>
            </a:r>
          </a:p>
        </p:txBody>
      </p:sp>
      <p:sp>
        <p:nvSpPr>
          <p:cNvPr id="11" name="Rectangle 10"/>
          <p:cNvSpPr/>
          <p:nvPr/>
        </p:nvSpPr>
        <p:spPr>
          <a:xfrm>
            <a:off x="6672553" y="4323631"/>
            <a:ext cx="5168154" cy="1323439"/>
          </a:xfrm>
          <a:prstGeom prst="rect">
            <a:avLst/>
          </a:prstGeom>
        </p:spPr>
        <p:txBody>
          <a:bodyPr wrap="square">
            <a:spAutoFit/>
          </a:bodyPr>
          <a:lstStyle/>
          <a:p>
            <a:pPr marL="285750" indent="-285750" algn="just">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The reverse process is not possible. In actual practice, the heat doesn’t convert completely into work. If it would have been possible to convert the whole heat into work, then we could drive ships across the ocean by extracting heat from the water of the ocean.</a:t>
            </a:r>
          </a:p>
        </p:txBody>
      </p:sp>
    </p:spTree>
    <p:custDataLst>
      <p:tags r:id="rId1"/>
    </p:custDataLst>
    <p:extLst>
      <p:ext uri="{BB962C8B-B14F-4D97-AF65-F5344CB8AC3E}">
        <p14:creationId xmlns:p14="http://schemas.microsoft.com/office/powerpoint/2010/main" val="3909742858"/>
      </p:ext>
    </p:extLst>
  </p:cSld>
  <p:clrMapOvr>
    <a:masterClrMapping/>
  </p:clrMapOvr>
  <mc:AlternateContent xmlns:mc="http://schemas.openxmlformats.org/markup-compatibility/2006" xmlns:p14="http://schemas.microsoft.com/office/powerpoint/2010/main">
    <mc:Choice Requires="p14">
      <p:transition p14:dur="10" advTm="155673"/>
    </mc:Choice>
    <mc:Fallback xmlns="">
      <p:transition advTm="15567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6146"/>
                                        </p:tgtEl>
                                        <p:attrNameLst>
                                          <p:attrName>style.visibility</p:attrName>
                                        </p:attrNameLst>
                                      </p:cBhvr>
                                      <p:to>
                                        <p:strVal val="visible"/>
                                      </p:to>
                                    </p:set>
                                    <p:animEffect transition="in" filter="fade">
                                      <p:cBhvr>
                                        <p:cTn id="10" dur="500"/>
                                        <p:tgtEl>
                                          <p:spTgt spid="614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p:bldP spid="9" grpId="0"/>
      <p:bldP spid="10" grpId="0"/>
      <p:bldP spid="11" grpId="0"/>
    </p:bldLst>
  </p:timing>
  <p:extLst>
    <p:ext uri="{3A86A75C-4F4B-4683-9AE1-C65F6400EC91}">
      <p14:laserTraceLst xmlns:p14="http://schemas.microsoft.com/office/powerpoint/2010/main">
        <p14:tracePtLst>
          <p14:tracePt t="905" x="3567113" y="2078038"/>
          <p14:tracePt t="913" x="3554413" y="2139950"/>
          <p14:tracePt t="921" x="3517900" y="2190750"/>
          <p14:tracePt t="929" x="3505200" y="2227263"/>
          <p14:tracePt t="938" x="3492500" y="2278063"/>
          <p14:tracePt t="945" x="3454400" y="2327275"/>
          <p14:tracePt t="953" x="3441700" y="2365375"/>
          <p14:tracePt t="961" x="3429000" y="2378075"/>
          <p14:tracePt t="969" x="3429000" y="2390775"/>
          <p14:tracePt t="977" x="3405188" y="2427288"/>
          <p14:tracePt t="993" x="3405188" y="2439988"/>
          <p14:tracePt t="1001" x="3392488" y="2452688"/>
          <p14:tracePt t="1017" x="3379788" y="2465388"/>
          <p14:tracePt t="1081" x="3379788" y="2490788"/>
          <p14:tracePt t="1537" x="3379788" y="2503488"/>
          <p14:tracePt t="1553" x="3379788" y="2516188"/>
          <p14:tracePt t="1562" x="3379788" y="2527300"/>
          <p14:tracePt t="1569" x="3379788" y="2540000"/>
          <p14:tracePt t="1585" x="3379788" y="2565400"/>
          <p14:tracePt t="1593" x="3392488" y="2578100"/>
          <p14:tracePt t="1601" x="3417888" y="2616200"/>
          <p14:tracePt t="1609" x="3417888" y="2652713"/>
          <p14:tracePt t="1617" x="3417888" y="2678113"/>
          <p14:tracePt t="1625" x="3429000" y="2716213"/>
          <p14:tracePt t="1633" x="3454400" y="2765425"/>
          <p14:tracePt t="1641" x="3467100" y="2816225"/>
          <p14:tracePt t="1649" x="3479800" y="2878138"/>
          <p14:tracePt t="1657" x="3479800" y="2928938"/>
          <p14:tracePt t="1665" x="3479800" y="3003550"/>
          <p14:tracePt t="1673" x="3479800" y="3078163"/>
          <p14:tracePt t="1681" x="3479800" y="3154363"/>
          <p14:tracePt t="1690" x="3479800" y="3216275"/>
          <p14:tracePt t="1697" x="3479800" y="3316288"/>
          <p14:tracePt t="1705" x="3467100" y="3378200"/>
          <p14:tracePt t="1713" x="3454400" y="3441700"/>
          <p14:tracePt t="1721" x="3441700" y="3490913"/>
          <p14:tracePt t="1729" x="3417888" y="3516313"/>
          <p14:tracePt t="1737" x="3417888" y="3529013"/>
          <p14:tracePt t="1778" x="3417888" y="3479800"/>
          <p14:tracePt t="1785" x="3467100" y="2840038"/>
          <p14:tracePt t="1793" x="3530600" y="2327275"/>
          <p14:tracePt t="1801" x="3530600" y="1952625"/>
          <p14:tracePt t="1809" x="3492500" y="1614488"/>
          <p14:tracePt t="1817" x="3392488" y="1427163"/>
          <p14:tracePt t="1825" x="3254375" y="1227138"/>
          <p14:tracePt t="1833" x="3167063" y="1063625"/>
          <p14:tracePt t="1841" x="3079750" y="938213"/>
          <p14:tracePt t="1849" x="3003550" y="850900"/>
          <p14:tracePt t="1857" x="2916238" y="788988"/>
          <p14:tracePt t="1865" x="2754313" y="738188"/>
          <p14:tracePt t="1874" x="2528888" y="712788"/>
          <p14:tracePt t="1881" x="2290763" y="712788"/>
          <p14:tracePt t="1889" x="2014538" y="712788"/>
          <p14:tracePt t="1897" x="1601788" y="712788"/>
          <p14:tracePt t="1905" x="1214438" y="763588"/>
          <p14:tracePt t="1913" x="850900" y="812800"/>
          <p14:tracePt t="1921" x="588963" y="876300"/>
          <p14:tracePt t="1929" x="300038" y="976313"/>
          <p14:tracePt t="1941" x="150813" y="1014413"/>
          <p14:tracePt t="1946" x="50800" y="1038225"/>
          <p14:tracePt t="2065" x="61913" y="1901825"/>
          <p14:tracePt t="2073" x="100013" y="1965325"/>
          <p14:tracePt t="2081" x="163513" y="2039938"/>
          <p14:tracePt t="2089" x="250825" y="2089150"/>
          <p14:tracePt t="2097" x="387350" y="2152650"/>
          <p14:tracePt t="2105" x="538163" y="2190750"/>
          <p14:tracePt t="2113" x="763588" y="2239963"/>
          <p14:tracePt t="2121" x="963613" y="2239963"/>
          <p14:tracePt t="2130" x="1201738" y="2239963"/>
          <p14:tracePt t="2137" x="1414463" y="2239963"/>
          <p14:tracePt t="2145" x="1577975" y="2239963"/>
          <p14:tracePt t="2153" x="1665288" y="2214563"/>
          <p14:tracePt t="2161" x="1790700" y="2139950"/>
          <p14:tracePt t="2169" x="1852613" y="2078038"/>
          <p14:tracePt t="2177" x="1914525" y="2014538"/>
          <p14:tracePt t="2185" x="1927225" y="1914525"/>
          <p14:tracePt t="2193" x="1927225" y="1852613"/>
          <p14:tracePt t="2201" x="1927225" y="1776413"/>
          <p14:tracePt t="2209" x="1890713" y="1701800"/>
          <p14:tracePt t="2217" x="1790700" y="1614488"/>
          <p14:tracePt t="2225" x="1689100" y="1539875"/>
          <p14:tracePt t="2233" x="1639888" y="1527175"/>
          <p14:tracePt t="2242" x="1527175" y="1463675"/>
          <p14:tracePt t="2249" x="1465263" y="1450975"/>
          <p14:tracePt t="2257" x="1401763" y="1450975"/>
          <p14:tracePt t="2265" x="1352550" y="1450975"/>
          <p14:tracePt t="2273" x="1289050" y="1450975"/>
          <p14:tracePt t="2281" x="1239838" y="1450975"/>
          <p14:tracePt t="2289" x="1189038" y="1450975"/>
          <p14:tracePt t="2297" x="1150938" y="1450975"/>
          <p14:tracePt t="2305" x="1114425" y="1463675"/>
          <p14:tracePt t="2314" x="1063625" y="1501775"/>
          <p14:tracePt t="2321" x="1027113" y="1527175"/>
          <p14:tracePt t="2330" x="976313" y="1576388"/>
          <p14:tracePt t="2337" x="976313" y="1601788"/>
          <p14:tracePt t="2345" x="963613" y="1663700"/>
          <p14:tracePt t="2353" x="963613" y="1739900"/>
          <p14:tracePt t="2361" x="963613" y="1814513"/>
          <p14:tracePt t="2369" x="963613" y="1901825"/>
          <p14:tracePt t="2377" x="963613" y="1989138"/>
          <p14:tracePt t="2385" x="963613" y="2052638"/>
          <p14:tracePt t="2393" x="989013" y="2114550"/>
          <p14:tracePt t="2401" x="1038225" y="2178050"/>
          <p14:tracePt t="2409" x="1101725" y="2239963"/>
          <p14:tracePt t="2417" x="1201738" y="2303463"/>
          <p14:tracePt t="2425" x="1339850" y="2352675"/>
          <p14:tracePt t="2433" x="1501775" y="2390775"/>
          <p14:tracePt t="2442" x="1689100" y="2414588"/>
          <p14:tracePt t="2449" x="1939925" y="2427288"/>
          <p14:tracePt t="2457" x="2139950" y="2427288"/>
          <p14:tracePt t="2465" x="2328863" y="2427288"/>
          <p14:tracePt t="2473" x="2478088" y="2427288"/>
          <p14:tracePt t="2481" x="2603500" y="2403475"/>
          <p14:tracePt t="2489" x="2690813" y="2352675"/>
          <p14:tracePt t="2497" x="2767013" y="2290763"/>
          <p14:tracePt t="2505" x="2778125" y="2252663"/>
          <p14:tracePt t="2514" x="2778125" y="2214563"/>
          <p14:tracePt t="2521" x="2778125" y="2152650"/>
          <p14:tracePt t="2529" x="2754313" y="2078038"/>
          <p14:tracePt t="2537" x="2690813" y="2001838"/>
          <p14:tracePt t="2545" x="2654300" y="1965325"/>
          <p14:tracePt t="2553" x="2554288" y="1889125"/>
          <p14:tracePt t="2561" x="2428875" y="1865313"/>
          <p14:tracePt t="2569" x="2278063" y="1801813"/>
          <p14:tracePt t="2577" x="2078038" y="1739900"/>
          <p14:tracePt t="2585" x="1890713" y="1727200"/>
          <p14:tracePt t="2593" x="1714500" y="1714500"/>
          <p14:tracePt t="2601" x="1552575" y="1714500"/>
          <p14:tracePt t="2609" x="1363663" y="1714500"/>
          <p14:tracePt t="2617" x="1201738" y="1714500"/>
          <p14:tracePt t="2626" x="1014413" y="1714500"/>
          <p14:tracePt t="2633" x="863600" y="1714500"/>
          <p14:tracePt t="2641" x="688975" y="1776413"/>
          <p14:tracePt t="2649" x="563563" y="1865313"/>
          <p14:tracePt t="2657" x="425450" y="1939925"/>
          <p14:tracePt t="2665" x="338138" y="2039938"/>
          <p14:tracePt t="2673" x="287338" y="2101850"/>
          <p14:tracePt t="2681" x="263525" y="2165350"/>
          <p14:tracePt t="2689" x="263525" y="2227263"/>
          <p14:tracePt t="2698" x="263525" y="2290763"/>
          <p14:tracePt t="2705" x="300038" y="2339975"/>
          <p14:tracePt t="2714" x="363538" y="2390775"/>
          <p14:tracePt t="2721" x="476250" y="2452688"/>
          <p14:tracePt t="2729" x="576263" y="2478088"/>
          <p14:tracePt t="2737" x="712788" y="2516188"/>
          <p14:tracePt t="2745" x="850900" y="2527300"/>
          <p14:tracePt t="2753" x="1014413" y="2552700"/>
          <p14:tracePt t="2761" x="1201738" y="2552700"/>
          <p14:tracePt t="2769" x="1401763" y="2552700"/>
          <p14:tracePt t="2778" x="1601788" y="2552700"/>
          <p14:tracePt t="2785" x="1878013" y="2552700"/>
          <p14:tracePt t="2793" x="2152650" y="2465388"/>
          <p14:tracePt t="2801" x="2441575" y="2378075"/>
          <p14:tracePt t="2810" x="2716213" y="2265363"/>
          <p14:tracePt t="2817" x="2967038" y="2078038"/>
          <p14:tracePt t="2825" x="3092450" y="1989138"/>
          <p14:tracePt t="2833" x="3154363" y="1876425"/>
          <p14:tracePt t="2841" x="3167063" y="1789113"/>
          <p14:tracePt t="2849" x="3167063" y="1714500"/>
          <p14:tracePt t="2857" x="3103563" y="1652588"/>
          <p14:tracePt t="2865" x="2967038" y="1589088"/>
          <p14:tracePt t="2873" x="2778125" y="1552575"/>
          <p14:tracePt t="2882" x="2554288" y="1514475"/>
          <p14:tracePt t="2889" x="2303463" y="1501775"/>
          <p14:tracePt t="2897" x="2027238" y="1501775"/>
          <p14:tracePt t="2905" x="1814513" y="1501775"/>
          <p14:tracePt t="2913" x="1614488" y="1501775"/>
          <p14:tracePt t="2921" x="1476375" y="1514475"/>
          <p14:tracePt t="2929" x="1389063" y="1576388"/>
          <p14:tracePt t="2937" x="1314450" y="1639888"/>
          <p14:tracePt t="2946" x="1301750" y="1714500"/>
          <p14:tracePt t="2953" x="1301750" y="1801813"/>
          <p14:tracePt t="2961" x="1301750" y="1865313"/>
          <p14:tracePt t="2969" x="1301750" y="1939925"/>
          <p14:tracePt t="2977" x="1363663" y="2014538"/>
          <p14:tracePt t="2985" x="1401763" y="2065338"/>
          <p14:tracePt t="2994" x="1452563" y="2127250"/>
          <p14:tracePt t="3001" x="1489075" y="2165350"/>
          <p14:tracePt t="3009" x="1501775" y="2178050"/>
          <p14:tracePt t="3017" x="1539875" y="2201863"/>
          <p14:tracePt t="3025" x="1552575" y="2214563"/>
          <p14:tracePt t="3041" x="1552575" y="2227263"/>
          <p14:tracePt t="3057" x="1577975" y="2227263"/>
          <p14:tracePt t="3073" x="1589088" y="2214563"/>
          <p14:tracePt t="3082" x="1601788" y="2178050"/>
          <p14:tracePt t="3089" x="1601788" y="2139950"/>
          <p14:tracePt t="3097" x="1614488" y="2114550"/>
          <p14:tracePt t="3105" x="1627188" y="2101850"/>
          <p14:tracePt t="3113" x="1627188" y="2089150"/>
          <p14:tracePt t="3121" x="1627188" y="2078038"/>
          <p14:tracePt t="3137" x="1614488" y="2065338"/>
          <p14:tracePt t="3145" x="1601788" y="2065338"/>
          <p14:tracePt t="3153" x="1589088" y="2039938"/>
          <p14:tracePt t="3161" x="1539875" y="2039938"/>
          <p14:tracePt t="3169" x="1501775" y="2027238"/>
          <p14:tracePt t="3178" x="1439863" y="2014538"/>
          <p14:tracePt t="3185" x="1401763" y="2014538"/>
          <p14:tracePt t="3194" x="1352550" y="1978025"/>
          <p14:tracePt t="3201" x="1276350" y="1965325"/>
          <p14:tracePt t="3209" x="1227138" y="1965325"/>
          <p14:tracePt t="3217" x="1163638" y="1965325"/>
          <p14:tracePt t="3225" x="1114425" y="1939925"/>
          <p14:tracePt t="3233" x="1101725" y="1939925"/>
          <p14:tracePt t="3241" x="1076325" y="1939925"/>
          <p14:tracePt t="3249" x="1063625" y="1939925"/>
          <p14:tracePt t="3633" x="1063625" y="1952625"/>
          <p14:tracePt t="3641" x="1063625" y="1965325"/>
          <p14:tracePt t="3953" x="1063625" y="1978025"/>
          <p14:tracePt t="3985" x="1063625" y="1989138"/>
          <p14:tracePt t="4065" x="1063625" y="2001838"/>
          <p14:tracePt t="4097" x="1063625" y="2014538"/>
          <p14:tracePt t="4153" x="1063625" y="2027238"/>
          <p14:tracePt t="4161" x="1050925" y="2039938"/>
          <p14:tracePt t="4177" x="1038225" y="2039938"/>
          <p14:tracePt t="4193" x="1027113" y="2039938"/>
          <p14:tracePt t="4209" x="989013" y="2039938"/>
          <p14:tracePt t="4217" x="938213" y="2039938"/>
          <p14:tracePt t="4225" x="850900" y="2039938"/>
          <p14:tracePt t="4233" x="750888" y="2039938"/>
          <p14:tracePt t="4241" x="638175" y="2039938"/>
          <p14:tracePt t="4249" x="525463" y="2039938"/>
          <p14:tracePt t="4257" x="400050" y="2039938"/>
          <p14:tracePt t="4265" x="300038" y="2039938"/>
          <p14:tracePt t="4273" x="200025" y="2039938"/>
          <p14:tracePt t="4281" x="138113" y="2027238"/>
          <p14:tracePt t="4289" x="87313" y="2027238"/>
          <p14:tracePt t="4297" x="61913" y="2027238"/>
          <p14:tracePt t="4305" x="50800" y="2027238"/>
          <p14:tracePt t="4353" x="87313" y="2027238"/>
          <p14:tracePt t="4361" x="163513" y="2039938"/>
          <p14:tracePt t="4369" x="163513" y="2078038"/>
          <p14:tracePt t="4377" x="200025" y="2139950"/>
          <p14:tracePt t="4386" x="212725" y="2178050"/>
          <p14:tracePt t="4393" x="263525" y="2239963"/>
          <p14:tracePt t="4401" x="300038" y="2278063"/>
          <p14:tracePt t="4409" x="376238" y="2327275"/>
          <p14:tracePt t="4417" x="438150" y="2378075"/>
          <p14:tracePt t="4425" x="512763" y="2414588"/>
          <p14:tracePt t="4433" x="600075" y="2465388"/>
          <p14:tracePt t="4441" x="701675" y="2503488"/>
          <p14:tracePt t="4449" x="801688" y="2527300"/>
          <p14:tracePt t="4457" x="938213" y="2565400"/>
          <p14:tracePt t="4465" x="1063625" y="2578100"/>
          <p14:tracePt t="4473" x="1214438" y="2578100"/>
          <p14:tracePt t="4481" x="1363663" y="2578100"/>
          <p14:tracePt t="4489" x="1577975" y="2565400"/>
          <p14:tracePt t="4498" x="1689100" y="2540000"/>
          <p14:tracePt t="4505" x="1852613" y="2490788"/>
          <p14:tracePt t="4513" x="1939925" y="2439988"/>
          <p14:tracePt t="4521" x="2014538" y="2390775"/>
          <p14:tracePt t="4529" x="2078038" y="2339975"/>
          <p14:tracePt t="4537" x="2116138" y="2290763"/>
          <p14:tracePt t="4545" x="2139950" y="2214563"/>
          <p14:tracePt t="4553" x="2152650" y="2165350"/>
          <p14:tracePt t="4561" x="2152650" y="2114550"/>
          <p14:tracePt t="4570" x="2152650" y="2052638"/>
          <p14:tracePt t="4577" x="2116138" y="1978025"/>
          <p14:tracePt t="4586" x="2014538" y="1889125"/>
          <p14:tracePt t="4593" x="1914525" y="1827213"/>
          <p14:tracePt t="4601" x="1790700" y="1752600"/>
          <p14:tracePt t="4609" x="1639888" y="1663700"/>
          <p14:tracePt t="4617" x="1514475" y="1614488"/>
          <p14:tracePt t="4625" x="1401763" y="1552575"/>
          <p14:tracePt t="4633" x="1301750" y="1527175"/>
          <p14:tracePt t="4641" x="1189038" y="1463675"/>
          <p14:tracePt t="4649" x="1127125" y="1450975"/>
          <p14:tracePt t="4657" x="1038225" y="1427163"/>
          <p14:tracePt t="4665" x="950913" y="1427163"/>
          <p14:tracePt t="4673" x="889000" y="1427163"/>
          <p14:tracePt t="4682" x="801688" y="1427163"/>
          <p14:tracePt t="4689" x="750888" y="1427163"/>
          <p14:tracePt t="4697" x="676275" y="1427163"/>
          <p14:tracePt t="4705" x="650875" y="1450975"/>
          <p14:tracePt t="4713" x="600075" y="1476375"/>
          <p14:tracePt t="4721" x="550863" y="1527175"/>
          <p14:tracePt t="4729" x="512763" y="1589088"/>
          <p14:tracePt t="4737" x="488950" y="1639888"/>
          <p14:tracePt t="4745" x="488950" y="1714500"/>
          <p14:tracePt t="4754" x="476250" y="1765300"/>
          <p14:tracePt t="4761" x="476250" y="1839913"/>
          <p14:tracePt t="4770" x="476250" y="1939925"/>
          <p14:tracePt t="4777" x="476250" y="1989138"/>
          <p14:tracePt t="4785" x="476250" y="2039938"/>
          <p14:tracePt t="4793" x="550863" y="2114550"/>
          <p14:tracePt t="4801" x="625475" y="2201863"/>
          <p14:tracePt t="4809" x="725488" y="2278063"/>
          <p14:tracePt t="4817" x="863600" y="2339975"/>
          <p14:tracePt t="4825" x="1038225" y="2390775"/>
          <p14:tracePt t="4833" x="1239838" y="2427288"/>
          <p14:tracePt t="4841" x="1465263" y="2452688"/>
          <p14:tracePt t="4849" x="1614488" y="2452688"/>
          <p14:tracePt t="4857" x="1752600" y="2452688"/>
          <p14:tracePt t="4865" x="1927225" y="2452688"/>
          <p14:tracePt t="4873" x="2027238" y="2452688"/>
          <p14:tracePt t="4882" x="2139950" y="2414588"/>
          <p14:tracePt t="4889" x="2216150" y="2378075"/>
          <p14:tracePt t="4897" x="2278063" y="2339975"/>
          <p14:tracePt t="4905" x="2303463" y="2314575"/>
          <p14:tracePt t="4913" x="2303463" y="2252663"/>
          <p14:tracePt t="4921" x="2303463" y="2178050"/>
          <p14:tracePt t="4929" x="2290763" y="2114550"/>
          <p14:tracePt t="4937" x="2190750" y="2001838"/>
          <p14:tracePt t="4945" x="2090738" y="1901825"/>
          <p14:tracePt t="4954" x="1927225" y="1814513"/>
          <p14:tracePt t="4961" x="1739900" y="1727200"/>
          <p14:tracePt t="4969" x="1527175" y="1652588"/>
          <p14:tracePt t="4977" x="1289050" y="1589088"/>
          <p14:tracePt t="4985" x="1038225" y="1552575"/>
          <p14:tracePt t="4993" x="750888" y="1514475"/>
          <p14:tracePt t="5001" x="525463" y="1501775"/>
          <p14:tracePt t="5009" x="363538" y="1501775"/>
          <p14:tracePt t="5017" x="263525" y="1501775"/>
          <p14:tracePt t="5025" x="150813" y="1501775"/>
          <p14:tracePt t="5033" x="74613" y="1527175"/>
          <p14:tracePt t="5041" x="38100" y="1563688"/>
          <p14:tracePt t="5113" x="38100" y="1978025"/>
          <p14:tracePt t="5121" x="87313" y="2001838"/>
          <p14:tracePt t="5129" x="150813" y="2039938"/>
          <p14:tracePt t="5138" x="212725" y="2052638"/>
          <p14:tracePt t="5145" x="300038" y="2089150"/>
          <p14:tracePt t="5153" x="387350" y="2101850"/>
          <p14:tracePt t="5161" x="525463" y="2127250"/>
          <p14:tracePt t="5169" x="663575" y="2127250"/>
          <p14:tracePt t="5177" x="825500" y="2127250"/>
          <p14:tracePt t="5185" x="1076325" y="2127250"/>
          <p14:tracePt t="5193" x="1289050" y="2078038"/>
          <p14:tracePt t="5201" x="1527175" y="2014538"/>
          <p14:tracePt t="5209" x="1714500" y="1914525"/>
          <p14:tracePt t="5217" x="1839913" y="1839913"/>
          <p14:tracePt t="5225" x="1903413" y="1765300"/>
          <p14:tracePt t="5233" x="1914525" y="1714500"/>
          <p14:tracePt t="5241" x="1914525" y="1663700"/>
          <p14:tracePt t="5250" x="1914525" y="1627188"/>
          <p14:tracePt t="5257" x="1878013" y="1563688"/>
          <p14:tracePt t="5265" x="1790700" y="1539875"/>
          <p14:tracePt t="5273" x="1689100" y="1489075"/>
          <p14:tracePt t="5281" x="1552575" y="1450975"/>
          <p14:tracePt t="5289" x="1389063" y="1439863"/>
          <p14:tracePt t="5297" x="1214438" y="1427163"/>
          <p14:tracePt t="5305" x="1038225" y="1427163"/>
          <p14:tracePt t="5313" x="876300" y="1427163"/>
          <p14:tracePt t="5322" x="725488" y="1427163"/>
          <p14:tracePt t="5329" x="588963" y="1427163"/>
          <p14:tracePt t="5337" x="412750" y="1489075"/>
          <p14:tracePt t="5345" x="300038" y="1552575"/>
          <p14:tracePt t="5353" x="200025" y="1614488"/>
          <p14:tracePt t="5361" x="100013" y="1701800"/>
          <p14:tracePt t="5369" x="50800" y="1776413"/>
          <p14:tracePt t="5377" x="38100" y="1865313"/>
          <p14:tracePt t="5385" x="38100" y="1939925"/>
          <p14:tracePt t="5393" x="38100" y="2027238"/>
          <p14:tracePt t="5401" x="38100" y="2101850"/>
          <p14:tracePt t="5409" x="61913" y="2165350"/>
          <p14:tracePt t="5417" x="125413" y="2227263"/>
          <p14:tracePt t="5425" x="187325" y="2265363"/>
          <p14:tracePt t="5434" x="250825" y="2314575"/>
          <p14:tracePt t="5441" x="312738" y="2339975"/>
          <p14:tracePt t="5449" x="376238" y="2403475"/>
          <p14:tracePt t="5457" x="500063" y="2439988"/>
          <p14:tracePt t="5465" x="550863" y="2439988"/>
          <p14:tracePt t="5473" x="612775" y="2439988"/>
          <p14:tracePt t="5481" x="725488" y="2452688"/>
          <p14:tracePt t="5489" x="838200" y="2452688"/>
          <p14:tracePt t="5497" x="950913" y="2452688"/>
          <p14:tracePt t="5506" x="1101725" y="2452688"/>
          <p14:tracePt t="5513" x="1263650" y="2414588"/>
          <p14:tracePt t="5522" x="1401763" y="2339975"/>
          <p14:tracePt t="5529" x="1514475" y="2290763"/>
          <p14:tracePt t="5537" x="1627188" y="2201863"/>
          <p14:tracePt t="5545" x="1739900" y="2139950"/>
          <p14:tracePt t="5553" x="1778000" y="2101850"/>
          <p14:tracePt t="5561" x="1801813" y="2078038"/>
          <p14:tracePt t="5569" x="1801813" y="2065338"/>
          <p14:tracePt t="5577" x="1801813" y="2052638"/>
          <p14:tracePt t="5585" x="1801813" y="2039938"/>
          <p14:tracePt t="5593" x="1790700" y="2027238"/>
          <p14:tracePt t="5601" x="1752600" y="2001838"/>
          <p14:tracePt t="5609" x="1727200" y="1989138"/>
          <p14:tracePt t="5618" x="1689100" y="1978025"/>
          <p14:tracePt t="5625" x="1652588" y="1965325"/>
          <p14:tracePt t="5633" x="1577975" y="1965325"/>
          <p14:tracePt t="5641" x="1539875" y="1952625"/>
          <p14:tracePt t="5649" x="1527175" y="1952625"/>
          <p14:tracePt t="5657" x="1514475" y="1952625"/>
          <p14:tracePt t="6097" x="1501775" y="1952625"/>
          <p14:tracePt t="6105" x="1489075" y="2014538"/>
          <p14:tracePt t="6113" x="1489075" y="2052638"/>
          <p14:tracePt t="6121" x="1476375" y="2101850"/>
          <p14:tracePt t="6129" x="1476375" y="2139950"/>
          <p14:tracePt t="6137" x="1476375" y="2201863"/>
          <p14:tracePt t="6145" x="1476375" y="2227263"/>
          <p14:tracePt t="6153" x="1465263" y="2303463"/>
          <p14:tracePt t="6161" x="1465263" y="2339975"/>
          <p14:tracePt t="6169" x="1465263" y="2390775"/>
          <p14:tracePt t="6177" x="1465263" y="2439988"/>
          <p14:tracePt t="6186" x="1465263" y="2490788"/>
          <p14:tracePt t="6193" x="1465263" y="2540000"/>
          <p14:tracePt t="6201" x="1489075" y="2603500"/>
          <p14:tracePt t="6209" x="1539875" y="2665413"/>
          <p14:tracePt t="6217" x="1601788" y="2716213"/>
          <p14:tracePt t="6225" x="1677988" y="2728913"/>
          <p14:tracePt t="6233" x="1727200" y="2752725"/>
          <p14:tracePt t="6241" x="1801813" y="2752725"/>
          <p14:tracePt t="6249" x="1852613" y="2752725"/>
          <p14:tracePt t="6258" x="1903413" y="2752725"/>
          <p14:tracePt t="6265" x="1952625" y="2752725"/>
          <p14:tracePt t="6273" x="2027238" y="2716213"/>
          <p14:tracePt t="6281" x="2090738" y="2640013"/>
          <p14:tracePt t="6289" x="2139950" y="2590800"/>
          <p14:tracePt t="6297" x="2178050" y="2527300"/>
          <p14:tracePt t="6305" x="2216150" y="2427288"/>
          <p14:tracePt t="6313" x="2228850" y="2352675"/>
          <p14:tracePt t="6321" x="2228850" y="2265363"/>
          <p14:tracePt t="6329" x="2228850" y="2190750"/>
          <p14:tracePt t="6338" x="2228850" y="2089150"/>
          <p14:tracePt t="6345" x="2178050" y="2014538"/>
          <p14:tracePt t="6353" x="2078038" y="1914525"/>
          <p14:tracePt t="6361" x="2003425" y="1814513"/>
          <p14:tracePt t="6370" x="1927225" y="1739900"/>
          <p14:tracePt t="6377" x="1839913" y="1676400"/>
          <p14:tracePt t="6385" x="1752600" y="1627188"/>
          <p14:tracePt t="6393" x="1677988" y="1601788"/>
          <p14:tracePt t="6401" x="1577975" y="1576388"/>
          <p14:tracePt t="6409" x="1465263" y="1576388"/>
          <p14:tracePt t="6417" x="1339850" y="1576388"/>
          <p14:tracePt t="6425" x="1214438" y="1576388"/>
          <p14:tracePt t="6433" x="1089025" y="1576388"/>
          <p14:tracePt t="6442" x="989013" y="1576388"/>
          <p14:tracePt t="6449" x="889000" y="1601788"/>
          <p14:tracePt t="6458" x="801688" y="1627188"/>
          <p14:tracePt t="6465" x="725488" y="1652588"/>
          <p14:tracePt t="6473" x="676275" y="1652588"/>
          <p14:tracePt t="6481" x="625475" y="1689100"/>
          <p14:tracePt t="6489" x="600075" y="1714500"/>
          <p14:tracePt t="6497" x="588963" y="1727200"/>
          <p14:tracePt t="6505" x="576263" y="1739900"/>
          <p14:tracePt t="6513" x="563563" y="1765300"/>
          <p14:tracePt t="6521" x="563563" y="1789113"/>
          <p14:tracePt t="6529" x="563563" y="1839913"/>
          <p14:tracePt t="6537" x="563563" y="1889125"/>
          <p14:tracePt t="6545" x="563563" y="1978025"/>
          <p14:tracePt t="6554" x="563563" y="2027238"/>
          <p14:tracePt t="6561" x="588963" y="2101850"/>
          <p14:tracePt t="6569" x="600075" y="2139950"/>
          <p14:tracePt t="6577" x="638175" y="2178050"/>
          <p14:tracePt t="6585" x="725488" y="2227263"/>
          <p14:tracePt t="6593" x="801688" y="2265363"/>
          <p14:tracePt t="6601" x="925513" y="2303463"/>
          <p14:tracePt t="6609" x="1076325" y="2339975"/>
          <p14:tracePt t="6617" x="1239838" y="2352675"/>
          <p14:tracePt t="6626" x="1439863" y="2352675"/>
          <p14:tracePt t="6633" x="1677988" y="2352675"/>
          <p14:tracePt t="6642" x="1965325" y="2352675"/>
          <p14:tracePt t="6649" x="2127250" y="2314575"/>
          <p14:tracePt t="6658" x="2378075" y="2239963"/>
          <p14:tracePt t="6665" x="2516188" y="2165350"/>
          <p14:tracePt t="6673" x="2628900" y="2089150"/>
          <p14:tracePt t="6681" x="2703513" y="2001838"/>
          <p14:tracePt t="6689" x="2716213" y="1939925"/>
          <p14:tracePt t="6697" x="2716213" y="1865313"/>
          <p14:tracePt t="6705" x="2716213" y="1827213"/>
          <p14:tracePt t="6713" x="2690813" y="1765300"/>
          <p14:tracePt t="6721" x="2590800" y="1701800"/>
          <p14:tracePt t="6729" x="2490788" y="1652588"/>
          <p14:tracePt t="6737" x="2352675" y="1601788"/>
          <p14:tracePt t="6745" x="2203450" y="1563688"/>
          <p14:tracePt t="6754" x="2027238" y="1552575"/>
          <p14:tracePt t="6761" x="1865313" y="1552575"/>
          <p14:tracePt t="6769" x="1714500" y="1552575"/>
          <p14:tracePt t="6777" x="1552575" y="1552575"/>
          <p14:tracePt t="6785" x="1401763" y="1552575"/>
          <p14:tracePt t="6793" x="1252538" y="1576388"/>
          <p14:tracePt t="6801" x="1127125" y="1601788"/>
          <p14:tracePt t="6809" x="989013" y="1676400"/>
          <p14:tracePt t="6817" x="876300" y="1752600"/>
          <p14:tracePt t="6826" x="801688" y="1839913"/>
          <p14:tracePt t="6833" x="738188" y="1914525"/>
          <p14:tracePt t="6841" x="701675" y="1989138"/>
          <p14:tracePt t="6849" x="701675" y="2065338"/>
          <p14:tracePt t="6857" x="701675" y="2139950"/>
          <p14:tracePt t="6865" x="701675" y="2178050"/>
          <p14:tracePt t="6873" x="701675" y="2214563"/>
          <p14:tracePt t="6881" x="776288" y="2265363"/>
          <p14:tracePt t="6889" x="863600" y="2314575"/>
          <p14:tracePt t="6897" x="1014413" y="2339975"/>
          <p14:tracePt t="6905" x="1150938" y="2378075"/>
          <p14:tracePt t="6913" x="1301750" y="2390775"/>
          <p14:tracePt t="6921" x="1452563" y="2390775"/>
          <p14:tracePt t="6929" x="1601788" y="2390775"/>
          <p14:tracePt t="6938" x="1739900" y="2390775"/>
          <p14:tracePt t="6945" x="1865313" y="2390775"/>
          <p14:tracePt t="6953" x="1990725" y="2378075"/>
          <p14:tracePt t="6961" x="2078038" y="2339975"/>
          <p14:tracePt t="6969" x="2165350" y="2314575"/>
          <p14:tracePt t="6977" x="2239963" y="2239963"/>
          <p14:tracePt t="6989" x="2278063" y="2178050"/>
          <p14:tracePt t="6993" x="2278063" y="2078038"/>
          <p14:tracePt t="7001" x="2278063" y="2014538"/>
          <p14:tracePt t="7010" x="2278063" y="1965325"/>
          <p14:tracePt t="7017" x="2228850" y="1889125"/>
          <p14:tracePt t="7025" x="2139950" y="1839913"/>
          <p14:tracePt t="7033" x="2014538" y="1765300"/>
          <p14:tracePt t="7041" x="1914525" y="1739900"/>
          <p14:tracePt t="7049" x="1752600" y="1701800"/>
          <p14:tracePt t="7057" x="1589088" y="1689100"/>
          <p14:tracePt t="7065" x="1427163" y="1689100"/>
          <p14:tracePt t="7073" x="1276350" y="1689100"/>
          <p14:tracePt t="7081" x="1114425" y="1689100"/>
          <p14:tracePt t="7089" x="976313" y="1689100"/>
          <p14:tracePt t="7097" x="850900" y="1714500"/>
          <p14:tracePt t="7105" x="801688" y="1765300"/>
          <p14:tracePt t="7113" x="750888" y="1801813"/>
          <p14:tracePt t="7122" x="738188" y="1876425"/>
          <p14:tracePt t="7129" x="712788" y="1952625"/>
          <p14:tracePt t="7137" x="712788" y="2027238"/>
          <p14:tracePt t="7145" x="712788" y="2101850"/>
          <p14:tracePt t="7153" x="763588" y="2178050"/>
          <p14:tracePt t="7161" x="850900" y="2227263"/>
          <p14:tracePt t="7169" x="950913" y="2265363"/>
          <p14:tracePt t="7177" x="1050925" y="2314575"/>
          <p14:tracePt t="7185" x="1189038" y="2327275"/>
          <p14:tracePt t="7194" x="1327150" y="2365375"/>
          <p14:tracePt t="7201" x="1452563" y="2365375"/>
          <p14:tracePt t="7209" x="1589088" y="2365375"/>
          <p14:tracePt t="7217" x="1739900" y="2365375"/>
          <p14:tracePt t="7225" x="1890713" y="2327275"/>
          <p14:tracePt t="7233" x="2027238" y="2265363"/>
          <p14:tracePt t="7241" x="2116138" y="2190750"/>
          <p14:tracePt t="7249" x="2216150" y="2114550"/>
          <p14:tracePt t="7257" x="2328863" y="2039938"/>
          <p14:tracePt t="7265" x="2390775" y="1952625"/>
          <p14:tracePt t="7273" x="2403475" y="1901825"/>
          <p14:tracePt t="7281" x="2403475" y="1852613"/>
          <p14:tracePt t="7289" x="2403475" y="1801813"/>
          <p14:tracePt t="7297" x="2403475" y="1765300"/>
          <p14:tracePt t="7305" x="2390775" y="1739900"/>
          <p14:tracePt t="7313" x="2316163" y="1689100"/>
          <p14:tracePt t="7321" x="2252663" y="1676400"/>
          <p14:tracePt t="7329" x="2116138" y="1663700"/>
          <p14:tracePt t="7337" x="1978025" y="1639888"/>
          <p14:tracePt t="7345" x="1839913" y="1639888"/>
          <p14:tracePt t="7353" x="1689100" y="1639888"/>
          <p14:tracePt t="7361" x="1539875" y="1639888"/>
          <p14:tracePt t="7369" x="1414463" y="1639888"/>
          <p14:tracePt t="7378" x="1314450" y="1639888"/>
          <p14:tracePt t="7385" x="1227138" y="1639888"/>
          <p14:tracePt t="7393" x="1163638" y="1639888"/>
          <p14:tracePt t="7401" x="1089025" y="1639888"/>
          <p14:tracePt t="7409" x="1050925" y="1639888"/>
          <p14:tracePt t="7417" x="1038225" y="1652588"/>
          <p14:tracePt t="7425" x="1014413" y="1652588"/>
          <p14:tracePt t="7497" x="1014413" y="1663700"/>
          <p14:tracePt t="8513" x="1076325" y="1676400"/>
          <p14:tracePt t="8521" x="1263650" y="1676400"/>
          <p14:tracePt t="8529" x="1376363" y="1701800"/>
          <p14:tracePt t="8537" x="1452563" y="1739900"/>
          <p14:tracePt t="8545" x="1452563" y="1752600"/>
          <p14:tracePt t="8553" x="1465263" y="1776413"/>
          <p14:tracePt t="8561" x="1465263" y="1814513"/>
          <p14:tracePt t="8569" x="1476375" y="1839913"/>
          <p14:tracePt t="8577" x="1476375" y="1865313"/>
          <p14:tracePt t="8585" x="1476375" y="1889125"/>
          <p14:tracePt t="8593" x="1476375" y="1901825"/>
          <p14:tracePt t="8601" x="1476375" y="1914525"/>
          <p14:tracePt t="8609" x="1489075" y="1927225"/>
          <p14:tracePt t="8993" x="1489075" y="1939925"/>
          <p14:tracePt t="9001" x="1489075" y="1952625"/>
          <p14:tracePt t="9009" x="1489075" y="1965325"/>
          <p14:tracePt t="9017" x="1489075" y="1978025"/>
          <p14:tracePt t="9049" x="1489075" y="1989138"/>
          <p14:tracePt t="9105" x="1489075" y="2001838"/>
          <p14:tracePt t="9121" x="1476375" y="2014538"/>
          <p14:tracePt t="9153" x="1476375" y="2027238"/>
          <p14:tracePt t="9201" x="1476375" y="2039938"/>
          <p14:tracePt t="9209" x="1465263" y="2039938"/>
          <p14:tracePt t="9225" x="1452563" y="2065338"/>
          <p14:tracePt t="9241" x="1439863" y="2065338"/>
          <p14:tracePt t="9257" x="1427163" y="2078038"/>
          <p14:tracePt t="9273" x="1414463" y="2078038"/>
          <p14:tracePt t="9305" x="1389063" y="2089150"/>
          <p14:tracePt t="9313" x="1376363" y="2101850"/>
          <p14:tracePt t="9329" x="1363663" y="2114550"/>
          <p14:tracePt t="9337" x="1339850" y="2114550"/>
          <p14:tracePt t="9345" x="1339850" y="2127250"/>
          <p14:tracePt t="9353" x="1314450" y="2139950"/>
          <p14:tracePt t="9361" x="1301750" y="2165350"/>
          <p14:tracePt t="9369" x="1289050" y="2178050"/>
          <p14:tracePt t="9377" x="1289050" y="2190750"/>
          <p14:tracePt t="9385" x="1276350" y="2201863"/>
          <p14:tracePt t="9393" x="1263650" y="2214563"/>
          <p14:tracePt t="9409" x="1252538" y="2227263"/>
          <p14:tracePt t="9529" x="1252538" y="2252663"/>
          <p14:tracePt t="9545" x="1252538" y="2265363"/>
          <p14:tracePt t="9561" x="1252538" y="2290763"/>
          <p14:tracePt t="9577" x="1252538" y="2303463"/>
          <p14:tracePt t="9585" x="1252538" y="2327275"/>
          <p14:tracePt t="9593" x="1263650" y="2339975"/>
          <p14:tracePt t="9601" x="1263650" y="2352675"/>
          <p14:tracePt t="9609" x="1276350" y="2352675"/>
          <p14:tracePt t="9625" x="1289050" y="2365375"/>
          <p14:tracePt t="9634" x="1301750" y="2365375"/>
          <p14:tracePt t="9641" x="1339850" y="2378075"/>
          <p14:tracePt t="9657" x="1352550" y="2378075"/>
          <p14:tracePt t="9665" x="1389063" y="2378075"/>
          <p14:tracePt t="9673" x="1414463" y="2378075"/>
          <p14:tracePt t="9681" x="1439863" y="2378075"/>
          <p14:tracePt t="9689" x="1465263" y="2378075"/>
          <p14:tracePt t="9697" x="1489075" y="2378075"/>
          <p14:tracePt t="9705" x="1501775" y="2378075"/>
          <p14:tracePt t="9713" x="1527175" y="2365375"/>
          <p14:tracePt t="9721" x="1527175" y="2327275"/>
          <p14:tracePt t="9729" x="1527175" y="2290763"/>
          <p14:tracePt t="9737" x="1527175" y="2239963"/>
          <p14:tracePt t="9746" x="1527175" y="2190750"/>
          <p14:tracePt t="9753" x="1527175" y="2152650"/>
          <p14:tracePt t="9761" x="1527175" y="2101850"/>
          <p14:tracePt t="9769" x="1527175" y="2065338"/>
          <p14:tracePt t="9777" x="1527175" y="2027238"/>
          <p14:tracePt t="9785" x="1501775" y="1989138"/>
          <p14:tracePt t="9793" x="1489075" y="1952625"/>
          <p14:tracePt t="9801" x="1476375" y="1939925"/>
          <p14:tracePt t="9809" x="1465263" y="1927225"/>
          <p14:tracePt t="9834" x="1452563" y="1927225"/>
          <p14:tracePt t="9841" x="1439863" y="1927225"/>
          <p14:tracePt t="9849" x="1427163" y="1927225"/>
          <p14:tracePt t="9857" x="1414463" y="1927225"/>
          <p14:tracePt t="9865" x="1401763" y="1927225"/>
          <p14:tracePt t="9873" x="1389063" y="1927225"/>
          <p14:tracePt t="9889" x="1363663" y="1927225"/>
          <p14:tracePt t="9897" x="1339850" y="1927225"/>
          <p14:tracePt t="9905" x="1314450" y="1927225"/>
          <p14:tracePt t="9913" x="1276350" y="1939925"/>
          <p14:tracePt t="9921" x="1263650" y="1939925"/>
          <p14:tracePt t="9929" x="1227138" y="1952625"/>
          <p14:tracePt t="9947" x="1176338" y="1965325"/>
          <p14:tracePt t="9953" x="1139825" y="1965325"/>
          <p14:tracePt t="9961" x="1114425" y="1978025"/>
          <p14:tracePt t="9969" x="1089025" y="1989138"/>
          <p14:tracePt t="9977" x="1076325" y="1989138"/>
          <p14:tracePt t="9985" x="1038225" y="1989138"/>
          <p14:tracePt t="9993" x="1001713" y="1989138"/>
          <p14:tracePt t="10002" x="989013" y="1989138"/>
          <p14:tracePt t="10025" x="963613" y="1989138"/>
          <p14:tracePt t="10954" x="989013" y="1989138"/>
          <p14:tracePt t="10961" x="1214438" y="2089150"/>
          <p14:tracePt t="10969" x="1289050" y="2152650"/>
          <p14:tracePt t="10977" x="1339850" y="2201863"/>
          <p14:tracePt t="10985" x="1352550" y="2214563"/>
          <p14:tracePt t="10993" x="1389063" y="2252663"/>
          <p14:tracePt t="11009" x="1401763" y="2265363"/>
          <p14:tracePt t="11073" x="1401763" y="2239963"/>
          <p14:tracePt t="11081" x="1401763" y="2190750"/>
          <p14:tracePt t="11089" x="1401763" y="2152650"/>
          <p14:tracePt t="11097" x="1401763" y="2114550"/>
          <p14:tracePt t="11105" x="1376363" y="2039938"/>
          <p14:tracePt t="11113" x="1363663" y="1989138"/>
          <p14:tracePt t="11121" x="1327150" y="1889125"/>
          <p14:tracePt t="11129" x="1327150" y="1852613"/>
          <p14:tracePt t="11138" x="1301750" y="1801813"/>
          <p14:tracePt t="11145" x="1276350" y="1752600"/>
          <p14:tracePt t="11153" x="1263650" y="1714500"/>
          <p14:tracePt t="11161" x="1239838" y="1689100"/>
          <p14:tracePt t="11169" x="1214438" y="1663700"/>
          <p14:tracePt t="11177" x="1189038" y="1639888"/>
          <p14:tracePt t="11185" x="1163638" y="1639888"/>
          <p14:tracePt t="11193" x="1101725" y="1614488"/>
          <p14:tracePt t="11201" x="1050925" y="1601788"/>
          <p14:tracePt t="11209" x="1014413" y="1601788"/>
          <p14:tracePt t="11217" x="976313" y="1601788"/>
          <p14:tracePt t="11225" x="938213" y="1601788"/>
          <p14:tracePt t="11233" x="914400" y="1601788"/>
          <p14:tracePt t="11241" x="876300" y="1614488"/>
          <p14:tracePt t="11250" x="850900" y="1614488"/>
          <p14:tracePt t="11257" x="825500" y="1627188"/>
          <p14:tracePt t="11265" x="788988" y="1663700"/>
          <p14:tracePt t="11273" x="750888" y="1676400"/>
          <p14:tracePt t="11281" x="701675" y="1714500"/>
          <p14:tracePt t="11297" x="676275" y="1727200"/>
          <p14:tracePt t="11305" x="663575" y="1752600"/>
          <p14:tracePt t="11313" x="650875" y="1752600"/>
          <p14:tracePt t="11322" x="650875" y="1765300"/>
          <p14:tracePt t="11329" x="638175" y="1765300"/>
          <p14:tracePt t="11361" x="625475" y="1789113"/>
          <p14:tracePt t="11393" x="612775" y="1789113"/>
          <p14:tracePt t="11401" x="612775" y="1801813"/>
          <p14:tracePt t="11409" x="600075" y="1801813"/>
          <p14:tracePt t="11425" x="600075" y="1814513"/>
          <p14:tracePt t="11457" x="588963" y="1827213"/>
          <p14:tracePt t="11489" x="576263" y="1839913"/>
          <p14:tracePt t="11505" x="563563" y="1852613"/>
          <p14:tracePt t="11521" x="563563" y="1876425"/>
          <p14:tracePt t="11537" x="563563" y="1889125"/>
          <p14:tracePt t="11553" x="550863" y="1889125"/>
          <p14:tracePt t="11617" x="538163" y="1901825"/>
          <p14:tracePt t="11633" x="525463" y="1914525"/>
          <p14:tracePt t="11649" x="512763" y="1914525"/>
          <p14:tracePt t="11665" x="488950" y="1927225"/>
          <p14:tracePt t="11777" x="500063" y="1939925"/>
          <p14:tracePt t="11785" x="576263" y="1952625"/>
          <p14:tracePt t="11793" x="676275" y="1965325"/>
          <p14:tracePt t="11801" x="725488" y="1965325"/>
          <p14:tracePt t="11809" x="801688" y="1978025"/>
          <p14:tracePt t="11817" x="901700" y="1989138"/>
          <p14:tracePt t="11825" x="989013" y="1989138"/>
          <p14:tracePt t="11833" x="1089025" y="1989138"/>
          <p14:tracePt t="11841" x="1163638" y="1989138"/>
          <p14:tracePt t="11849" x="1263650" y="1989138"/>
          <p14:tracePt t="11857" x="1327150" y="1989138"/>
          <p14:tracePt t="11865" x="1339850" y="1989138"/>
          <p14:tracePt t="11873" x="1352550" y="1989138"/>
          <p14:tracePt t="11881" x="1363663" y="1989138"/>
          <p14:tracePt t="11945" x="1376363" y="1978025"/>
          <p14:tracePt t="12009" x="1389063" y="1978025"/>
          <p14:tracePt t="12017" x="1401763" y="1978025"/>
          <p14:tracePt t="12025" x="1452563" y="1978025"/>
          <p14:tracePt t="12033" x="1527175" y="1978025"/>
          <p14:tracePt t="12041" x="1614488" y="1978025"/>
          <p14:tracePt t="12049" x="1677988" y="1978025"/>
          <p14:tracePt t="12057" x="1765300" y="1978025"/>
          <p14:tracePt t="12065" x="1865313" y="1978025"/>
          <p14:tracePt t="12073" x="1939925" y="1978025"/>
          <p14:tracePt t="12081" x="2003425" y="1978025"/>
          <p14:tracePt t="12089" x="2052638" y="1978025"/>
          <p14:tracePt t="12097" x="2090738" y="1978025"/>
          <p14:tracePt t="12105" x="2127250" y="1978025"/>
          <p14:tracePt t="12121" x="2139950" y="1978025"/>
          <p14:tracePt t="12129" x="2152650" y="1978025"/>
          <p14:tracePt t="12177" x="2165350" y="1978025"/>
          <p14:tracePt t="12193" x="2190750" y="1978025"/>
          <p14:tracePt t="12201" x="2203450" y="1978025"/>
          <p14:tracePt t="12209" x="2239963" y="1978025"/>
          <p14:tracePt t="12217" x="2252663" y="1978025"/>
          <p14:tracePt t="12225" x="2278063" y="1978025"/>
          <p14:tracePt t="12233" x="2303463" y="1978025"/>
          <p14:tracePt t="12241" x="2328863" y="1978025"/>
          <p14:tracePt t="12249" x="2352675" y="1978025"/>
          <p14:tracePt t="12258" x="2390775" y="1978025"/>
          <p14:tracePt t="12265" x="2416175" y="1978025"/>
          <p14:tracePt t="12273" x="2428875" y="1978025"/>
          <p14:tracePt t="12281" x="2441575" y="1978025"/>
          <p14:tracePt t="12289" x="2452688" y="1978025"/>
          <p14:tracePt t="12305" x="2465388" y="1978025"/>
          <p14:tracePt t="12313" x="2490788" y="1978025"/>
          <p14:tracePt t="12321" x="2503488" y="1978025"/>
          <p14:tracePt t="12329" x="2554288" y="1978025"/>
          <p14:tracePt t="12337" x="2590800" y="1978025"/>
          <p14:tracePt t="12345" x="2628900" y="1978025"/>
          <p14:tracePt t="12353" x="2641600" y="1978025"/>
          <p14:tracePt t="12361" x="2667000" y="1978025"/>
          <p14:tracePt t="12370" x="2678113" y="1978025"/>
          <p14:tracePt t="12633" x="2690813" y="1978025"/>
          <p14:tracePt t="13169" x="2716213" y="1978025"/>
          <p14:tracePt t="13241" x="2728913" y="1989138"/>
          <p14:tracePt t="13257" x="2716213" y="2014538"/>
          <p14:tracePt t="13265" x="2678113" y="2027238"/>
          <p14:tracePt t="13273" x="2628900" y="2052638"/>
          <p14:tracePt t="13281" x="2616200" y="2052638"/>
          <p14:tracePt t="13289" x="2565400" y="2052638"/>
          <p14:tracePt t="13297" x="2516188" y="2052638"/>
          <p14:tracePt t="13306" x="2452688" y="2052638"/>
          <p14:tracePt t="13313" x="2352675" y="2052638"/>
          <p14:tracePt t="13321" x="2252663" y="2052638"/>
          <p14:tracePt t="13329" x="2116138" y="2052638"/>
          <p14:tracePt t="13337" x="2003425" y="2052638"/>
          <p14:tracePt t="13345" x="1903413" y="2052638"/>
          <p14:tracePt t="13353" x="1778000" y="2052638"/>
          <p14:tracePt t="13361" x="1689100" y="2052638"/>
          <p14:tracePt t="13369" x="1639888" y="2052638"/>
          <p14:tracePt t="13378" x="1589088" y="2052638"/>
          <p14:tracePt t="13385" x="1577975" y="2052638"/>
          <p14:tracePt t="13394" x="1565275" y="2052638"/>
          <p14:tracePt t="13401" x="1552575" y="2052638"/>
          <p14:tracePt t="13417" x="1539875" y="2052638"/>
          <p14:tracePt t="13433" x="1527175" y="2052638"/>
          <p14:tracePt t="13473" x="1514475" y="2052638"/>
          <p14:tracePt t="13481" x="1501775" y="2052638"/>
          <p14:tracePt t="13489" x="1489075" y="2052638"/>
          <p14:tracePt t="13505" x="1476375" y="2052638"/>
          <p14:tracePt t="13513" x="1465263" y="2052638"/>
          <p14:tracePt t="13521" x="1452563" y="2052638"/>
          <p14:tracePt t="13529" x="1439863" y="2052638"/>
          <p14:tracePt t="13537" x="1414463" y="2052638"/>
          <p14:tracePt t="13553" x="1401763" y="2052638"/>
          <p14:tracePt t="13561" x="1376363" y="2052638"/>
          <p14:tracePt t="13617" x="1363663" y="2052638"/>
          <p14:tracePt t="13665" x="1352550" y="2052638"/>
          <p14:tracePt t="13673" x="1339850" y="2039938"/>
          <p14:tracePt t="13737" x="1339850" y="2027238"/>
          <p14:tracePt t="14089" x="1352550" y="2027238"/>
          <p14:tracePt t="14105" x="1363663" y="2027238"/>
          <p14:tracePt t="14113" x="1376363" y="2027238"/>
          <p14:tracePt t="14121" x="1401763" y="2027238"/>
          <p14:tracePt t="14129" x="1427163" y="2027238"/>
          <p14:tracePt t="14137" x="1465263" y="2052638"/>
          <p14:tracePt t="14145" x="1476375" y="2065338"/>
          <p14:tracePt t="14153" x="1527175" y="2101850"/>
          <p14:tracePt t="14161" x="1565275" y="2152650"/>
          <p14:tracePt t="14169" x="1577975" y="2201863"/>
          <p14:tracePt t="14177" x="1614488" y="2227263"/>
          <p14:tracePt t="14185" x="1614488" y="2252663"/>
          <p14:tracePt t="14193" x="1639888" y="2303463"/>
          <p14:tracePt t="14201" x="1652588" y="2339975"/>
          <p14:tracePt t="14209" x="1677988" y="2390775"/>
          <p14:tracePt t="14217" x="1701800" y="2427288"/>
          <p14:tracePt t="14225" x="1727200" y="2465388"/>
          <p14:tracePt t="14233" x="1765300" y="2503488"/>
          <p14:tracePt t="14241" x="1778000" y="2516188"/>
          <p14:tracePt t="14249" x="1801813" y="2552700"/>
          <p14:tracePt t="14257" x="1814513" y="2552700"/>
          <p14:tracePt t="14265" x="1827213" y="2565400"/>
          <p14:tracePt t="16545" x="1839913" y="2565400"/>
          <p14:tracePt t="16553" x="1903413" y="2616200"/>
          <p14:tracePt t="16561" x="1952625" y="2640013"/>
          <p14:tracePt t="16570" x="2014538" y="2652713"/>
          <p14:tracePt t="16577" x="2103438" y="2678113"/>
          <p14:tracePt t="16585" x="2239963" y="2703513"/>
          <p14:tracePt t="16593" x="2416175" y="2728913"/>
          <p14:tracePt t="16601" x="2578100" y="2740025"/>
          <p14:tracePt t="16609" x="2778125" y="2740025"/>
          <p14:tracePt t="16617" x="2941638" y="2740025"/>
          <p14:tracePt t="16625" x="3079750" y="2740025"/>
          <p14:tracePt t="16633" x="3179763" y="2740025"/>
          <p14:tracePt t="16641" x="3228975" y="2728913"/>
          <p14:tracePt t="16649" x="3241675" y="2728913"/>
          <p14:tracePt t="16657" x="3254375" y="2703513"/>
          <p14:tracePt t="16665" x="3254375" y="2652713"/>
          <p14:tracePt t="16673" x="3254375" y="2603500"/>
          <p14:tracePt t="16682" x="3241675" y="2527300"/>
          <p14:tracePt t="16689" x="3205163" y="2439988"/>
          <p14:tracePt t="16697" x="3128963" y="2339975"/>
          <p14:tracePt t="16705" x="3067050" y="2239963"/>
          <p14:tracePt t="16713" x="3003550" y="2152650"/>
          <p14:tracePt t="16721" x="2928938" y="2065338"/>
          <p14:tracePt t="16729" x="2879725" y="1989138"/>
          <p14:tracePt t="16737" x="2816225" y="1901825"/>
          <p14:tracePt t="16745" x="2778125" y="1852613"/>
          <p14:tracePt t="16754" x="2728913" y="1801813"/>
          <p14:tracePt t="16761" x="2703513" y="1776413"/>
          <p14:tracePt t="16769" x="2667000" y="1752600"/>
          <p14:tracePt t="16777" x="2616200" y="1739900"/>
          <p14:tracePt t="16785" x="2578100" y="1714500"/>
          <p14:tracePt t="16793" x="2503488" y="1701800"/>
          <p14:tracePt t="16801" x="2452688" y="1701800"/>
          <p14:tracePt t="16809" x="2390775" y="1701800"/>
          <p14:tracePt t="16817" x="2303463" y="1701800"/>
          <p14:tracePt t="16825" x="2239963" y="1701800"/>
          <p14:tracePt t="16833" x="2165350" y="1701800"/>
          <p14:tracePt t="16841" x="2103438" y="1701800"/>
          <p14:tracePt t="16849" x="1978025" y="1701800"/>
          <p14:tracePt t="16857" x="1878013" y="1701800"/>
          <p14:tracePt t="16865" x="1814513" y="1701800"/>
          <p14:tracePt t="16873" x="1739900" y="1701800"/>
          <p14:tracePt t="16881" x="1689100" y="1701800"/>
          <p14:tracePt t="16889" x="1652588" y="1701800"/>
          <p14:tracePt t="16905" x="1627188" y="1701800"/>
          <p14:tracePt t="16913" x="1614488" y="1701800"/>
          <p14:tracePt t="16937" x="1589088" y="1701800"/>
          <p14:tracePt t="16969" x="1589088" y="1714500"/>
          <p14:tracePt t="17001" x="1589088" y="1739900"/>
          <p14:tracePt t="17041" x="1589088" y="1752600"/>
          <p14:tracePt t="17057" x="1589088" y="1776413"/>
          <p14:tracePt t="17065" x="1589088" y="1801813"/>
          <p14:tracePt t="17073" x="1589088" y="1827213"/>
          <p14:tracePt t="17081" x="1589088" y="1889125"/>
          <p14:tracePt t="17089" x="1639888" y="1965325"/>
          <p14:tracePt t="17097" x="1701800" y="2065338"/>
          <p14:tracePt t="17105" x="1778000" y="2214563"/>
          <p14:tracePt t="17113" x="1852613" y="2327275"/>
          <p14:tracePt t="17121" x="1965325" y="2478088"/>
          <p14:tracePt t="17129" x="2039938" y="2590800"/>
          <p14:tracePt t="17137" x="2139950" y="2690813"/>
          <p14:tracePt t="17145" x="2252663" y="2790825"/>
          <p14:tracePt t="17153" x="2328863" y="2840038"/>
          <p14:tracePt t="17161" x="2378075" y="2865438"/>
          <p14:tracePt t="17169" x="2428875" y="2890838"/>
          <p14:tracePt t="17185" x="2441575" y="2890838"/>
          <p14:tracePt t="19073" x="2452688" y="2890838"/>
          <p14:tracePt t="27497" x="2452688" y="2878138"/>
          <p14:tracePt t="27505" x="2452688" y="2865438"/>
          <p14:tracePt t="27521" x="2452688" y="2852738"/>
          <p14:tracePt t="27529" x="2441575" y="2852738"/>
          <p14:tracePt t="27809" x="2441575" y="2840038"/>
          <p14:tracePt t="27825" x="2452688" y="2840038"/>
          <p14:tracePt t="27833" x="2465388" y="2840038"/>
          <p14:tracePt t="27841" x="2465388" y="2852738"/>
          <p14:tracePt t="27857" x="2478088" y="2852738"/>
          <p14:tracePt t="28225" x="2490788" y="2865438"/>
          <p14:tracePt t="28241" x="2490788" y="2878138"/>
          <p14:tracePt t="28257" x="2503488" y="2890838"/>
          <p14:tracePt t="28273" x="2503488" y="2903538"/>
          <p14:tracePt t="28289" x="2516188" y="2916238"/>
          <p14:tracePt t="28425" x="2516188" y="2928938"/>
          <p14:tracePt t="28433" x="2503488" y="2928938"/>
          <p14:tracePt t="28441" x="2490788" y="2928938"/>
          <p14:tracePt t="28457" x="2478088" y="2928938"/>
          <p14:tracePt t="28465" x="2465388" y="2928938"/>
          <p14:tracePt t="28473" x="2452688" y="2928938"/>
          <p14:tracePt t="28481" x="2441575" y="2928938"/>
          <p14:tracePt t="28489" x="2428875" y="2928938"/>
          <p14:tracePt t="28497" x="2416175" y="2916238"/>
          <p14:tracePt t="28505" x="2390775" y="2903538"/>
          <p14:tracePt t="28513" x="2365375" y="2890838"/>
          <p14:tracePt t="28521" x="2339975" y="2890838"/>
          <p14:tracePt t="28528" x="2328863" y="2865438"/>
          <p14:tracePt t="28537" x="2278063" y="2852738"/>
          <p14:tracePt t="28544" x="2239963" y="2828925"/>
          <p14:tracePt t="28553" x="2203450" y="2790825"/>
          <p14:tracePt t="28561" x="2152650" y="2778125"/>
          <p14:tracePt t="28569" x="2078038" y="2740025"/>
          <p14:tracePt t="28577" x="2027238" y="2703513"/>
          <p14:tracePt t="28585" x="1965325" y="2665413"/>
          <p14:tracePt t="28593" x="1878013" y="2616200"/>
          <p14:tracePt t="28601" x="1801813" y="2578100"/>
          <p14:tracePt t="28609" x="1727200" y="2552700"/>
          <p14:tracePt t="28617" x="1689100" y="2540000"/>
          <p14:tracePt t="28625" x="1652588" y="2527300"/>
          <p14:tracePt t="28633" x="1614488" y="2503488"/>
          <p14:tracePt t="28641" x="1601788" y="2503488"/>
          <p14:tracePt t="28649" x="1565275" y="2478088"/>
          <p14:tracePt t="28657" x="1527175" y="2452688"/>
          <p14:tracePt t="28665" x="1489075" y="2439988"/>
          <p14:tracePt t="28673" x="1452563" y="2403475"/>
          <p14:tracePt t="28682" x="1401763" y="2403475"/>
          <p14:tracePt t="28689" x="1376363" y="2390775"/>
          <p14:tracePt t="28696" x="1352550" y="2390775"/>
          <p14:tracePt t="28713" x="1327150" y="2390775"/>
          <p14:tracePt t="28737" x="1314450" y="2390775"/>
          <p14:tracePt t="28761" x="1301750" y="2390775"/>
          <p14:tracePt t="28769" x="1289050" y="2403475"/>
          <p14:tracePt t="28777" x="1276350" y="2403475"/>
          <p14:tracePt t="28785" x="1276350" y="2414588"/>
          <p14:tracePt t="28793" x="1252538" y="2427288"/>
          <p14:tracePt t="28801" x="1227138" y="2439988"/>
          <p14:tracePt t="28809" x="1214438" y="2439988"/>
          <p14:tracePt t="28825" x="1201738" y="2439988"/>
          <p14:tracePt t="28937" x="1189038" y="2439988"/>
          <p14:tracePt t="29193" x="1201738" y="2439988"/>
          <p14:tracePt t="29209" x="1227138" y="2439988"/>
          <p14:tracePt t="29217" x="1239838" y="2439988"/>
          <p14:tracePt t="29225" x="1276350" y="2439988"/>
          <p14:tracePt t="29233" x="1289050" y="2439988"/>
          <p14:tracePt t="29241" x="1314450" y="2439988"/>
          <p14:tracePt t="29250" x="1339850" y="2439988"/>
          <p14:tracePt t="29257" x="1376363" y="2427288"/>
          <p14:tracePt t="29265" x="1414463" y="2427288"/>
          <p14:tracePt t="29273" x="1452563" y="2427288"/>
          <p14:tracePt t="29281" x="1476375" y="2427288"/>
          <p14:tracePt t="29289" x="1514475" y="2427288"/>
          <p14:tracePt t="29296" x="1552575" y="2427288"/>
          <p14:tracePt t="29305" x="1577975" y="2427288"/>
          <p14:tracePt t="29313" x="1614488" y="2427288"/>
          <p14:tracePt t="29321" x="1639888" y="2427288"/>
          <p14:tracePt t="29337" x="1652588" y="2427288"/>
          <p14:tracePt t="29385" x="1677988" y="2427288"/>
          <p14:tracePt t="29401" x="1689100" y="2427288"/>
          <p14:tracePt t="29417" x="1714500" y="2427288"/>
          <p14:tracePt t="29425" x="1739900" y="2427288"/>
          <p14:tracePt t="29434" x="1765300" y="2427288"/>
          <p14:tracePt t="29545" x="1778000" y="2427288"/>
          <p14:tracePt t="29553" x="1790700" y="2427288"/>
          <p14:tracePt t="29561" x="1801813" y="2427288"/>
          <p14:tracePt t="29577" x="1827213" y="2427288"/>
          <p14:tracePt t="29585" x="1839913" y="2427288"/>
          <p14:tracePt t="29593" x="1878013" y="2427288"/>
          <p14:tracePt t="29601" x="1903413" y="2427288"/>
          <p14:tracePt t="29609" x="1939925" y="2427288"/>
          <p14:tracePt t="29617" x="1978025" y="2427288"/>
          <p14:tracePt t="29625" x="2003425" y="2427288"/>
          <p14:tracePt t="29633" x="2014538" y="2427288"/>
          <p14:tracePt t="29641" x="2039938" y="2427288"/>
          <p14:tracePt t="29649" x="2052638" y="2427288"/>
          <p14:tracePt t="29657" x="2065338" y="2427288"/>
          <p14:tracePt t="29737" x="2090738" y="2427288"/>
          <p14:tracePt t="29753" x="2116138" y="2427288"/>
          <p14:tracePt t="29769" x="2127250" y="2427288"/>
          <p14:tracePt t="29784" x="2139950" y="2427288"/>
          <p14:tracePt t="29857" x="2152650" y="2427288"/>
          <p14:tracePt t="29865" x="2165350" y="2427288"/>
          <p14:tracePt t="29873" x="2178050" y="2427288"/>
          <p14:tracePt t="29969" x="2190750" y="2427288"/>
          <p14:tracePt t="30025" x="2203450" y="2427288"/>
          <p14:tracePt t="30033" x="2216150" y="2427288"/>
          <p14:tracePt t="30041" x="2252663" y="2427288"/>
          <p14:tracePt t="30049" x="2265363" y="2427288"/>
          <p14:tracePt t="30057" x="2290763" y="2427288"/>
          <p14:tracePt t="30065" x="2303463" y="2427288"/>
          <p14:tracePt t="30073" x="2328863" y="2427288"/>
          <p14:tracePt t="30081" x="2352675" y="2427288"/>
          <p14:tracePt t="30129" x="2365375" y="2427288"/>
          <p14:tracePt t="30177" x="2403475" y="2427288"/>
          <p14:tracePt t="30185" x="2441575" y="2427288"/>
          <p14:tracePt t="30193" x="2465388" y="2427288"/>
          <p14:tracePt t="30209" x="2478088" y="2427288"/>
          <p14:tracePt t="30313" x="2490788" y="2427288"/>
          <p14:tracePt t="30361" x="2503488" y="2427288"/>
          <p14:tracePt t="30370" x="2516188" y="2439988"/>
          <p14:tracePt t="30377" x="2528888" y="2439988"/>
          <p14:tracePt t="30385" x="2541588" y="2439988"/>
          <p14:tracePt t="30393" x="2554288" y="2439988"/>
          <p14:tracePt t="30409" x="2565400" y="2439988"/>
          <p14:tracePt t="30425" x="2578100" y="2439988"/>
          <p14:tracePt t="30473" x="2590800" y="2439988"/>
          <p14:tracePt t="30481" x="2603500" y="2439988"/>
          <p14:tracePt t="30489" x="2616200" y="2439988"/>
          <p14:tracePt t="30505" x="2641600" y="2439988"/>
          <p14:tracePt t="30513" x="2654300" y="2439988"/>
          <p14:tracePt t="30521" x="2667000" y="2439988"/>
          <p14:tracePt t="30529" x="2690813" y="2439988"/>
          <p14:tracePt t="30537" x="2703513" y="2439988"/>
          <p14:tracePt t="30545" x="2716213" y="2439988"/>
          <p14:tracePt t="30554" x="2728913" y="2439988"/>
          <p14:tracePt t="30569" x="2741613" y="2439988"/>
          <p14:tracePt t="30585" x="2754313" y="2439988"/>
          <p14:tracePt t="30617" x="2767013" y="2439988"/>
          <p14:tracePt t="30625" x="2778125" y="2427288"/>
          <p14:tracePt t="30705" x="2803525" y="2427288"/>
          <p14:tracePt t="30713" x="2828925" y="2414588"/>
          <p14:tracePt t="30721" x="2841625" y="2403475"/>
          <p14:tracePt t="30729" x="2854325" y="2403475"/>
          <p14:tracePt t="30745" x="2867025" y="2390775"/>
          <p14:tracePt t="30753" x="2879725" y="2390775"/>
          <p14:tracePt t="30769" x="2890838" y="2378075"/>
          <p14:tracePt t="30905" x="2890838" y="2352675"/>
          <p14:tracePt t="30921" x="2867025" y="2352675"/>
          <p14:tracePt t="30929" x="2854325" y="2339975"/>
          <p14:tracePt t="30939" x="2803525" y="2314575"/>
          <p14:tracePt t="30945" x="2790825" y="2314575"/>
          <p14:tracePt t="30952" x="2778125" y="2314575"/>
          <p14:tracePt t="30961" x="2767013" y="2314575"/>
          <p14:tracePt t="30969" x="2741613" y="2314575"/>
          <p14:tracePt t="30977" x="2741613" y="2303463"/>
          <p14:tracePt t="30993" x="2728913" y="2303463"/>
          <p14:tracePt t="31153" x="2728913" y="2314575"/>
          <p14:tracePt t="31161" x="2767013" y="2365375"/>
          <p14:tracePt t="31169" x="2803525" y="2390775"/>
          <p14:tracePt t="31177" x="2841625" y="2414588"/>
          <p14:tracePt t="31185" x="2879725" y="2439988"/>
          <p14:tracePt t="31193" x="2903538" y="2452688"/>
          <p14:tracePt t="31201" x="2928938" y="2478088"/>
          <p14:tracePt t="31209" x="2967038" y="2478088"/>
          <p14:tracePt t="31217" x="2992438" y="2478088"/>
          <p14:tracePt t="31225" x="3003550" y="2478088"/>
          <p14:tracePt t="31249" x="3016250" y="2478088"/>
          <p14:tracePt t="31737" x="3041650" y="2478088"/>
          <p14:tracePt t="31769" x="3054350" y="2478088"/>
          <p14:tracePt t="31777" x="3079750" y="2478088"/>
          <p14:tracePt t="31785" x="3092450" y="2465388"/>
          <p14:tracePt t="31793" x="3116263" y="2452688"/>
          <p14:tracePt t="31801" x="3128963" y="2452688"/>
          <p14:tracePt t="31809" x="3141663" y="2439988"/>
          <p14:tracePt t="31817" x="3154363" y="2439988"/>
          <p14:tracePt t="31825" x="3154363" y="2427288"/>
          <p14:tracePt t="31841" x="3167063" y="2414588"/>
          <p14:tracePt t="31857" x="3167063" y="2403475"/>
          <p14:tracePt t="31865" x="3179763" y="2390775"/>
          <p14:tracePt t="32041" x="3179763" y="2378075"/>
          <p14:tracePt t="32058" x="3205163" y="2378075"/>
          <p14:tracePt t="32065" x="3216275" y="2378075"/>
          <p14:tracePt t="32073" x="3241675" y="2378075"/>
          <p14:tracePt t="32081" x="3267075" y="2378075"/>
          <p14:tracePt t="32089" x="3328988" y="2403475"/>
          <p14:tracePt t="32097" x="3417888" y="2414588"/>
          <p14:tracePt t="32104" x="3467100" y="2414588"/>
          <p14:tracePt t="32113" x="3517900" y="2414588"/>
          <p14:tracePt t="32121" x="3554413" y="2414588"/>
          <p14:tracePt t="32129" x="3567113" y="2414588"/>
          <p14:tracePt t="32137" x="3592513" y="2414588"/>
          <p14:tracePt t="32145" x="3605213" y="2414588"/>
          <p14:tracePt t="32161" x="3617913" y="2414588"/>
          <p14:tracePt t="32465" x="3643313" y="2414588"/>
          <p14:tracePt t="32473" x="3679825" y="2414588"/>
          <p14:tracePt t="32481" x="3692525" y="2414588"/>
          <p14:tracePt t="32488" x="3730625" y="2414588"/>
          <p14:tracePt t="32497" x="3756025" y="2414588"/>
          <p14:tracePt t="32504" x="3792538" y="2414588"/>
          <p14:tracePt t="32513" x="3830638" y="2414588"/>
          <p14:tracePt t="32521" x="3879850" y="2414588"/>
          <p14:tracePt t="32529" x="3930650" y="2414588"/>
          <p14:tracePt t="32537" x="3968750" y="2414588"/>
          <p14:tracePt t="32545" x="3992563" y="2403475"/>
          <p14:tracePt t="32553" x="4017963" y="2403475"/>
          <p14:tracePt t="32561" x="4043363" y="2403475"/>
          <p14:tracePt t="32569" x="4056063" y="2403475"/>
          <p14:tracePt t="32593" x="4068763" y="2403475"/>
          <p14:tracePt t="32649" x="4081463" y="2403475"/>
          <p14:tracePt t="32697" x="4092575" y="2403475"/>
          <p14:tracePt t="32705" x="4092575" y="2390775"/>
          <p14:tracePt t="32753" x="4105275" y="2390775"/>
          <p14:tracePt t="32761" x="4143375" y="2390775"/>
          <p14:tracePt t="32769" x="4181475" y="2390775"/>
          <p14:tracePt t="32777" x="4256088" y="2390775"/>
          <p14:tracePt t="32785" x="4356100" y="2414588"/>
          <p14:tracePt t="32793" x="4443413" y="2427288"/>
          <p14:tracePt t="32801" x="4506913" y="2427288"/>
          <p14:tracePt t="32810" x="4543425" y="2439988"/>
          <p14:tracePt t="32817" x="4594225" y="2439988"/>
          <p14:tracePt t="32824" x="4606925" y="2439988"/>
          <p14:tracePt t="32833" x="4619625" y="2439988"/>
          <p14:tracePt t="32889" x="4694238" y="2439988"/>
          <p14:tracePt t="32897" x="4768850" y="2427288"/>
          <p14:tracePt t="32905" x="4868863" y="2378075"/>
          <p14:tracePt t="32913" x="4945063" y="2327275"/>
          <p14:tracePt t="32921" x="5057775" y="2290763"/>
          <p14:tracePt t="32929" x="5106988" y="2252663"/>
          <p14:tracePt t="32937" x="5157788" y="2227263"/>
          <p14:tracePt t="32945" x="5170488" y="2201863"/>
          <p14:tracePt t="32953" x="5181600" y="2201863"/>
          <p14:tracePt t="32969" x="5181600" y="2178050"/>
          <p14:tracePt t="32977" x="5170488" y="2165350"/>
          <p14:tracePt t="32985" x="5157788" y="2139950"/>
          <p14:tracePt t="32994" x="5145088" y="2127250"/>
          <p14:tracePt t="33009" x="5119688" y="2114550"/>
          <p14:tracePt t="33017" x="5119688" y="2101850"/>
          <p14:tracePt t="33025" x="5106988" y="2101850"/>
          <p14:tracePt t="33033" x="5094288" y="2089150"/>
          <p14:tracePt t="33049" x="5081588" y="2089150"/>
          <p14:tracePt t="33056" x="5057775" y="2065338"/>
          <p14:tracePt t="33065" x="5045075" y="2065338"/>
          <p14:tracePt t="33073" x="5019675" y="2052638"/>
          <p14:tracePt t="33081" x="4981575" y="2052638"/>
          <p14:tracePt t="33089" x="4919663" y="2052638"/>
          <p14:tracePt t="33097" x="4868863" y="2052638"/>
          <p14:tracePt t="33105" x="4819650" y="2052638"/>
          <p14:tracePt t="33113" x="4732338" y="2052638"/>
          <p14:tracePt t="33121" x="4706938" y="2052638"/>
          <p14:tracePt t="33129" x="4681538" y="2052638"/>
          <p14:tracePt t="33137" x="4619625" y="2065338"/>
          <p14:tracePt t="33145" x="4594225" y="2065338"/>
          <p14:tracePt t="33153" x="4556125" y="2078038"/>
          <p14:tracePt t="33161" x="4530725" y="2089150"/>
          <p14:tracePt t="33169" x="4481513" y="2114550"/>
          <p14:tracePt t="33177" x="4418013" y="2114550"/>
          <p14:tracePt t="33185" x="4368800" y="2139950"/>
          <p14:tracePt t="33193" x="4281488" y="2165350"/>
          <p14:tracePt t="33201" x="4230688" y="2178050"/>
          <p14:tracePt t="33208" x="4168775" y="2190750"/>
          <p14:tracePt t="33217" x="4092575" y="2227263"/>
          <p14:tracePt t="33224" x="4056063" y="2227263"/>
          <p14:tracePt t="33233" x="4043363" y="2239963"/>
          <p14:tracePt t="33240" x="4005263" y="2239963"/>
          <p14:tracePt t="33249" x="3979863" y="2252663"/>
          <p14:tracePt t="33256" x="3968750" y="2252663"/>
          <p14:tracePt t="33265" x="3943350" y="2278063"/>
          <p14:tracePt t="33273" x="3930650" y="2278063"/>
          <p14:tracePt t="33289" x="3917950" y="2303463"/>
          <p14:tracePt t="33297" x="3917950" y="2314575"/>
          <p14:tracePt t="33305" x="3917950" y="2339975"/>
          <p14:tracePt t="33313" x="3917950" y="2365375"/>
          <p14:tracePt t="33320" x="3917950" y="2390775"/>
          <p14:tracePt t="33329" x="3930650" y="2403475"/>
          <p14:tracePt t="33336" x="3930650" y="2414588"/>
          <p14:tracePt t="33345" x="3943350" y="2427288"/>
          <p14:tracePt t="33353" x="3968750" y="2427288"/>
          <p14:tracePt t="33362" x="3992563" y="2452688"/>
          <p14:tracePt t="33369" x="4005263" y="2465388"/>
          <p14:tracePt t="33376" x="4056063" y="2503488"/>
          <p14:tracePt t="33393" x="4081463" y="2503488"/>
          <p14:tracePt t="33401" x="4117975" y="2516188"/>
          <p14:tracePt t="33409" x="4156075" y="2516188"/>
          <p14:tracePt t="33417" x="4205288" y="2516188"/>
          <p14:tracePt t="33424" x="4294188" y="2516188"/>
          <p14:tracePt t="33433" x="4381500" y="2516188"/>
          <p14:tracePt t="33441" x="4494213" y="2516188"/>
          <p14:tracePt t="33449" x="4606925" y="2516188"/>
          <p14:tracePt t="33457" x="4694238" y="2516188"/>
          <p14:tracePt t="33465" x="4794250" y="2516188"/>
          <p14:tracePt t="33473" x="4856163" y="2516188"/>
          <p14:tracePt t="33481" x="4919663" y="2516188"/>
          <p14:tracePt t="33489" x="4945063" y="2516188"/>
          <p14:tracePt t="33497" x="4968875" y="2516188"/>
          <p14:tracePt t="33505" x="5006975" y="2516188"/>
          <p14:tracePt t="33520" x="5045075" y="2516188"/>
          <p14:tracePt t="33529" x="5081588" y="2503488"/>
          <p14:tracePt t="33537" x="5119688" y="2490788"/>
          <p14:tracePt t="33546" x="5170488" y="2490788"/>
          <p14:tracePt t="33553" x="5207000" y="2478088"/>
          <p14:tracePt t="33561" x="5257800" y="2478088"/>
          <p14:tracePt t="33569" x="5294313" y="2478088"/>
          <p14:tracePt t="33576" x="5332413" y="2478088"/>
          <p14:tracePt t="33585" x="5345113" y="2452688"/>
          <p14:tracePt t="33592" x="5370513" y="2439988"/>
          <p14:tracePt t="33609" x="5383213" y="2439988"/>
          <p14:tracePt t="33624" x="5407025" y="2427288"/>
          <p14:tracePt t="33633" x="5432425" y="2427288"/>
          <p14:tracePt t="33641" x="5470525" y="2403475"/>
          <p14:tracePt t="33649" x="5483225" y="2390775"/>
          <p14:tracePt t="33656" x="5507038" y="2390775"/>
          <p14:tracePt t="33665" x="5519738" y="2390775"/>
          <p14:tracePt t="33673" x="5532438" y="2378075"/>
          <p14:tracePt t="33753" x="5532438" y="2365375"/>
          <p14:tracePt t="34361" x="5545138" y="2365375"/>
          <p14:tracePt t="34369" x="5545138" y="2378075"/>
          <p14:tracePt t="34377" x="5545138" y="2390775"/>
          <p14:tracePt t="34385" x="5545138" y="2403475"/>
          <p14:tracePt t="34392" x="5557838" y="2427288"/>
          <p14:tracePt t="34409" x="5570538" y="2427288"/>
          <p14:tracePt t="34417" x="5583238" y="2439988"/>
          <p14:tracePt t="34433" x="5595938" y="2439988"/>
          <p14:tracePt t="34449" x="5619750" y="2439988"/>
          <p14:tracePt t="34457" x="5632450" y="2439988"/>
          <p14:tracePt t="34465" x="5657850" y="2439988"/>
          <p14:tracePt t="34473" x="5683250" y="2439988"/>
          <p14:tracePt t="34481" x="5719763" y="2414588"/>
          <p14:tracePt t="34489" x="5770563" y="2390775"/>
          <p14:tracePt t="34498" x="5770563" y="2378075"/>
          <p14:tracePt t="34505" x="5783263" y="2378075"/>
          <p14:tracePt t="34513" x="5808663" y="2378075"/>
          <p14:tracePt t="34521" x="5821363" y="2352675"/>
          <p14:tracePt t="34529" x="5845175" y="2339975"/>
          <p14:tracePt t="34537" x="5870575" y="2339975"/>
          <p14:tracePt t="34545" x="5895975" y="2339975"/>
          <p14:tracePt t="34561" x="5921375" y="2327275"/>
          <p14:tracePt t="34569" x="5945188" y="2327275"/>
          <p14:tracePt t="34585" x="5957888" y="2327275"/>
          <p14:tracePt t="34593" x="5970588" y="2327275"/>
          <p14:tracePt t="34609" x="5983288" y="2327275"/>
          <p14:tracePt t="34625" x="5995988" y="2327275"/>
          <p14:tracePt t="34641" x="6008688" y="2327275"/>
          <p14:tracePt t="34753" x="5957888" y="2352675"/>
          <p14:tracePt t="34761" x="5783263" y="2427288"/>
          <p14:tracePt t="34769" x="5645150" y="2478088"/>
          <p14:tracePt t="34777" x="5557838" y="2503488"/>
          <p14:tracePt t="34785" x="5483225" y="2516188"/>
          <p14:tracePt t="34793" x="5432425" y="2540000"/>
          <p14:tracePt t="34801" x="5419725" y="2540000"/>
          <p14:tracePt t="34809" x="5407025" y="2540000"/>
          <p14:tracePt t="34857" x="5394325" y="2540000"/>
          <p14:tracePt t="34866" x="5407025" y="2516188"/>
          <p14:tracePt t="34881" x="5432425" y="2503488"/>
          <p14:tracePt t="34929" x="5483225" y="2503488"/>
          <p14:tracePt t="34950" x="5670550" y="2452688"/>
          <p14:tracePt t="34953" x="5808663" y="2414588"/>
          <p14:tracePt t="34961" x="5957888" y="2390775"/>
          <p14:tracePt t="34969" x="6096000" y="2352675"/>
          <p14:tracePt t="34976" x="6208713" y="2314575"/>
          <p14:tracePt t="34985" x="6270625" y="2303463"/>
          <p14:tracePt t="34993" x="6308725" y="2278063"/>
          <p14:tracePt t="35073" x="6246813" y="2265363"/>
          <p14:tracePt t="35081" x="6121400" y="2265363"/>
          <p14:tracePt t="35088" x="5870575" y="2352675"/>
          <p14:tracePt t="35096" x="5445125" y="2503488"/>
          <p14:tracePt t="35105" x="4806950" y="2703513"/>
          <p14:tracePt t="35113" x="4068763" y="2878138"/>
          <p14:tracePt t="35121" x="3354388" y="3116263"/>
          <p14:tracePt t="35128" x="2616200" y="3267075"/>
          <p14:tracePt t="35137" x="2014538" y="3390900"/>
          <p14:tracePt t="35145" x="1589088" y="3454400"/>
          <p14:tracePt t="35153" x="1239838" y="3467100"/>
          <p14:tracePt t="35161" x="1114425" y="3467100"/>
          <p14:tracePt t="35169" x="976313" y="3467100"/>
          <p14:tracePt t="35177" x="889000" y="3454400"/>
          <p14:tracePt t="35185" x="863600" y="3441700"/>
          <p14:tracePt t="35193" x="850900" y="3429000"/>
          <p14:tracePt t="35209" x="850900" y="3403600"/>
          <p14:tracePt t="35225" x="863600" y="3390900"/>
          <p14:tracePt t="35241" x="863600" y="3378200"/>
          <p14:tracePt t="35249" x="863600" y="3367088"/>
          <p14:tracePt t="35257" x="889000" y="3354388"/>
          <p14:tracePt t="35264" x="889000" y="3341688"/>
          <p14:tracePt t="35273" x="889000" y="3328988"/>
          <p14:tracePt t="35280" x="889000" y="3290888"/>
          <p14:tracePt t="35289" x="850900" y="3267075"/>
          <p14:tracePt t="35296" x="825500" y="3241675"/>
          <p14:tracePt t="35305" x="776288" y="3228975"/>
          <p14:tracePt t="35312" x="712788" y="3216275"/>
          <p14:tracePt t="35321" x="676275" y="3190875"/>
          <p14:tracePt t="35328" x="638175" y="3178175"/>
          <p14:tracePt t="35337" x="625475" y="3178175"/>
          <p14:tracePt t="35345" x="588963" y="3165475"/>
          <p14:tracePt t="35361" x="576263" y="3154363"/>
          <p14:tracePt t="35369" x="576263" y="3141663"/>
          <p14:tracePt t="35377" x="576263" y="3116263"/>
          <p14:tracePt t="35385" x="576263" y="3090863"/>
          <p14:tracePt t="35393" x="576263" y="3041650"/>
          <p14:tracePt t="35400" x="576263" y="2990850"/>
          <p14:tracePt t="35409" x="612775" y="2928938"/>
          <p14:tracePt t="35417" x="650875" y="2865438"/>
          <p14:tracePt t="35425" x="663575" y="2840038"/>
          <p14:tracePt t="35434" x="676275" y="2803525"/>
          <p14:tracePt t="35441" x="676275" y="2790825"/>
          <p14:tracePt t="35449" x="676275" y="2778125"/>
          <p14:tracePt t="35457" x="676275" y="2765425"/>
          <p14:tracePt t="35505" x="676275" y="2752725"/>
          <p14:tracePt t="35513" x="776288" y="2828925"/>
          <p14:tracePt t="35521" x="876300" y="2903538"/>
          <p14:tracePt t="35529" x="1038225" y="2965450"/>
          <p14:tracePt t="35537" x="1176338" y="3003550"/>
          <p14:tracePt t="35545" x="1376363" y="3028950"/>
          <p14:tracePt t="35553" x="1552575" y="3041650"/>
          <p14:tracePt t="35561" x="1727200" y="3041650"/>
          <p14:tracePt t="35569" x="1878013" y="3041650"/>
          <p14:tracePt t="35576" x="2027238" y="3041650"/>
          <p14:tracePt t="35585" x="2139950" y="2965450"/>
          <p14:tracePt t="35593" x="2216150" y="2903538"/>
          <p14:tracePt t="35601" x="2228850" y="2865438"/>
          <p14:tracePt t="35609" x="2252663" y="2803525"/>
          <p14:tracePt t="35618" x="2228850" y="2728913"/>
          <p14:tracePt t="35625" x="2139950" y="2678113"/>
          <p14:tracePt t="35632" x="2052638" y="2616200"/>
          <p14:tracePt t="35641" x="1890713" y="2565400"/>
          <p14:tracePt t="35649" x="1714500" y="2490788"/>
          <p14:tracePt t="35657" x="1552575" y="2452688"/>
          <p14:tracePt t="35664" x="1363663" y="2427288"/>
          <p14:tracePt t="35673" x="1214438" y="2414588"/>
          <p14:tracePt t="35681" x="1063625" y="2414588"/>
          <p14:tracePt t="35689" x="925513" y="2414588"/>
          <p14:tracePt t="35696" x="825500" y="2414588"/>
          <p14:tracePt t="35705" x="738188" y="2439988"/>
          <p14:tracePt t="35713" x="650875" y="2503488"/>
          <p14:tracePt t="35721" x="588963" y="2565400"/>
          <p14:tracePt t="35729" x="538163" y="2616200"/>
          <p14:tracePt t="35737" x="500063" y="2678113"/>
          <p14:tracePt t="35745" x="488950" y="2740025"/>
          <p14:tracePt t="35753" x="488950" y="2790825"/>
          <p14:tracePt t="35761" x="488950" y="2852738"/>
          <p14:tracePt t="35769" x="488950" y="2903538"/>
          <p14:tracePt t="35777" x="488950" y="2916238"/>
          <p14:tracePt t="35785" x="488950" y="2941638"/>
          <p14:tracePt t="35793" x="538163" y="2952750"/>
          <p14:tracePt t="35802" x="638175" y="2952750"/>
          <p14:tracePt t="35809" x="825500" y="2952750"/>
          <p14:tracePt t="35817" x="976313" y="2916238"/>
          <p14:tracePt t="35825" x="1201738" y="2828925"/>
          <p14:tracePt t="35832" x="1389063" y="2752725"/>
          <p14:tracePt t="35841" x="1552575" y="2665413"/>
          <p14:tracePt t="35849" x="1677988" y="2578100"/>
          <p14:tracePt t="35857" x="1739900" y="2540000"/>
          <p14:tracePt t="35865" x="1778000" y="2490788"/>
          <p14:tracePt t="35873" x="1778000" y="2465388"/>
          <p14:tracePt t="35881" x="1778000" y="2452688"/>
          <p14:tracePt t="35897" x="1752600" y="2439988"/>
          <p14:tracePt t="35905" x="1652588" y="2439988"/>
          <p14:tracePt t="35913" x="1514475" y="2439988"/>
          <p14:tracePt t="35921" x="1352550" y="2465388"/>
          <p14:tracePt t="35929" x="1189038" y="2516188"/>
          <p14:tracePt t="35937" x="1038225" y="2565400"/>
          <p14:tracePt t="35945" x="901700" y="2678113"/>
          <p14:tracePt t="35953" x="814388" y="2752725"/>
          <p14:tracePt t="35961" x="763588" y="2840038"/>
          <p14:tracePt t="35969" x="763588" y="2890838"/>
          <p14:tracePt t="35977" x="763588" y="2941638"/>
          <p14:tracePt t="35985" x="763588" y="2965450"/>
          <p14:tracePt t="35993" x="814388" y="2990850"/>
          <p14:tracePt t="36001" x="901700" y="2990850"/>
          <p14:tracePt t="36009" x="1014413" y="3016250"/>
          <p14:tracePt t="36017" x="1139825" y="3016250"/>
          <p14:tracePt t="36025" x="1263650" y="3016250"/>
          <p14:tracePt t="36032" x="1352550" y="3003550"/>
          <p14:tracePt t="36041" x="1465263" y="2952750"/>
          <p14:tracePt t="36048" x="1514475" y="2941638"/>
          <p14:tracePt t="36057" x="1552575" y="2903538"/>
          <p14:tracePt t="36097" x="1539875" y="2890838"/>
          <p14:tracePt t="36105" x="1489075" y="2890838"/>
          <p14:tracePt t="36113" x="1439863" y="2890838"/>
          <p14:tracePt t="36121" x="1376363" y="2890838"/>
          <p14:tracePt t="36129" x="1327150" y="2890838"/>
          <p14:tracePt t="36137" x="1289050" y="2890838"/>
          <p14:tracePt t="36401" x="1276350" y="2890838"/>
          <p14:tracePt t="36537" x="1276350" y="2878138"/>
          <p14:tracePt t="37273" x="1289050" y="2865438"/>
          <p14:tracePt t="37281" x="1389063" y="2865438"/>
          <p14:tracePt t="37289" x="1639888" y="2903538"/>
          <p14:tracePt t="37297" x="2228850" y="2978150"/>
          <p14:tracePt t="37306" x="2879725" y="3028950"/>
          <p14:tracePt t="37313" x="3730625" y="3028950"/>
          <p14:tracePt t="37321" x="4506913" y="3028950"/>
          <p14:tracePt t="37329" x="5119688" y="3028950"/>
          <p14:tracePt t="37336" x="5595938" y="3028950"/>
          <p14:tracePt t="37345" x="5745163" y="2990850"/>
          <p14:tracePt t="37352" x="5845175" y="2978150"/>
          <p14:tracePt t="37361" x="5870575" y="2978150"/>
          <p14:tracePt t="37401" x="5857875" y="2978150"/>
          <p14:tracePt t="37417" x="5845175" y="2978150"/>
          <p14:tracePt t="37433" x="5832475" y="2978150"/>
          <p14:tracePt t="37441" x="5821363" y="2965450"/>
          <p14:tracePt t="37457" x="5808663" y="2941638"/>
          <p14:tracePt t="37465" x="5783263" y="2941638"/>
          <p14:tracePt t="37473" x="5745163" y="2928938"/>
          <p14:tracePt t="37481" x="5670550" y="2903538"/>
          <p14:tracePt t="37489" x="5570538" y="2890838"/>
          <p14:tracePt t="37497" x="5432425" y="2865438"/>
          <p14:tracePt t="37504" x="5307013" y="2840038"/>
          <p14:tracePt t="37513" x="5132388" y="2816225"/>
          <p14:tracePt t="37521" x="4932363" y="2816225"/>
          <p14:tracePt t="37529" x="4743450" y="2790825"/>
          <p14:tracePt t="37536" x="4530725" y="2790825"/>
          <p14:tracePt t="37545" x="4330700" y="2790825"/>
          <p14:tracePt t="37552" x="4181475" y="2790825"/>
          <p14:tracePt t="37561" x="3979863" y="2790825"/>
          <p14:tracePt t="37568" x="3843338" y="2790825"/>
          <p14:tracePt t="37577" x="3705225" y="2790825"/>
          <p14:tracePt t="37585" x="3579813" y="2790825"/>
          <p14:tracePt t="37593" x="3505200" y="2790825"/>
          <p14:tracePt t="37601" x="3467100" y="2790825"/>
          <p14:tracePt t="37609" x="3429000" y="2790825"/>
          <p14:tracePt t="37625" x="3417888" y="2790825"/>
          <p14:tracePt t="37633" x="3405188" y="2790825"/>
          <p14:tracePt t="37641" x="3392488" y="2790825"/>
          <p14:tracePt t="37648" x="3367088" y="2790825"/>
          <p14:tracePt t="37657" x="3317875" y="2790825"/>
          <p14:tracePt t="37665" x="3241675" y="2790825"/>
          <p14:tracePt t="37673" x="3179763" y="2790825"/>
          <p14:tracePt t="37681" x="3079750" y="2790825"/>
          <p14:tracePt t="37689" x="2992438" y="2790825"/>
          <p14:tracePt t="37696" x="2941638" y="2790825"/>
          <p14:tracePt t="37705" x="2879725" y="2790825"/>
          <p14:tracePt t="37713" x="2790825" y="2790825"/>
          <p14:tracePt t="37721" x="2754313" y="2790825"/>
          <p14:tracePt t="37729" x="2716213" y="2790825"/>
          <p14:tracePt t="37736" x="2678113" y="2790825"/>
          <p14:tracePt t="37745" x="2654300" y="2790825"/>
          <p14:tracePt t="37753" x="2641600" y="2790825"/>
          <p14:tracePt t="37761" x="2628900" y="2790825"/>
          <p14:tracePt t="37769" x="2603500" y="2790825"/>
          <p14:tracePt t="37777" x="2565400" y="2790825"/>
          <p14:tracePt t="37785" x="2554288" y="2790825"/>
          <p14:tracePt t="37793" x="2516188" y="2790825"/>
          <p14:tracePt t="37801" x="2490788" y="2803525"/>
          <p14:tracePt t="37809" x="2452688" y="2816225"/>
          <p14:tracePt t="37817" x="2403475" y="2816225"/>
          <p14:tracePt t="37825" x="2365375" y="2828925"/>
          <p14:tracePt t="37833" x="2352675" y="2828925"/>
          <p14:tracePt t="37841" x="2328863" y="2828925"/>
          <p14:tracePt t="37849" x="2316163" y="2828925"/>
          <p14:tracePt t="37929" x="2328863" y="2828925"/>
          <p14:tracePt t="37937" x="2378075" y="2852738"/>
          <p14:tracePt t="37945" x="2465388" y="2865438"/>
          <p14:tracePt t="37953" x="2565400" y="2878138"/>
          <p14:tracePt t="37961" x="2741613" y="2878138"/>
          <p14:tracePt t="37969" x="2890838" y="2878138"/>
          <p14:tracePt t="37977" x="3028950" y="2878138"/>
          <p14:tracePt t="37985" x="3167063" y="2878138"/>
          <p14:tracePt t="37993" x="3279775" y="2878138"/>
          <p14:tracePt t="38001" x="3367088" y="2878138"/>
          <p14:tracePt t="38009" x="3417888" y="2878138"/>
          <p14:tracePt t="38016" x="3467100" y="2878138"/>
          <p14:tracePt t="38025" x="3505200" y="2878138"/>
          <p14:tracePt t="38033" x="3517900" y="2878138"/>
          <p14:tracePt t="38065" x="3530600" y="2878138"/>
          <p14:tracePt t="38081" x="3541713" y="2878138"/>
          <p14:tracePt t="38113" x="3554413" y="2878138"/>
          <p14:tracePt t="38120" x="3567113" y="2878138"/>
          <p14:tracePt t="38129" x="3579813" y="2878138"/>
          <p14:tracePt t="38145" x="3605213" y="2878138"/>
          <p14:tracePt t="38153" x="3617913" y="2890838"/>
          <p14:tracePt t="38161" x="3643313" y="2903538"/>
          <p14:tracePt t="38169" x="3654425" y="2903538"/>
          <p14:tracePt t="38177" x="3667125" y="2916238"/>
          <p14:tracePt t="38185" x="3705225" y="2916238"/>
          <p14:tracePt t="38201" x="3730625" y="2916238"/>
          <p14:tracePt t="38209" x="3756025" y="2916238"/>
          <p14:tracePt t="38217" x="3779838" y="2916238"/>
          <p14:tracePt t="38225" x="3805238" y="2916238"/>
          <p14:tracePt t="38233" x="3830638" y="2916238"/>
          <p14:tracePt t="38249" x="3843338" y="2916238"/>
          <p14:tracePt t="38256" x="3856038" y="2916238"/>
          <p14:tracePt t="38305" x="3867150" y="2916238"/>
          <p14:tracePt t="38321" x="3879850" y="2916238"/>
          <p14:tracePt t="38329" x="3892550" y="2916238"/>
          <p14:tracePt t="38336" x="3905250" y="2916238"/>
          <p14:tracePt t="38361" x="3917950" y="2916238"/>
          <p14:tracePt t="38376" x="3943350" y="2903538"/>
          <p14:tracePt t="38384" x="3956050" y="2890838"/>
          <p14:tracePt t="38393" x="3979863" y="2890838"/>
          <p14:tracePt t="38400" x="4005263" y="2865438"/>
          <p14:tracePt t="38409" x="4043363" y="2865438"/>
          <p14:tracePt t="38417" x="4081463" y="2852738"/>
          <p14:tracePt t="38425" x="4117975" y="2852738"/>
          <p14:tracePt t="38432" x="4156075" y="2840038"/>
          <p14:tracePt t="38440" x="4168775" y="2828925"/>
          <p14:tracePt t="38449" x="4181475" y="2828925"/>
          <p14:tracePt t="38456" x="4217988" y="2816225"/>
          <p14:tracePt t="38473" x="4230688" y="2816225"/>
          <p14:tracePt t="38505" x="4243388" y="2816225"/>
          <p14:tracePt t="38553" x="4256088" y="2816225"/>
          <p14:tracePt t="38801" x="4268788" y="2816225"/>
          <p14:tracePt t="38833" x="4294188" y="2816225"/>
          <p14:tracePt t="38841" x="4356100" y="2790825"/>
          <p14:tracePt t="38849" x="4381500" y="2765425"/>
          <p14:tracePt t="38856" x="4418013" y="2765425"/>
          <p14:tracePt t="38865" x="4443413" y="2765425"/>
          <p14:tracePt t="38873" x="4481513" y="2752725"/>
          <p14:tracePt t="38881" x="4543425" y="2752725"/>
          <p14:tracePt t="38888" x="4568825" y="2752725"/>
          <p14:tracePt t="38897" x="4643438" y="2752725"/>
          <p14:tracePt t="38905" x="4706938" y="2752725"/>
          <p14:tracePt t="38913" x="4781550" y="2728913"/>
          <p14:tracePt t="38921" x="4856163" y="2728913"/>
          <p14:tracePt t="38929" x="4932363" y="2716213"/>
          <p14:tracePt t="38936" x="4968875" y="2703513"/>
          <p14:tracePt t="38945" x="4981575" y="2703513"/>
          <p14:tracePt t="38953" x="5019675" y="2703513"/>
          <p14:tracePt t="39041" x="5032375" y="2703513"/>
          <p14:tracePt t="39056" x="5057775" y="2703513"/>
          <p14:tracePt t="39072" x="5068888" y="2703513"/>
          <p14:tracePt t="39089" x="5081588" y="2703513"/>
          <p14:tracePt t="39097" x="5094288" y="2703513"/>
          <p14:tracePt t="39104" x="5106988" y="2703513"/>
          <p14:tracePt t="39113" x="5145088" y="2716213"/>
          <p14:tracePt t="39121" x="5157788" y="2716213"/>
          <p14:tracePt t="39129" x="5181600" y="2728913"/>
          <p14:tracePt t="39137" x="5194300" y="2740025"/>
          <p14:tracePt t="39145" x="5245100" y="2752725"/>
          <p14:tracePt t="39153" x="5294313" y="2778125"/>
          <p14:tracePt t="39161" x="5294313" y="2790825"/>
          <p14:tracePt t="39169" x="5332413" y="2803525"/>
          <p14:tracePt t="39177" x="5370513" y="2816225"/>
          <p14:tracePt t="39185" x="5394325" y="2816225"/>
          <p14:tracePt t="39192" x="5407025" y="2816225"/>
          <p14:tracePt t="39201" x="5407025" y="2828925"/>
          <p14:tracePt t="39208" x="5432425" y="2840038"/>
          <p14:tracePt t="39225" x="5445125" y="2840038"/>
          <p14:tracePt t="39233" x="5445125" y="2852738"/>
          <p14:tracePt t="39249" x="5470525" y="2852738"/>
          <p14:tracePt t="39281" x="5470525" y="2865438"/>
          <p14:tracePt t="39296" x="5470525" y="2878138"/>
          <p14:tracePt t="39337" x="5470525" y="2890838"/>
          <p14:tracePt t="39393" x="5483225" y="2890838"/>
          <p14:tracePt t="39409" x="5507038" y="2890838"/>
          <p14:tracePt t="39417" x="5507038" y="2878138"/>
          <p14:tracePt t="39424" x="5507038" y="2852738"/>
          <p14:tracePt t="39433" x="5507038" y="2828925"/>
          <p14:tracePt t="39440" x="5507038" y="2816225"/>
          <p14:tracePt t="39449" x="5507038" y="2803525"/>
          <p14:tracePt t="39456" x="5507038" y="2790825"/>
          <p14:tracePt t="39465" x="5507038" y="2778125"/>
          <p14:tracePt t="39481" x="5507038" y="2765425"/>
          <p14:tracePt t="39489" x="5507038" y="2752725"/>
          <p14:tracePt t="39521" x="5470525" y="2728913"/>
          <p14:tracePt t="39528" x="5419725" y="2728913"/>
          <p14:tracePt t="39537" x="5332413" y="2728913"/>
          <p14:tracePt t="39545" x="5257800" y="2728913"/>
          <p14:tracePt t="39553" x="5181600" y="2728913"/>
          <p14:tracePt t="39561" x="5119688" y="2740025"/>
          <p14:tracePt t="39568" x="5068888" y="2752725"/>
          <p14:tracePt t="39576" x="5045075" y="2778125"/>
          <p14:tracePt t="39585" x="5006975" y="2790825"/>
          <p14:tracePt t="39592" x="5006975" y="2803525"/>
          <p14:tracePt t="39601" x="4994275" y="2803525"/>
          <p14:tracePt t="39617" x="4994275" y="2816225"/>
          <p14:tracePt t="39641" x="4994275" y="2828925"/>
          <p14:tracePt t="39649" x="4994275" y="2840038"/>
          <p14:tracePt t="39657" x="5006975" y="2865438"/>
          <p14:tracePt t="39672" x="5019675" y="2865438"/>
          <p14:tracePt t="39681" x="5045075" y="2865438"/>
          <p14:tracePt t="39697" x="5057775" y="2865438"/>
          <p14:tracePt t="39705" x="5081588" y="2865438"/>
          <p14:tracePt t="39721" x="5094288" y="2865438"/>
          <p14:tracePt t="39729" x="5106988" y="2865438"/>
          <p14:tracePt t="39736" x="5119688" y="2865438"/>
          <p14:tracePt t="39746" x="5132388" y="2865438"/>
          <p14:tracePt t="39753" x="5157788" y="2865438"/>
          <p14:tracePt t="39760" x="5194300" y="2865438"/>
          <p14:tracePt t="39769" x="5219700" y="2865438"/>
          <p14:tracePt t="39776" x="5257800" y="2865438"/>
          <p14:tracePt t="39785" x="5281613" y="2865438"/>
          <p14:tracePt t="39792" x="5307013" y="2865438"/>
          <p14:tracePt t="39849" x="5319713" y="2865438"/>
          <p14:tracePt t="39881" x="5345113" y="2865438"/>
          <p14:tracePt t="39896" x="5370513" y="2852738"/>
          <p14:tracePt t="39905" x="5383213" y="2852738"/>
          <p14:tracePt t="39921" x="5407025" y="2840038"/>
          <p14:tracePt t="39929" x="5432425" y="2840038"/>
          <p14:tracePt t="39947" x="5495925" y="2828925"/>
          <p14:tracePt t="39952" x="5507038" y="2816225"/>
          <p14:tracePt t="39960" x="5570538" y="2790825"/>
          <p14:tracePt t="39968" x="5619750" y="2778125"/>
          <p14:tracePt t="39976" x="5670550" y="2778125"/>
          <p14:tracePt t="39985" x="5708650" y="2752725"/>
          <p14:tracePt t="39992" x="5732463" y="2740025"/>
          <p14:tracePt t="40001" x="5770563" y="2728913"/>
          <p14:tracePt t="40008" x="5770563" y="2716213"/>
          <p14:tracePt t="40016" x="5795963" y="2716213"/>
          <p14:tracePt t="40033" x="5821363" y="2690813"/>
          <p14:tracePt t="40040" x="5845175" y="2678113"/>
          <p14:tracePt t="40048" x="5870575" y="2652713"/>
          <p14:tracePt t="40056" x="5908675" y="2640013"/>
          <p14:tracePt t="40065" x="5921375" y="2627313"/>
          <p14:tracePt t="40072" x="5932488" y="2616200"/>
          <p14:tracePt t="40409" x="5832475" y="2616200"/>
          <p14:tracePt t="40417" x="5657850" y="2665413"/>
          <p14:tracePt t="40425" x="5407025" y="2752725"/>
          <p14:tracePt t="40433" x="5032375" y="2852738"/>
          <p14:tracePt t="40441" x="4568825" y="2965450"/>
          <p14:tracePt t="40449" x="4056063" y="3103563"/>
          <p14:tracePt t="40457" x="3517900" y="3278188"/>
          <p14:tracePt t="40464" x="3092450" y="3316288"/>
          <p14:tracePt t="40473" x="2828925" y="3367088"/>
          <p14:tracePt t="40481" x="2678113" y="3378200"/>
          <p14:tracePt t="40489" x="2565400" y="3378200"/>
          <p14:tracePt t="40496" x="2490788" y="3378200"/>
          <p14:tracePt t="40505" x="2390775" y="3378200"/>
          <p14:tracePt t="40512" x="2352675" y="3378200"/>
          <p14:tracePt t="40521" x="2328863" y="3378200"/>
          <p14:tracePt t="40528" x="2278063" y="3378200"/>
          <p14:tracePt t="40536" x="2239963" y="3378200"/>
          <p14:tracePt t="40544" x="2190750" y="3378200"/>
          <p14:tracePt t="40553" x="2139950" y="3378200"/>
          <p14:tracePt t="40560" x="2090738" y="3378200"/>
          <p14:tracePt t="40569" x="1990725" y="3390900"/>
          <p14:tracePt t="40576" x="1914525" y="3403600"/>
          <p14:tracePt t="40585" x="1852613" y="3403600"/>
          <p14:tracePt t="40593" x="1778000" y="3429000"/>
          <p14:tracePt t="40601" x="1727200" y="3429000"/>
          <p14:tracePt t="40609" x="1677988" y="3429000"/>
          <p14:tracePt t="40616" x="1639888" y="3429000"/>
          <p14:tracePt t="40624" x="1589088" y="3429000"/>
          <p14:tracePt t="40633" x="1539875" y="3429000"/>
          <p14:tracePt t="40641" x="1489075" y="3429000"/>
          <p14:tracePt t="40648" x="1414463" y="3429000"/>
          <p14:tracePt t="40657" x="1363663" y="3429000"/>
          <p14:tracePt t="40665" x="1263650" y="3429000"/>
          <p14:tracePt t="40673" x="1176338" y="3429000"/>
          <p14:tracePt t="40681" x="1101725" y="3429000"/>
          <p14:tracePt t="40689" x="1027113" y="3429000"/>
          <p14:tracePt t="40696" x="976313" y="3429000"/>
          <p14:tracePt t="40705" x="938213" y="3429000"/>
          <p14:tracePt t="40712" x="925513" y="3429000"/>
          <p14:tracePt t="40720" x="914400" y="3429000"/>
          <p14:tracePt t="40737" x="889000" y="3429000"/>
          <p14:tracePt t="40761" x="876300" y="3429000"/>
          <p14:tracePt t="40776" x="863600" y="3416300"/>
          <p14:tracePt t="40793" x="850900" y="3416300"/>
          <p14:tracePt t="40801" x="838200" y="3403600"/>
          <p14:tracePt t="40809" x="825500" y="3403600"/>
          <p14:tracePt t="40825" x="814388" y="3403600"/>
          <p14:tracePt t="40857" x="801688" y="3390900"/>
          <p14:tracePt t="40865" x="776288" y="3378200"/>
          <p14:tracePt t="40873" x="763588" y="3367088"/>
          <p14:tracePt t="40880" x="750888" y="3341688"/>
          <p14:tracePt t="40889" x="725488" y="3303588"/>
          <p14:tracePt t="40896" x="712788" y="3303588"/>
          <p14:tracePt t="40905" x="712788" y="3278188"/>
          <p14:tracePt t="40912" x="688975" y="3254375"/>
          <p14:tracePt t="40921" x="676275" y="3241675"/>
          <p14:tracePt t="40928" x="676275" y="3228975"/>
          <p14:tracePt t="40937" x="676275" y="3216275"/>
          <p14:tracePt t="40969" x="676275" y="3203575"/>
          <p14:tracePt t="40976" x="676275" y="3190875"/>
          <p14:tracePt t="41049" x="676275" y="3178175"/>
          <p14:tracePt t="41192" x="676275" y="3165475"/>
          <p14:tracePt t="41209" x="688975" y="3165475"/>
          <p14:tracePt t="41225" x="701675" y="3165475"/>
          <p14:tracePt t="41233" x="712788" y="3165475"/>
          <p14:tracePt t="41249" x="725488" y="3165475"/>
          <p14:tracePt t="41256" x="738188" y="3165475"/>
          <p14:tracePt t="41264" x="763588" y="3165475"/>
          <p14:tracePt t="41281" x="776288" y="3178175"/>
          <p14:tracePt t="41289" x="801688" y="3190875"/>
          <p14:tracePt t="41305" x="825500" y="3203575"/>
          <p14:tracePt t="41313" x="850900" y="3203575"/>
          <p14:tracePt t="41321" x="863600" y="3203575"/>
          <p14:tracePt t="41328" x="889000" y="3228975"/>
          <p14:tracePt t="41345" x="914400" y="3241675"/>
          <p14:tracePt t="41353" x="925513" y="3241675"/>
          <p14:tracePt t="41361" x="963613" y="3241675"/>
          <p14:tracePt t="41369" x="976313" y="3241675"/>
          <p14:tracePt t="41376" x="1001713" y="3241675"/>
          <p14:tracePt t="41385" x="1038225" y="3241675"/>
          <p14:tracePt t="41392" x="1063625" y="3241675"/>
          <p14:tracePt t="41401" x="1114425" y="3241675"/>
          <p14:tracePt t="41408" x="1163638" y="3241675"/>
          <p14:tracePt t="41417" x="1252538" y="3241675"/>
          <p14:tracePt t="41424" x="1339850" y="3241675"/>
          <p14:tracePt t="41433" x="1401763" y="3241675"/>
          <p14:tracePt t="41440" x="1527175" y="3241675"/>
          <p14:tracePt t="41448" x="1589088" y="3241675"/>
          <p14:tracePt t="41456" x="1701800" y="3241675"/>
          <p14:tracePt t="41464" x="1814513" y="3228975"/>
          <p14:tracePt t="41472" x="1890713" y="3216275"/>
          <p14:tracePt t="41480" x="1965325" y="3216275"/>
          <p14:tracePt t="41489" x="2052638" y="3203575"/>
          <p14:tracePt t="41496" x="2103438" y="3190875"/>
          <p14:tracePt t="41505" x="2165350" y="3178175"/>
          <p14:tracePt t="41512" x="2190750" y="3178175"/>
          <p14:tracePt t="41521" x="2216150" y="3178175"/>
          <p14:tracePt t="41528" x="2228850" y="3178175"/>
          <p14:tracePt t="41536" x="2252663" y="3165475"/>
          <p14:tracePt t="41544" x="2278063" y="3165475"/>
          <p14:tracePt t="41553" x="2303463" y="3165475"/>
          <p14:tracePt t="41569" x="2316163" y="3154363"/>
          <p14:tracePt t="41585" x="2328863" y="3154363"/>
          <p14:tracePt t="42537" x="2352675" y="3154363"/>
          <p14:tracePt t="42545" x="2390775" y="3165475"/>
          <p14:tracePt t="42553" x="2478088" y="3178175"/>
          <p14:tracePt t="42561" x="2516188" y="3178175"/>
          <p14:tracePt t="42568" x="2554288" y="3178175"/>
          <p14:tracePt t="42576" x="2603500" y="3178175"/>
          <p14:tracePt t="42584" x="2654300" y="3178175"/>
          <p14:tracePt t="42592" x="2728913" y="3178175"/>
          <p14:tracePt t="42600" x="2767013" y="3178175"/>
          <p14:tracePt t="42609" x="2790825" y="3178175"/>
          <p14:tracePt t="42616" x="2803525" y="3178175"/>
          <p14:tracePt t="42849" x="2816225" y="3178175"/>
          <p14:tracePt t="42857" x="2903538" y="3178175"/>
          <p14:tracePt t="42864" x="2941638" y="3178175"/>
          <p14:tracePt t="42873" x="3003550" y="3178175"/>
          <p14:tracePt t="42880" x="3041650" y="3178175"/>
          <p14:tracePt t="42888" x="3092450" y="3178175"/>
          <p14:tracePt t="42896" x="3128963" y="3178175"/>
          <p14:tracePt t="42904" x="3154363" y="3178175"/>
          <p14:tracePt t="42913" x="3179763" y="3178175"/>
          <p14:tracePt t="42922" x="3192463" y="3178175"/>
          <p14:tracePt t="43033" x="3205163" y="3178175"/>
          <p14:tracePt t="43048" x="3228975" y="3178175"/>
          <p14:tracePt t="43057" x="3267075" y="3178175"/>
          <p14:tracePt t="43064" x="3328988" y="3178175"/>
          <p14:tracePt t="43073" x="3429000" y="3178175"/>
          <p14:tracePt t="43080" x="3505200" y="3178175"/>
          <p14:tracePt t="43088" x="3567113" y="3178175"/>
          <p14:tracePt t="43096" x="3617913" y="3178175"/>
          <p14:tracePt t="43105" x="3643313" y="3178175"/>
          <p14:tracePt t="43113" x="3654425" y="3178175"/>
          <p14:tracePt t="43360" x="3667125" y="3178175"/>
          <p14:tracePt t="43368" x="3705225" y="3178175"/>
          <p14:tracePt t="43384" x="3743325" y="3178175"/>
          <p14:tracePt t="43392" x="3756025" y="3178175"/>
          <p14:tracePt t="43400" x="3779838" y="3178175"/>
          <p14:tracePt t="43409" x="3805238" y="3178175"/>
          <p14:tracePt t="43416" x="3843338" y="3178175"/>
          <p14:tracePt t="43425" x="3867150" y="3178175"/>
          <p14:tracePt t="43432" x="3879850" y="3178175"/>
          <p14:tracePt t="43441" x="3905250" y="3178175"/>
          <p14:tracePt t="43448" x="3917950" y="3178175"/>
          <p14:tracePt t="43457" x="3943350" y="3165475"/>
          <p14:tracePt t="43593" x="3956050" y="3154363"/>
          <p14:tracePt t="43657" x="3968750" y="3154363"/>
          <p14:tracePt t="43664" x="3979863" y="3154363"/>
          <p14:tracePt t="43721" x="3992563" y="3154363"/>
          <p14:tracePt t="43729" x="4017963" y="3154363"/>
          <p14:tracePt t="43736" x="4081463" y="3154363"/>
          <p14:tracePt t="43745" x="4168775" y="3154363"/>
          <p14:tracePt t="43752" x="4256088" y="3154363"/>
          <p14:tracePt t="43761" x="4356100" y="3154363"/>
          <p14:tracePt t="43768" x="4418013" y="3154363"/>
          <p14:tracePt t="43776" x="4494213" y="3154363"/>
          <p14:tracePt t="43785" x="4530725" y="3154363"/>
          <p14:tracePt t="43793" x="4556125" y="3154363"/>
          <p14:tracePt t="43800" x="4581525" y="3154363"/>
          <p14:tracePt t="43809" x="4594225" y="3154363"/>
          <p14:tracePt t="43873" x="4630738" y="3154363"/>
          <p14:tracePt t="43881" x="4656138" y="3154363"/>
          <p14:tracePt t="43896" x="4668838" y="3154363"/>
          <p14:tracePt t="43904" x="4681538" y="3154363"/>
          <p14:tracePt t="43953" x="4694238" y="3154363"/>
          <p14:tracePt t="43961" x="4732338" y="3141663"/>
          <p14:tracePt t="43969" x="4743450" y="3141663"/>
          <p14:tracePt t="43976" x="4768850" y="3128963"/>
          <p14:tracePt t="43984" x="4794250" y="3116263"/>
          <p14:tracePt t="43992" x="4806950" y="3116263"/>
          <p14:tracePt t="44009" x="4819650" y="3116263"/>
          <p14:tracePt t="44249" x="4843463" y="3116263"/>
          <p14:tracePt t="44257" x="4843463" y="3128963"/>
          <p14:tracePt t="44265" x="4843463" y="3141663"/>
          <p14:tracePt t="44272" x="4843463" y="3154363"/>
          <p14:tracePt t="44280" x="4843463" y="3165475"/>
          <p14:tracePt t="44945" x="4868863" y="3190875"/>
          <p14:tracePt t="44952" x="4894263" y="3203575"/>
          <p14:tracePt t="44960" x="4919663" y="3203575"/>
          <p14:tracePt t="44969" x="4956175" y="3216275"/>
          <p14:tracePt t="44977" x="4981575" y="3216275"/>
          <p14:tracePt t="44985" x="5006975" y="3216275"/>
          <p14:tracePt t="44992" x="5019675" y="3216275"/>
          <p14:tracePt t="45025" x="5032375" y="3216275"/>
          <p14:tracePt t="45089" x="5045075" y="3190875"/>
          <p14:tracePt t="45145" x="5057775" y="3178175"/>
          <p14:tracePt t="45161" x="5081588" y="3178175"/>
          <p14:tracePt t="45169" x="5106988" y="3178175"/>
          <p14:tracePt t="45177" x="5145088" y="3178175"/>
          <p14:tracePt t="45184" x="5207000" y="3178175"/>
          <p14:tracePt t="45192" x="5294313" y="3178175"/>
          <p14:tracePt t="45201" x="5345113" y="3178175"/>
          <p14:tracePt t="45208" x="5394325" y="3178175"/>
          <p14:tracePt t="45216" x="5419725" y="3178175"/>
          <p14:tracePt t="45224" x="5457825" y="3165475"/>
          <p14:tracePt t="45233" x="5470525" y="3165475"/>
          <p14:tracePt t="45240" x="5483225" y="3165475"/>
          <p14:tracePt t="45249" x="5495925" y="3165475"/>
          <p14:tracePt t="45256" x="5507038" y="3165475"/>
          <p14:tracePt t="45360" x="5545138" y="3165475"/>
          <p14:tracePt t="45368" x="5583238" y="3165475"/>
          <p14:tracePt t="45376" x="5595938" y="3154363"/>
          <p14:tracePt t="45385" x="5632450" y="3154363"/>
          <p14:tracePt t="45400" x="5657850" y="3154363"/>
          <p14:tracePt t="45409" x="5670550" y="3154363"/>
          <p14:tracePt t="45417" x="5683250" y="3154363"/>
          <p14:tracePt t="45424" x="5695950" y="3154363"/>
          <p14:tracePt t="45441" x="5708650" y="3154363"/>
          <p14:tracePt t="45473" x="5719763" y="3154363"/>
          <p14:tracePt t="45481" x="5745163" y="3154363"/>
          <p14:tracePt t="45496" x="5757863" y="3154363"/>
          <p14:tracePt t="45504" x="5770563" y="3154363"/>
          <p14:tracePt t="45513" x="5783263" y="3154363"/>
          <p14:tracePt t="45585" x="5808663" y="3154363"/>
          <p14:tracePt t="45592" x="5821363" y="3154363"/>
          <p14:tracePt t="45600" x="5832475" y="3154363"/>
          <p14:tracePt t="45608" x="5857875" y="3154363"/>
          <p14:tracePt t="45617" x="5870575" y="3154363"/>
          <p14:tracePt t="45624" x="5883275" y="3154363"/>
          <p14:tracePt t="45633" x="5895975" y="3154363"/>
          <p14:tracePt t="45672" x="5908675" y="3154363"/>
          <p14:tracePt t="45705" x="5932488" y="3141663"/>
          <p14:tracePt t="45713" x="5957888" y="3128963"/>
          <p14:tracePt t="45720" x="5970588" y="3128963"/>
          <p14:tracePt t="45729" x="5983288" y="3116263"/>
          <p14:tracePt t="45792" x="5995988" y="3116263"/>
          <p14:tracePt t="45808" x="6021388" y="3103563"/>
          <p14:tracePt t="45817" x="6021388" y="3090863"/>
          <p14:tracePt t="45873" x="6034088" y="3078163"/>
          <p14:tracePt t="45913" x="6045200" y="3065463"/>
          <p14:tracePt t="46456" x="5995988" y="3065463"/>
          <p14:tracePt t="46464" x="5870575" y="3078163"/>
          <p14:tracePt t="46472" x="5657850" y="3141663"/>
          <p14:tracePt t="46481" x="5345113" y="3228975"/>
          <p14:tracePt t="46488" x="5045075" y="3316288"/>
          <p14:tracePt t="46496" x="4530725" y="3454400"/>
          <p14:tracePt t="46504" x="4192588" y="3554413"/>
          <p14:tracePt t="46512" x="3817938" y="3654425"/>
          <p14:tracePt t="46520" x="3630613" y="3679825"/>
          <p14:tracePt t="46528" x="3367088" y="3716338"/>
          <p14:tracePt t="46536" x="3154363" y="3729038"/>
          <p14:tracePt t="46544" x="2979738" y="3741738"/>
          <p14:tracePt t="46553" x="2841625" y="3792538"/>
          <p14:tracePt t="46560" x="2716213" y="3792538"/>
          <p14:tracePt t="46569" x="2590800" y="3792538"/>
          <p14:tracePt t="46576" x="2441575" y="3803650"/>
          <p14:tracePt t="46585" x="2290763" y="3816350"/>
          <p14:tracePt t="46592" x="2027238" y="3867150"/>
          <p14:tracePt t="46600" x="1801813" y="3879850"/>
          <p14:tracePt t="46608" x="1514475" y="3916363"/>
          <p14:tracePt t="46617" x="1252538" y="3967163"/>
          <p14:tracePt t="46624" x="1014413" y="4041775"/>
          <p14:tracePt t="46632" x="863600" y="4067175"/>
          <p14:tracePt t="46640" x="776288" y="4067175"/>
          <p14:tracePt t="46648" x="688975" y="4079875"/>
          <p14:tracePt t="46656" x="663575" y="4079875"/>
          <p14:tracePt t="46665" x="650875" y="4079875"/>
          <p14:tracePt t="46689" x="638175" y="4079875"/>
          <p14:tracePt t="46696" x="625475" y="4079875"/>
          <p14:tracePt t="46712" x="600075" y="4079875"/>
          <p14:tracePt t="46720" x="588963" y="4079875"/>
          <p14:tracePt t="46728" x="576263" y="4079875"/>
          <p14:tracePt t="46737" x="563563" y="4079875"/>
          <p14:tracePt t="46753" x="563563" y="4067175"/>
          <p14:tracePt t="46760" x="563563" y="4029075"/>
          <p14:tracePt t="46769" x="563563" y="4017963"/>
          <p14:tracePt t="46776" x="588963" y="3954463"/>
          <p14:tracePt t="46785" x="612775" y="3892550"/>
          <p14:tracePt t="46792" x="650875" y="3803650"/>
          <p14:tracePt t="46801" x="663575" y="3754438"/>
          <p14:tracePt t="46809" x="676275" y="3692525"/>
          <p14:tracePt t="46817" x="688975" y="3641725"/>
          <p14:tracePt t="46824" x="701675" y="3616325"/>
          <p14:tracePt t="46832" x="712788" y="3579813"/>
          <p14:tracePt t="46840" x="712788" y="3567113"/>
          <p14:tracePt t="46849" x="712788" y="3554413"/>
          <p14:tracePt t="46857" x="725488" y="3529013"/>
          <p14:tracePt t="46865" x="750888" y="3490913"/>
          <p14:tracePt t="46881" x="776288" y="3479800"/>
          <p14:tracePt t="46889" x="825500" y="3454400"/>
          <p14:tracePt t="46896" x="838200" y="3441700"/>
          <p14:tracePt t="46904" x="850900" y="3441700"/>
          <p14:tracePt t="46912" x="876300" y="3429000"/>
          <p14:tracePt t="46921" x="889000" y="3429000"/>
          <p14:tracePt t="46933" x="889000" y="3416300"/>
          <p14:tracePt t="46937" x="914400" y="3403600"/>
          <p14:tracePt t="46953" x="925513" y="3378200"/>
          <p14:tracePt t="47168" x="925513" y="3403600"/>
          <p14:tracePt t="47184" x="950913" y="3441700"/>
          <p14:tracePt t="47192" x="963613" y="3454400"/>
          <p14:tracePt t="47201" x="976313" y="3467100"/>
          <p14:tracePt t="47208" x="989013" y="3490913"/>
          <p14:tracePt t="47217" x="1014413" y="3503613"/>
          <p14:tracePt t="47224" x="1063625" y="3529013"/>
          <p14:tracePt t="47233" x="1114425" y="3554413"/>
          <p14:tracePt t="47241" x="1176338" y="3567113"/>
          <p14:tracePt t="47248" x="1263650" y="3590925"/>
          <p14:tracePt t="47256" x="1352550" y="3590925"/>
          <p14:tracePt t="47264" x="1414463" y="3590925"/>
          <p14:tracePt t="47272" x="1514475" y="3590925"/>
          <p14:tracePt t="47281" x="1577975" y="3590925"/>
          <p14:tracePt t="47289" x="1627188" y="3590925"/>
          <p14:tracePt t="47296" x="1639888" y="3590925"/>
          <p14:tracePt t="47305" x="1652588" y="3590925"/>
          <p14:tracePt t="47409" x="1677988" y="3590925"/>
          <p14:tracePt t="47417" x="1727200" y="3590925"/>
          <p14:tracePt t="47425" x="1752600" y="3590925"/>
          <p14:tracePt t="47433" x="1765300" y="3579813"/>
          <p14:tracePt t="47440" x="1790700" y="3579813"/>
          <p14:tracePt t="47448" x="1814513" y="3579813"/>
          <p14:tracePt t="47456" x="1852613" y="3579813"/>
          <p14:tracePt t="47464" x="1865313" y="3567113"/>
          <p14:tracePt t="47473" x="1878013" y="3567113"/>
          <p14:tracePt t="47480" x="1890713" y="3567113"/>
          <p14:tracePt t="47489" x="1914525" y="3567113"/>
          <p14:tracePt t="47505" x="1914525" y="3554413"/>
          <p14:tracePt t="47521" x="1927225" y="3554413"/>
          <p14:tracePt t="47561" x="1939925" y="3554413"/>
          <p14:tracePt t="47569" x="1939925" y="3541713"/>
          <p14:tracePt t="47608" x="1952625" y="3529013"/>
          <p14:tracePt t="47617" x="1952625" y="3516313"/>
          <p14:tracePt t="47673" x="1965325" y="3516313"/>
          <p14:tracePt t="47681" x="2003425" y="3516313"/>
          <p14:tracePt t="47689" x="2014538" y="3516313"/>
          <p14:tracePt t="47696" x="2039938" y="3516313"/>
          <p14:tracePt t="47705" x="2065338" y="3516313"/>
          <p14:tracePt t="47712" x="2103438" y="3516313"/>
          <p14:tracePt t="47720" x="2139950" y="3516313"/>
          <p14:tracePt t="47728" x="2152650" y="3516313"/>
          <p14:tracePt t="47736" x="2190750" y="3516313"/>
          <p14:tracePt t="47744" x="2216150" y="3516313"/>
          <p14:tracePt t="47761" x="2228850" y="3516313"/>
          <p14:tracePt t="47785" x="2216150" y="3579813"/>
          <p14:tracePt t="48145" x="2203450" y="3579813"/>
          <p14:tracePt t="48153" x="2139950" y="3590925"/>
          <p14:tracePt t="48160" x="2103438" y="3590925"/>
          <p14:tracePt t="48169" x="2090738" y="3590925"/>
          <p14:tracePt t="48176" x="2052638" y="3590925"/>
          <p14:tracePt t="48185" x="2027238" y="3590925"/>
          <p14:tracePt t="48192" x="2003425" y="3590925"/>
          <p14:tracePt t="48224" x="1978025" y="3579813"/>
          <p14:tracePt t="48241" x="1965325" y="3567113"/>
          <p14:tracePt t="48257" x="1952625" y="3567113"/>
          <p14:tracePt t="48264" x="1927225" y="3567113"/>
          <p14:tracePt t="48288" x="1903413" y="3541713"/>
          <p14:tracePt t="48321" x="1890713" y="3529013"/>
          <p14:tracePt t="48328" x="1878013" y="3516313"/>
          <p14:tracePt t="48456" x="1903413" y="3516313"/>
          <p14:tracePt t="48472" x="1914525" y="3516313"/>
          <p14:tracePt t="48480" x="1927225" y="3516313"/>
          <p14:tracePt t="48496" x="1978025" y="3529013"/>
          <p14:tracePt t="48504" x="2003425" y="3529013"/>
          <p14:tracePt t="48512" x="2039938" y="3541713"/>
          <p14:tracePt t="48520" x="2103438" y="3541713"/>
          <p14:tracePt t="48529" x="2152650" y="3541713"/>
          <p14:tracePt t="48537" x="2239963" y="3541713"/>
          <p14:tracePt t="48544" x="2339975" y="3541713"/>
          <p14:tracePt t="48554" x="2441575" y="3541713"/>
          <p14:tracePt t="48561" x="2528888" y="3541713"/>
          <p14:tracePt t="48568" x="2590800" y="3541713"/>
          <p14:tracePt t="48577" x="2628900" y="3541713"/>
          <p14:tracePt t="48584" x="2641600" y="3529013"/>
          <p14:tracePt t="48929" x="2654300" y="3529013"/>
          <p14:tracePt t="48938" x="2678113" y="3529013"/>
          <p14:tracePt t="48944" x="2678113" y="3541713"/>
          <p14:tracePt t="48952" x="2703513" y="3541713"/>
          <p14:tracePt t="48960" x="2728913" y="3541713"/>
          <p14:tracePt t="48968" x="2767013" y="3541713"/>
          <p14:tracePt t="48976" x="2803525" y="3541713"/>
          <p14:tracePt t="48984" x="2854325" y="3541713"/>
          <p14:tracePt t="48993" x="2879725" y="3541713"/>
          <p14:tracePt t="49000" x="2903538" y="3541713"/>
          <p14:tracePt t="49009" x="2928938" y="3541713"/>
          <p14:tracePt t="49016" x="2941638" y="3529013"/>
          <p14:tracePt t="49032" x="2954338" y="3516313"/>
          <p14:tracePt t="49112" x="2967038" y="3516313"/>
          <p14:tracePt t="49121" x="2979738" y="3516313"/>
          <p14:tracePt t="49128" x="2992438" y="3516313"/>
          <p14:tracePt t="49136" x="3016250" y="3516313"/>
          <p14:tracePt t="49144" x="3028950" y="3516313"/>
          <p14:tracePt t="49152" x="3054350" y="3516313"/>
          <p14:tracePt t="49161" x="3092450" y="3516313"/>
          <p14:tracePt t="49168" x="3128963" y="3516313"/>
          <p14:tracePt t="49177" x="3179763" y="3516313"/>
          <p14:tracePt t="49184" x="3228975" y="3516313"/>
          <p14:tracePt t="49193" x="3267075" y="3516313"/>
          <p14:tracePt t="49200" x="3279775" y="3516313"/>
          <p14:tracePt t="49208" x="3305175" y="3516313"/>
          <p14:tracePt t="49216" x="3317875" y="3516313"/>
          <p14:tracePt t="49657" x="3341688" y="3516313"/>
          <p14:tracePt t="49664" x="3392488" y="3541713"/>
          <p14:tracePt t="49673" x="3405188" y="3541713"/>
          <p14:tracePt t="49680" x="3417888" y="3554413"/>
          <p14:tracePt t="49688" x="3441700" y="3567113"/>
          <p14:tracePt t="49696" x="3454400" y="3567113"/>
          <p14:tracePt t="49704" x="3479800" y="3590925"/>
          <p14:tracePt t="49712" x="3505200" y="3590925"/>
          <p14:tracePt t="49720" x="3541713" y="3590925"/>
          <p14:tracePt t="49729" x="3567113" y="3590925"/>
          <p14:tracePt t="49736" x="3592513" y="3590925"/>
          <p14:tracePt t="49745" x="3630613" y="3590925"/>
          <p14:tracePt t="49752" x="3643313" y="3590925"/>
          <p14:tracePt t="49761" x="3667125" y="3590925"/>
          <p14:tracePt t="49768" x="3705225" y="3579813"/>
          <p14:tracePt t="49776" x="3717925" y="3541713"/>
          <p14:tracePt t="49784" x="3743325" y="3541713"/>
          <p14:tracePt t="49793" x="3756025" y="3516313"/>
          <p14:tracePt t="49800" x="3767138" y="3503613"/>
          <p14:tracePt t="49809" x="3767138" y="3467100"/>
          <p14:tracePt t="49816" x="3805238" y="3416300"/>
          <p14:tracePt t="49824" x="3817938" y="3390900"/>
          <p14:tracePt t="49832" x="3843338" y="3354388"/>
          <p14:tracePt t="49840" x="3856038" y="3341688"/>
          <p14:tracePt t="49848" x="3905250" y="3290888"/>
          <p14:tracePt t="49857" x="3917950" y="3278188"/>
          <p14:tracePt t="49864" x="3943350" y="3254375"/>
          <p14:tracePt t="49872" x="3956050" y="3254375"/>
          <p14:tracePt t="49912" x="3968750" y="3254375"/>
          <p14:tracePt t="49920" x="3979863" y="3254375"/>
          <p14:tracePt t="49941" x="4043363" y="3254375"/>
          <p14:tracePt t="49945" x="4081463" y="3278188"/>
          <p14:tracePt t="49952" x="4143375" y="3328988"/>
          <p14:tracePt t="49960" x="4192588" y="3367088"/>
          <p14:tracePt t="49968" x="4243388" y="3378200"/>
          <p14:tracePt t="49977" x="4294188" y="3416300"/>
          <p14:tracePt t="49984" x="4330700" y="3441700"/>
          <p14:tracePt t="49992" x="4368800" y="3467100"/>
          <p14:tracePt t="50000" x="4394200" y="3490913"/>
          <p14:tracePt t="50009" x="4430713" y="3516313"/>
          <p14:tracePt t="50016" x="4443413" y="3529013"/>
          <p14:tracePt t="50024" x="4468813" y="3529013"/>
          <p14:tracePt t="50032" x="4494213" y="3541713"/>
          <p14:tracePt t="50041" x="4506913" y="3541713"/>
          <p14:tracePt t="51056" x="4518025" y="3541713"/>
          <p14:tracePt t="51065" x="4530725" y="3541713"/>
          <p14:tracePt t="51080" x="4556125" y="3541713"/>
          <p14:tracePt t="51088" x="4594225" y="3541713"/>
          <p14:tracePt t="51096" x="4668838" y="3541713"/>
          <p14:tracePt t="51104" x="4781550" y="3579813"/>
          <p14:tracePt t="51112" x="4919663" y="3579813"/>
          <p14:tracePt t="51120" x="5019675" y="3590925"/>
          <p14:tracePt t="51128" x="5068888" y="3590925"/>
          <p14:tracePt t="51136" x="5106988" y="3590925"/>
          <p14:tracePt t="51177" x="5119688" y="3590925"/>
          <p14:tracePt t="51184" x="5119688" y="3579813"/>
          <p14:tracePt t="51192" x="5094288" y="3554413"/>
          <p14:tracePt t="51200" x="5081588" y="3541713"/>
          <p14:tracePt t="51208" x="5068888" y="3529013"/>
          <p14:tracePt t="51216" x="5068888" y="3503613"/>
          <p14:tracePt t="51224" x="5057775" y="3503613"/>
          <p14:tracePt t="51232" x="5045075" y="3503613"/>
          <p14:tracePt t="51240" x="5045075" y="3490913"/>
          <p14:tracePt t="51288" x="5032375" y="3490913"/>
          <p14:tracePt t="51304" x="5094288" y="3490913"/>
          <p14:tracePt t="51312" x="5207000" y="3490913"/>
          <p14:tracePt t="51320" x="5357813" y="3490913"/>
          <p14:tracePt t="51328" x="5519738" y="3490913"/>
          <p14:tracePt t="51336" x="5670550" y="3490913"/>
          <p14:tracePt t="51344" x="5821363" y="3490913"/>
          <p14:tracePt t="51352" x="5908675" y="3490913"/>
          <p14:tracePt t="51361" x="5970588" y="3490913"/>
          <p14:tracePt t="51368" x="6008688" y="3490913"/>
          <p14:tracePt t="51376" x="6021388" y="3490913"/>
          <p14:tracePt t="51384" x="6045200" y="3490913"/>
          <p14:tracePt t="51400" x="6083300" y="3467100"/>
          <p14:tracePt t="51433" x="6096000" y="3467100"/>
          <p14:tracePt t="51520" x="6096000" y="3490913"/>
          <p14:tracePt t="51528" x="6083300" y="3516313"/>
          <p14:tracePt t="51536" x="6008688" y="3567113"/>
          <p14:tracePt t="51546" x="5883275" y="3629025"/>
          <p14:tracePt t="51552" x="5708650" y="3679825"/>
          <p14:tracePt t="51560" x="5345113" y="3767138"/>
          <p14:tracePt t="51568" x="4732338" y="3929063"/>
          <p14:tracePt t="51576" x="4143375" y="3979863"/>
          <p14:tracePt t="51584" x="3517900" y="4054475"/>
          <p14:tracePt t="51592" x="2941638" y="4054475"/>
          <p14:tracePt t="51600" x="2465388" y="4054475"/>
          <p14:tracePt t="51608" x="1990725" y="4041775"/>
          <p14:tracePt t="51617" x="1652588" y="3967163"/>
          <p14:tracePt t="51624" x="1427163" y="3929063"/>
          <p14:tracePt t="51633" x="1189038" y="3867150"/>
          <p14:tracePt t="51640" x="1038225" y="3803650"/>
          <p14:tracePt t="51648" x="938213" y="3779838"/>
          <p14:tracePt t="51656" x="863600" y="3767138"/>
          <p14:tracePt t="51665" x="788988" y="3767138"/>
          <p14:tracePt t="51672" x="725488" y="3741738"/>
          <p14:tracePt t="51680" x="638175" y="3741738"/>
          <p14:tracePt t="51688" x="576263" y="3741738"/>
          <p14:tracePt t="51696" x="500063" y="3741738"/>
          <p14:tracePt t="51704" x="412750" y="3754438"/>
          <p14:tracePt t="51713" x="325438" y="3792538"/>
          <p14:tracePt t="51720" x="212725" y="3867150"/>
          <p14:tracePt t="51729" x="125413" y="3916363"/>
          <p14:tracePt t="51736" x="61913" y="3979863"/>
          <p14:tracePt t="51744" x="25400" y="4029075"/>
          <p14:tracePt t="51752" x="0" y="4117975"/>
          <p14:tracePt t="51760" x="0" y="4241800"/>
          <p14:tracePt t="51768" x="0" y="4341813"/>
          <p14:tracePt t="51776" x="74613" y="4479925"/>
          <p14:tracePt t="51784" x="238125" y="4679950"/>
          <p14:tracePt t="51792" x="450850" y="4830763"/>
          <p14:tracePt t="51801" x="814388" y="5030788"/>
          <p14:tracePt t="51808" x="1327150" y="5194300"/>
          <p14:tracePt t="51817" x="1914525" y="5230813"/>
          <p14:tracePt t="51824" x="2503488" y="5305425"/>
          <p14:tracePt t="51832" x="3016250" y="5305425"/>
          <p14:tracePt t="51840" x="3492500" y="5305425"/>
          <p14:tracePt t="51849" x="3879850" y="5281613"/>
          <p14:tracePt t="51856" x="4205288" y="5205413"/>
          <p14:tracePt t="51864" x="4481513" y="5130800"/>
          <p14:tracePt t="51872" x="4619625" y="5056188"/>
          <p14:tracePt t="51880" x="4732338" y="4992688"/>
          <p14:tracePt t="51888" x="4794250" y="4930775"/>
          <p14:tracePt t="51896" x="4843463" y="4856163"/>
          <p14:tracePt t="51905" x="4881563" y="4779963"/>
          <p14:tracePt t="51913" x="4919663" y="4718050"/>
          <p14:tracePt t="51920" x="4945063" y="4630738"/>
          <p14:tracePt t="51929" x="4956175" y="4605338"/>
          <p14:tracePt t="51947" x="4981575" y="4443413"/>
          <p14:tracePt t="51952" x="4981575" y="4392613"/>
          <p14:tracePt t="51960" x="4968875" y="4318000"/>
          <p14:tracePt t="51968" x="4932363" y="4241800"/>
          <p14:tracePt t="51976" x="4881563" y="4179888"/>
          <p14:tracePt t="51985" x="4843463" y="4141788"/>
          <p14:tracePt t="51992" x="4768850" y="4092575"/>
          <p14:tracePt t="52001" x="4630738" y="4041775"/>
          <p14:tracePt t="52008" x="4456113" y="4017963"/>
          <p14:tracePt t="52016" x="4318000" y="4005263"/>
          <p14:tracePt t="52024" x="4243388" y="4005263"/>
          <p14:tracePt t="52032" x="4192588" y="4005263"/>
          <p14:tracePt t="52040" x="4156075" y="4005263"/>
          <p14:tracePt t="52048" x="4105275" y="4017963"/>
          <p14:tracePt t="52056" x="4081463" y="4041775"/>
          <p14:tracePt t="52065" x="4056063" y="4067175"/>
          <p14:tracePt t="52072" x="3992563" y="4129088"/>
          <p14:tracePt t="52080" x="3968750" y="4179888"/>
          <p14:tracePt t="52088" x="3956050" y="4217988"/>
          <p14:tracePt t="52097" x="3943350" y="4254500"/>
          <p14:tracePt t="52104" x="3943350" y="4267200"/>
          <p14:tracePt t="52113" x="3943350" y="4279900"/>
          <p14:tracePt t="52153" x="3943350" y="4292600"/>
          <p14:tracePt t="52233" x="3956050" y="4305300"/>
          <p14:tracePt t="52240" x="3956050" y="4318000"/>
          <p14:tracePt t="52248" x="3968750" y="4367213"/>
          <p14:tracePt t="52256" x="3979863" y="4454525"/>
          <p14:tracePt t="52264" x="3992563" y="4554538"/>
          <p14:tracePt t="52272" x="4030663" y="4679950"/>
          <p14:tracePt t="52281" x="4081463" y="4768850"/>
          <p14:tracePt t="52288" x="4117975" y="4879975"/>
          <p14:tracePt t="52298" x="4181475" y="5005388"/>
          <p14:tracePt t="52304" x="4268788" y="5130800"/>
          <p14:tracePt t="52313" x="4394200" y="5218113"/>
          <p14:tracePt t="52320" x="4506913" y="5268913"/>
          <p14:tracePt t="52328" x="4643438" y="5294313"/>
          <p14:tracePt t="52337" x="4794250" y="5294313"/>
          <p14:tracePt t="52344" x="4981575" y="5294313"/>
          <p14:tracePt t="52352" x="5157788" y="5294313"/>
          <p14:tracePt t="52360" x="5407025" y="5218113"/>
          <p14:tracePt t="52369" x="5670550" y="5056188"/>
          <p14:tracePt t="52376" x="5845175" y="4930775"/>
          <p14:tracePt t="52385" x="5957888" y="4843463"/>
          <p14:tracePt t="52392" x="5983288" y="4730750"/>
          <p14:tracePt t="52401" x="5983288" y="4618038"/>
          <p14:tracePt t="52408" x="5983288" y="4530725"/>
          <p14:tracePt t="52416" x="5945188" y="4392613"/>
          <p14:tracePt t="52424" x="5783263" y="4305300"/>
          <p14:tracePt t="52433" x="5507038" y="4217988"/>
          <p14:tracePt t="52440" x="5057775" y="4029075"/>
          <p14:tracePt t="52448" x="4494213" y="3941763"/>
          <p14:tracePt t="52456" x="3905250" y="3916363"/>
          <p14:tracePt t="52465" x="3328988" y="3916363"/>
          <p14:tracePt t="52472" x="2754313" y="3916363"/>
          <p14:tracePt t="52481" x="2178050" y="3916363"/>
          <p14:tracePt t="52489" x="1727200" y="3967163"/>
          <p14:tracePt t="52496" x="1327150" y="4029075"/>
          <p14:tracePt t="52504" x="1089025" y="4105275"/>
          <p14:tracePt t="52512" x="963613" y="4167188"/>
          <p14:tracePt t="52520" x="901700" y="4217988"/>
          <p14:tracePt t="52528" x="876300" y="4292600"/>
          <p14:tracePt t="52536" x="863600" y="4354513"/>
          <p14:tracePt t="52544" x="863600" y="4443413"/>
          <p14:tracePt t="52553" x="863600" y="4543425"/>
          <p14:tracePt t="52560" x="925513" y="4667250"/>
          <p14:tracePt t="52569" x="976313" y="4843463"/>
          <p14:tracePt t="52576" x="1038225" y="4992688"/>
          <p14:tracePt t="52585" x="1076325" y="5130800"/>
          <p14:tracePt t="52592" x="1176338" y="5268913"/>
          <p14:tracePt t="52600" x="1263650" y="5394325"/>
          <p14:tracePt t="52608" x="1352550" y="5507038"/>
          <p14:tracePt t="52616" x="1452563" y="5607050"/>
          <p14:tracePt t="52624" x="1577975" y="5656263"/>
          <p14:tracePt t="52633" x="1677988" y="5707063"/>
          <p14:tracePt t="52640" x="1801813" y="5743575"/>
          <p14:tracePt t="52648" x="1865313" y="5756275"/>
          <p14:tracePt t="52656" x="1952625" y="5756275"/>
          <p14:tracePt t="52665" x="2014538" y="5756275"/>
          <p14:tracePt t="52672" x="2103438" y="5756275"/>
          <p14:tracePt t="52682" x="2216150" y="5756275"/>
          <p14:tracePt t="52688" x="2378075" y="5756275"/>
          <p14:tracePt t="52696" x="2541588" y="5719763"/>
          <p14:tracePt t="52704" x="2741613" y="5643563"/>
          <p14:tracePt t="52712" x="3028950" y="5530850"/>
          <p14:tracePt t="52720" x="3354388" y="5368925"/>
          <p14:tracePt t="52728" x="3617913" y="5230813"/>
          <p14:tracePt t="52737" x="3856038" y="5043488"/>
          <p14:tracePt t="52744" x="4017963" y="4905375"/>
          <p14:tracePt t="52753" x="4081463" y="4792663"/>
          <p14:tracePt t="52760" x="4092575" y="4679950"/>
          <p14:tracePt t="52768" x="4092575" y="4579938"/>
          <p14:tracePt t="52776" x="4017963" y="4392613"/>
          <p14:tracePt t="52784" x="3805238" y="4254500"/>
          <p14:tracePt t="52792" x="3492500" y="4141788"/>
          <p14:tracePt t="52800" x="3054350" y="4029075"/>
          <p14:tracePt t="52808" x="2667000" y="3967163"/>
          <p14:tracePt t="52817" x="2490788" y="3941763"/>
          <p14:tracePt t="52824" x="2328863" y="3941763"/>
          <p14:tracePt t="52832" x="2265363" y="3941763"/>
          <p14:tracePt t="52840" x="2228850" y="3941763"/>
          <p14:tracePt t="52849" x="2178050" y="3967163"/>
          <p14:tracePt t="52856" x="2178050" y="3992563"/>
          <p14:tracePt t="52865" x="2178050" y="4079875"/>
          <p14:tracePt t="52872" x="2178050" y="4241800"/>
          <p14:tracePt t="52880" x="2178050" y="4392613"/>
          <p14:tracePt t="52888" x="2203450" y="4630738"/>
          <p14:tracePt t="52896" x="2290763" y="4879975"/>
          <p14:tracePt t="52904" x="2378075" y="5092700"/>
          <p14:tracePt t="52912" x="2452688" y="5218113"/>
          <p14:tracePt t="52921" x="2516188" y="5330825"/>
          <p14:tracePt t="52928" x="2590800" y="5407025"/>
          <p14:tracePt t="52937" x="2628900" y="5430838"/>
          <p14:tracePt t="52944" x="2690813" y="5430838"/>
          <p14:tracePt t="52953" x="2754313" y="5430838"/>
          <p14:tracePt t="52960" x="2790825" y="5430838"/>
          <p14:tracePt t="52968" x="2816225" y="5430838"/>
          <p14:tracePt t="52976" x="2854325" y="5430838"/>
          <p14:tracePt t="52984" x="2903538" y="5394325"/>
          <p14:tracePt t="52992" x="2954338" y="5330825"/>
          <p14:tracePt t="53000" x="3003550" y="5230813"/>
          <p14:tracePt t="53008" x="3054350" y="5130800"/>
          <p14:tracePt t="53016" x="3079750" y="5081588"/>
          <p14:tracePt t="53024" x="3128963" y="4968875"/>
          <p14:tracePt t="53033" x="3128963" y="4905375"/>
          <p14:tracePt t="53040" x="3128963" y="4843463"/>
          <p14:tracePt t="53050" x="3128963" y="4805363"/>
          <p14:tracePt t="53056" x="3128963" y="4730750"/>
          <p14:tracePt t="53064" x="3028950" y="4692650"/>
          <p14:tracePt t="53072" x="2867025" y="4679950"/>
          <p14:tracePt t="53080" x="2703513" y="4679950"/>
          <p14:tracePt t="53088" x="2516188" y="4679950"/>
          <p14:tracePt t="53096" x="2390775" y="4679950"/>
          <p14:tracePt t="53105" x="2328863" y="4705350"/>
          <p14:tracePt t="53112" x="2265363" y="4779963"/>
          <p14:tracePt t="53121" x="2265363" y="4868863"/>
          <p14:tracePt t="53128" x="2265363" y="4981575"/>
          <p14:tracePt t="53137" x="2278063" y="5081588"/>
          <p14:tracePt t="53144" x="2365375" y="5243513"/>
          <p14:tracePt t="53152" x="2478088" y="5368925"/>
          <p14:tracePt t="53160" x="2603500" y="5468938"/>
          <p14:tracePt t="53168" x="2767013" y="5556250"/>
          <p14:tracePt t="53176" x="2941638" y="5630863"/>
          <p14:tracePt t="53184" x="3067050" y="5656263"/>
          <p14:tracePt t="53192" x="3228975" y="5707063"/>
          <p14:tracePt t="53201" x="3379788" y="5707063"/>
          <p14:tracePt t="53208" x="3554413" y="5707063"/>
          <p14:tracePt t="53217" x="3767138" y="5668963"/>
          <p14:tracePt t="53224" x="3930650" y="5581650"/>
          <p14:tracePt t="53233" x="4168775" y="5407025"/>
          <p14:tracePt t="53240" x="4381500" y="5256213"/>
          <p14:tracePt t="53248" x="4530725" y="5118100"/>
          <p14:tracePt t="53256" x="4619625" y="5005388"/>
          <p14:tracePt t="53264" x="4681538" y="4879975"/>
          <p14:tracePt t="53272" x="4681538" y="4779963"/>
          <p14:tracePt t="53280" x="4681538" y="4679950"/>
          <p14:tracePt t="53288" x="4656138" y="4592638"/>
          <p14:tracePt t="53296" x="4518025" y="4518025"/>
          <p14:tracePt t="53305" x="4343400" y="4467225"/>
          <p14:tracePt t="53312" x="4130675" y="4454525"/>
          <p14:tracePt t="53321" x="3892550" y="4454525"/>
          <p14:tracePt t="53328" x="3756025" y="4454525"/>
          <p14:tracePt t="53336" x="3643313" y="4454525"/>
          <p14:tracePt t="53344" x="3592513" y="4454525"/>
          <p14:tracePt t="53352" x="3517900" y="4467225"/>
          <p14:tracePt t="53360" x="3454400" y="4479925"/>
          <p14:tracePt t="53368" x="3405188" y="4530725"/>
          <p14:tracePt t="53376" x="3354388" y="4592638"/>
          <p14:tracePt t="53384" x="3328988" y="4630738"/>
          <p14:tracePt t="53392" x="3279775" y="4705350"/>
          <p14:tracePt t="53401" x="3267075" y="4768850"/>
          <p14:tracePt t="53408" x="3228975" y="4818063"/>
          <p14:tracePt t="53417" x="3228975" y="4843463"/>
          <p14:tracePt t="53424" x="3216275" y="4868863"/>
          <p14:tracePt t="53432" x="3216275" y="4879975"/>
          <p14:tracePt t="53448" x="3205163" y="4892675"/>
          <p14:tracePt t="53489" x="3205163" y="4905375"/>
          <p14:tracePt t="53537" x="3216275" y="4905375"/>
          <p14:tracePt t="54689" x="3228975" y="4905375"/>
          <p14:tracePt t="54713" x="3241675" y="4918075"/>
          <p14:tracePt t="54721" x="3241675" y="4930775"/>
          <p14:tracePt t="54737" x="3241675" y="4956175"/>
          <p14:tracePt t="54744" x="3241675" y="4981575"/>
          <p14:tracePt t="54752" x="3241675" y="4992688"/>
          <p14:tracePt t="55137" x="3228975" y="4992688"/>
          <p14:tracePt t="55144" x="3216275" y="4992688"/>
          <p14:tracePt t="55152" x="3192463" y="4981575"/>
          <p14:tracePt t="55160" x="3179763" y="4981575"/>
          <p14:tracePt t="55168" x="3141663" y="4968875"/>
          <p14:tracePt t="55184" x="3116263" y="4956175"/>
          <p14:tracePt t="55193" x="3103563" y="4956175"/>
          <p14:tracePt t="55257" x="3116263" y="4956175"/>
          <p14:tracePt t="55264" x="3179763" y="4956175"/>
          <p14:tracePt t="55272" x="3228975" y="4968875"/>
          <p14:tracePt t="55280" x="3279775" y="4981575"/>
          <p14:tracePt t="55289" x="3292475" y="4981575"/>
          <p14:tracePt t="55296" x="3317875" y="4992688"/>
          <p14:tracePt t="55304" x="3367088" y="5018088"/>
          <p14:tracePt t="55312" x="3441700" y="5056188"/>
          <p14:tracePt t="55320" x="3517900" y="5105400"/>
          <p14:tracePt t="55328" x="3630613" y="5143500"/>
          <p14:tracePt t="55336" x="3717925" y="5181600"/>
          <p14:tracePt t="55344" x="3856038" y="5218113"/>
          <p14:tracePt t="55352" x="3930650" y="5230813"/>
          <p14:tracePt t="55361" x="4030663" y="5230813"/>
          <p14:tracePt t="55368" x="4068763" y="5230813"/>
          <p14:tracePt t="55377" x="4092575" y="5230813"/>
          <p14:tracePt t="55384" x="4105275" y="5230813"/>
          <p14:tracePt t="55392" x="4117975" y="5230813"/>
          <p14:tracePt t="55400" x="4130675" y="5230813"/>
          <p14:tracePt t="55408" x="4156075" y="5230813"/>
          <p14:tracePt t="55416" x="4181475" y="5218113"/>
          <p14:tracePt t="55424" x="4205288" y="5181600"/>
          <p14:tracePt t="55432" x="4230688" y="5130800"/>
          <p14:tracePt t="55440" x="4243388" y="5105400"/>
          <p14:tracePt t="55448" x="4268788" y="5056188"/>
          <p14:tracePt t="55456" x="4281488" y="5018088"/>
          <p14:tracePt t="55464" x="4294188" y="4943475"/>
          <p14:tracePt t="55473" x="4294188" y="4856163"/>
          <p14:tracePt t="55480" x="4318000" y="4792663"/>
          <p14:tracePt t="55489" x="4318000" y="4718050"/>
          <p14:tracePt t="55496" x="4318000" y="4643438"/>
          <p14:tracePt t="55504" x="4318000" y="4554538"/>
          <p14:tracePt t="55512" x="4305300" y="4467225"/>
          <p14:tracePt t="55520" x="4256088" y="4405313"/>
          <p14:tracePt t="55528" x="4205288" y="4341813"/>
          <p14:tracePt t="55536" x="4117975" y="4292600"/>
          <p14:tracePt t="55545" x="4030663" y="4241800"/>
          <p14:tracePt t="55552" x="3917950" y="4205288"/>
          <p14:tracePt t="55561" x="3805238" y="4167188"/>
          <p14:tracePt t="55568" x="3630613" y="4129088"/>
          <p14:tracePt t="55577" x="3467100" y="4129088"/>
          <p14:tracePt t="55584" x="3317875" y="4129088"/>
          <p14:tracePt t="55593" x="3154363" y="4129088"/>
          <p14:tracePt t="55600" x="2967038" y="4129088"/>
          <p14:tracePt t="55608" x="2828925" y="4179888"/>
          <p14:tracePt t="55616" x="2690813" y="4230688"/>
          <p14:tracePt t="55625" x="2590800" y="4305300"/>
          <p14:tracePt t="55632" x="2528888" y="4379913"/>
          <p14:tracePt t="55640" x="2465388" y="4479925"/>
          <p14:tracePt t="55648" x="2428875" y="4618038"/>
          <p14:tracePt t="55657" x="2403475" y="4743450"/>
          <p14:tracePt t="55664" x="2378075" y="4892675"/>
          <p14:tracePt t="55673" x="2378075" y="5043488"/>
          <p14:tracePt t="55680" x="2378075" y="5194300"/>
          <p14:tracePt t="55688" x="2378075" y="5356225"/>
          <p14:tracePt t="55696" x="2403475" y="5507038"/>
          <p14:tracePt t="55704" x="2503488" y="5619750"/>
          <p14:tracePt t="55712" x="2578100" y="5694363"/>
          <p14:tracePt t="55720" x="2716213" y="5768975"/>
          <p14:tracePt t="55729" x="2841625" y="5807075"/>
          <p14:tracePt t="55736" x="2916238" y="5807075"/>
          <p14:tracePt t="55745" x="3041650" y="5807075"/>
          <p14:tracePt t="55752" x="3154363" y="5807075"/>
          <p14:tracePt t="55761" x="3216275" y="5807075"/>
          <p14:tracePt t="55768" x="3341688" y="5756275"/>
          <p14:tracePt t="55776" x="3467100" y="5668963"/>
          <p14:tracePt t="55784" x="3617913" y="5543550"/>
          <p14:tracePt t="55792" x="3767138" y="5368925"/>
          <p14:tracePt t="55800" x="3930650" y="5130800"/>
          <p14:tracePt t="55809" x="4030663" y="4905375"/>
          <p14:tracePt t="55816" x="4081463" y="4730750"/>
          <p14:tracePt t="55824" x="4081463" y="4579938"/>
          <p14:tracePt t="55832" x="4081463" y="4467225"/>
          <p14:tracePt t="55841" x="4030663" y="4367213"/>
          <p14:tracePt t="55848" x="3943350" y="4254500"/>
          <p14:tracePt t="55857" x="3879850" y="4192588"/>
          <p14:tracePt t="55864" x="3779838" y="4141788"/>
          <p14:tracePt t="55872" x="3667125" y="4129088"/>
          <p14:tracePt t="55880" x="3505200" y="4105275"/>
          <p14:tracePt t="55888" x="3328988" y="4105275"/>
          <p14:tracePt t="55896" x="3167063" y="4105275"/>
          <p14:tracePt t="55904" x="2992438" y="4105275"/>
          <p14:tracePt t="55913" x="2828925" y="4192588"/>
          <p14:tracePt t="55920" x="2716213" y="4292600"/>
          <p14:tracePt t="55941" x="2590800" y="4567238"/>
          <p14:tracePt t="55945" x="2590800" y="4743450"/>
          <p14:tracePt t="55952" x="2590800" y="4918075"/>
          <p14:tracePt t="55960" x="2654300" y="5118100"/>
          <p14:tracePt t="55968" x="2778125" y="5268913"/>
          <p14:tracePt t="55976" x="2967038" y="5443538"/>
          <p14:tracePt t="55984" x="3279775" y="5581650"/>
          <p14:tracePt t="55993" x="3579813" y="5630863"/>
          <p14:tracePt t="56000" x="3905250" y="5668963"/>
          <p14:tracePt t="56008" x="4105275" y="5668963"/>
          <p14:tracePt t="56016" x="4281488" y="5668963"/>
          <p14:tracePt t="56024" x="4394200" y="5656263"/>
          <p14:tracePt t="56032" x="4518025" y="5594350"/>
          <p14:tracePt t="56041" x="4630738" y="5494338"/>
          <p14:tracePt t="56048" x="4681538" y="5394325"/>
          <p14:tracePt t="56056" x="4732338" y="5256213"/>
          <p14:tracePt t="56064" x="4743450" y="5081588"/>
          <p14:tracePt t="56072" x="4743450" y="4930775"/>
          <p14:tracePt t="56080" x="4743450" y="4792663"/>
          <p14:tracePt t="56088" x="4719638" y="4656138"/>
          <p14:tracePt t="56096" x="4643438" y="4554538"/>
          <p14:tracePt t="56104" x="4568825" y="4492625"/>
          <p14:tracePt t="56113" x="4468813" y="4430713"/>
          <p14:tracePt t="56120" x="4381500" y="4379913"/>
          <p14:tracePt t="56129" x="4230688" y="4330700"/>
          <p14:tracePt t="56136" x="4081463" y="4318000"/>
          <p14:tracePt t="56144" x="3930650" y="4318000"/>
          <p14:tracePt t="56152" x="3743325" y="4318000"/>
          <p14:tracePt t="56160" x="3617913" y="4318000"/>
          <p14:tracePt t="56168" x="3492500" y="4379913"/>
          <p14:tracePt t="56176" x="3379788" y="4467225"/>
          <p14:tracePt t="56184" x="3317875" y="4579938"/>
          <p14:tracePt t="56192" x="3292475" y="4730750"/>
          <p14:tracePt t="56200" x="3254375" y="4892675"/>
          <p14:tracePt t="56208" x="3254375" y="5105400"/>
          <p14:tracePt t="56216" x="3254375" y="5256213"/>
          <p14:tracePt t="56225" x="3317875" y="5430838"/>
          <p14:tracePt t="56232" x="3405188" y="5594350"/>
          <p14:tracePt t="56241" x="3479800" y="5681663"/>
          <p14:tracePt t="56248" x="3541713" y="5743575"/>
          <p14:tracePt t="56256" x="3592513" y="5781675"/>
          <p14:tracePt t="56264" x="3630613" y="5794375"/>
          <p14:tracePt t="56272" x="3679825" y="5794375"/>
          <p14:tracePt t="56280" x="3705225" y="5794375"/>
          <p14:tracePt t="56288" x="3730625" y="5794375"/>
          <p14:tracePt t="56297" x="3743325" y="5794375"/>
          <p14:tracePt t="56304" x="3779838" y="5781675"/>
          <p14:tracePt t="56313" x="3792538" y="5743575"/>
          <p14:tracePt t="56320" x="3805238" y="5656263"/>
          <p14:tracePt t="56328" x="3805238" y="5556250"/>
          <p14:tracePt t="56336" x="3805238" y="5494338"/>
          <p14:tracePt t="56345" x="3805238" y="5430838"/>
          <p14:tracePt t="56352" x="3805238" y="5381625"/>
          <p14:tracePt t="56360" x="3805238" y="5343525"/>
          <p14:tracePt t="56368" x="3805238" y="5305425"/>
          <p14:tracePt t="56376" x="3805238" y="5294313"/>
          <p14:tracePt t="56384" x="3792538" y="5256213"/>
          <p14:tracePt t="56392" x="3779838" y="5230813"/>
          <p14:tracePt t="56400" x="3717925" y="5205413"/>
          <p14:tracePt t="56409" x="3692525" y="5194300"/>
          <p14:tracePt t="56416" x="3643313" y="5181600"/>
          <p14:tracePt t="56425" x="3630613" y="5181600"/>
          <p14:tracePt t="56432" x="3579813" y="5181600"/>
          <p14:tracePt t="56440" x="3541713" y="5181600"/>
          <p14:tracePt t="56448" x="3492500" y="5181600"/>
          <p14:tracePt t="56456" x="3454400" y="5181600"/>
          <p14:tracePt t="56464" x="3429000" y="5181600"/>
          <p14:tracePt t="56472" x="3379788" y="5194300"/>
          <p14:tracePt t="56481" x="3379788" y="5243513"/>
          <p14:tracePt t="56488" x="3379788" y="5305425"/>
          <p14:tracePt t="56497" x="3379788" y="5381625"/>
          <p14:tracePt t="56504" x="3379788" y="5468938"/>
          <p14:tracePt t="56513" x="3379788" y="5568950"/>
          <p14:tracePt t="56520" x="3429000" y="5694363"/>
          <p14:tracePt t="56528" x="3479800" y="5819775"/>
          <p14:tracePt t="56536" x="3567113" y="5919788"/>
          <p14:tracePt t="56544" x="3679825" y="6032500"/>
          <p14:tracePt t="56552" x="3792538" y="6107113"/>
          <p14:tracePt t="56561" x="3930650" y="6132513"/>
          <p14:tracePt t="56568" x="4017963" y="6169025"/>
          <p14:tracePt t="56576" x="4105275" y="6169025"/>
          <p14:tracePt t="56584" x="4130675" y="6181725"/>
          <p14:tracePt t="56593" x="4192588" y="6169025"/>
          <p14:tracePt t="56600" x="4230688" y="6107113"/>
          <p14:tracePt t="56609" x="4294188" y="6032500"/>
          <p14:tracePt t="56616" x="4330700" y="5907088"/>
          <p14:tracePt t="56624" x="4368800" y="5743575"/>
          <p14:tracePt t="56632" x="4368800" y="5581650"/>
          <p14:tracePt t="56640" x="4368800" y="5430838"/>
          <p14:tracePt t="56648" x="4368800" y="5281613"/>
          <p14:tracePt t="56656" x="4368800" y="5156200"/>
          <p14:tracePt t="56665" x="4368800" y="5092700"/>
          <p14:tracePt t="56672" x="4368800" y="4992688"/>
          <p14:tracePt t="56681" x="4368800" y="4918075"/>
          <p14:tracePt t="56688" x="4343400" y="4830763"/>
          <p14:tracePt t="56697" x="4305300" y="4768850"/>
          <p14:tracePt t="56704" x="4294188" y="4730750"/>
          <p14:tracePt t="56712" x="4217988" y="4667250"/>
          <p14:tracePt t="56720" x="4130675" y="4579938"/>
          <p14:tracePt t="56728" x="3992563" y="4518025"/>
          <p14:tracePt t="56736" x="3830638" y="4443413"/>
          <p14:tracePt t="56745" x="3679825" y="4405313"/>
          <p14:tracePt t="56752" x="3492500" y="4379913"/>
          <p14:tracePt t="56760" x="3328988" y="4379913"/>
          <p14:tracePt t="56768" x="3128963" y="4379913"/>
          <p14:tracePt t="56776" x="2954338" y="4379913"/>
          <p14:tracePt t="56784" x="2778125" y="4379913"/>
          <p14:tracePt t="56793" x="2628900" y="4379913"/>
          <p14:tracePt t="56800" x="2478088" y="4418013"/>
          <p14:tracePt t="56808" x="2316163" y="4467225"/>
          <p14:tracePt t="56816" x="2178050" y="4543425"/>
          <p14:tracePt t="56824" x="2078038" y="4605338"/>
          <p14:tracePt t="56832" x="1965325" y="4705350"/>
          <p14:tracePt t="56840" x="1890713" y="4830763"/>
          <p14:tracePt t="56848" x="1865313" y="4943475"/>
          <p14:tracePt t="56856" x="1852613" y="5081588"/>
          <p14:tracePt t="56865" x="1827213" y="5218113"/>
          <p14:tracePt t="56872" x="1827213" y="5356225"/>
          <p14:tracePt t="56881" x="1827213" y="5481638"/>
          <p14:tracePt t="56888" x="1839913" y="5619750"/>
          <p14:tracePt t="56896" x="1965325" y="5781675"/>
          <p14:tracePt t="56904" x="2116138" y="5919788"/>
          <p14:tracePt t="56912" x="2290763" y="6056313"/>
          <p14:tracePt t="56920" x="2428875" y="6119813"/>
          <p14:tracePt t="56928" x="2616200" y="6194425"/>
          <p14:tracePt t="56936" x="2778125" y="6245225"/>
          <p14:tracePt t="56944" x="2928938" y="6257925"/>
          <p14:tracePt t="56952" x="3067050" y="6269038"/>
          <p14:tracePt t="56961" x="3216275" y="6269038"/>
          <p14:tracePt t="56968" x="3405188" y="6245225"/>
          <p14:tracePt t="56977" x="3567113" y="6157913"/>
          <p14:tracePt t="56984" x="3705225" y="6056313"/>
          <p14:tracePt t="56993" x="3930650" y="5881688"/>
          <p14:tracePt t="57000" x="4105275" y="5656263"/>
          <p14:tracePt t="57008" x="4268788" y="5443538"/>
          <p14:tracePt t="57016" x="4356100" y="5205413"/>
          <p14:tracePt t="57024" x="4381500" y="4981575"/>
          <p14:tracePt t="57032" x="4381500" y="4843463"/>
          <p14:tracePt t="57040" x="4381500" y="4705350"/>
          <p14:tracePt t="57049" x="4318000" y="4567238"/>
          <p14:tracePt t="57056" x="4217988" y="4479925"/>
          <p14:tracePt t="57065" x="4092575" y="4392613"/>
          <p14:tracePt t="57072" x="3917950" y="4318000"/>
          <p14:tracePt t="57080" x="3717925" y="4279900"/>
          <p14:tracePt t="57088" x="3454400" y="4241800"/>
          <p14:tracePt t="57097" x="3216275" y="4241800"/>
          <p14:tracePt t="57104" x="3016250" y="4241800"/>
          <p14:tracePt t="57112" x="2867025" y="4241800"/>
          <p14:tracePt t="57120" x="2728913" y="4279900"/>
          <p14:tracePt t="57128" x="2603500" y="4367213"/>
          <p14:tracePt t="57136" x="2554288" y="4467225"/>
          <p14:tracePt t="57144" x="2516188" y="4605338"/>
          <p14:tracePt t="57152" x="2516188" y="4743450"/>
          <p14:tracePt t="57161" x="2503488" y="4905375"/>
          <p14:tracePt t="57168" x="2503488" y="5092700"/>
          <p14:tracePt t="57176" x="2541588" y="5230813"/>
          <p14:tracePt t="57184" x="2628900" y="5330825"/>
          <p14:tracePt t="57192" x="2767013" y="5418138"/>
          <p14:tracePt t="57200" x="2941638" y="5456238"/>
          <p14:tracePt t="57208" x="3128963" y="5481638"/>
          <p14:tracePt t="57216" x="3305175" y="5481638"/>
          <p14:tracePt t="57224" x="3454400" y="5481638"/>
          <p14:tracePt t="57233" x="3567113" y="5481638"/>
          <p14:tracePt t="57240" x="3730625" y="5443538"/>
          <p14:tracePt t="57249" x="3830638" y="5368925"/>
          <p14:tracePt t="57256" x="3930650" y="5268913"/>
          <p14:tracePt t="57264" x="4005263" y="5156200"/>
          <p14:tracePt t="57272" x="4017963" y="5043488"/>
          <p14:tracePt t="57280" x="4017963" y="4892675"/>
          <p14:tracePt t="57288" x="4017963" y="4730750"/>
          <p14:tracePt t="57296" x="3956050" y="4567238"/>
          <p14:tracePt t="57304" x="3879850" y="4454525"/>
          <p14:tracePt t="57312" x="3779838" y="4341813"/>
          <p14:tracePt t="57320" x="3692525" y="4230688"/>
          <p14:tracePt t="57328" x="3579813" y="4167188"/>
          <p14:tracePt t="57336" x="3429000" y="4105275"/>
          <p14:tracePt t="57345" x="3254375" y="4067175"/>
          <p14:tracePt t="57352" x="3079750" y="4054475"/>
          <p14:tracePt t="57361" x="2916238" y="4054475"/>
          <p14:tracePt t="57368" x="2767013" y="4054475"/>
          <p14:tracePt t="57376" x="2678113" y="4054475"/>
          <p14:tracePt t="57384" x="2603500" y="4105275"/>
          <p14:tracePt t="57392" x="2554288" y="4167188"/>
          <p14:tracePt t="57400" x="2554288" y="4279900"/>
          <p14:tracePt t="57408" x="2554288" y="4392613"/>
          <p14:tracePt t="57417" x="2554288" y="4579938"/>
          <p14:tracePt t="57424" x="2554288" y="4743450"/>
          <p14:tracePt t="57433" x="2603500" y="4943475"/>
          <p14:tracePt t="57440" x="2754313" y="5205413"/>
          <p14:tracePt t="57449" x="2854325" y="5394325"/>
          <p14:tracePt t="57456" x="2954338" y="5507038"/>
          <p14:tracePt t="57464" x="3103563" y="5594350"/>
          <p14:tracePt t="57472" x="3216275" y="5643563"/>
          <p14:tracePt t="57480" x="3305175" y="5668963"/>
          <p14:tracePt t="57488" x="3379788" y="5681663"/>
          <p14:tracePt t="57497" x="3429000" y="5681663"/>
          <p14:tracePt t="57504" x="3467100" y="5681663"/>
          <p14:tracePt t="57513" x="3505200" y="5668963"/>
          <p14:tracePt t="57520" x="3530600" y="5630863"/>
          <p14:tracePt t="57529" x="3541713" y="5581650"/>
          <p14:tracePt t="57536" x="3541713" y="5543550"/>
          <p14:tracePt t="57545" x="3541713" y="5494338"/>
          <p14:tracePt t="57552" x="3541713" y="5468938"/>
          <p14:tracePt t="57560" x="3541713" y="5443538"/>
          <p14:tracePt t="57568" x="3541713" y="5430838"/>
          <p14:tracePt t="57824" x="3541713" y="5418138"/>
          <p14:tracePt t="57832" x="3554413" y="5418138"/>
          <p14:tracePt t="57976" x="3567113" y="5418138"/>
          <p14:tracePt t="57992" x="3579813" y="5418138"/>
          <p14:tracePt t="58001" x="3592513" y="5418138"/>
          <p14:tracePt t="58048" x="3605213" y="5418138"/>
          <p14:tracePt t="58528" x="3617913" y="5430838"/>
          <p14:tracePt t="58536" x="3617913" y="5481638"/>
          <p14:tracePt t="58544" x="3617913" y="5556250"/>
          <p14:tracePt t="58553" x="3617913" y="5619750"/>
          <p14:tracePt t="58560" x="3617913" y="5707063"/>
          <p14:tracePt t="58569" x="3605213" y="5781675"/>
          <p14:tracePt t="58576" x="3567113" y="5832475"/>
          <p14:tracePt t="58584" x="3530600" y="5881688"/>
          <p14:tracePt t="58592" x="3517900" y="5894388"/>
          <p14:tracePt t="58600" x="3505200" y="5907088"/>
          <p14:tracePt t="58640" x="3492500" y="5907088"/>
          <p14:tracePt t="58648" x="3454400" y="5907088"/>
          <p14:tracePt t="58656" x="3429000" y="5907088"/>
          <p14:tracePt t="58665" x="3429000" y="5881688"/>
          <p14:tracePt t="58672" x="3392488" y="5843588"/>
          <p14:tracePt t="58681" x="3367088" y="5794375"/>
          <p14:tracePt t="58688" x="3328988" y="5707063"/>
          <p14:tracePt t="58696" x="3305175" y="5643563"/>
          <p14:tracePt t="58704" x="3292475" y="5581650"/>
          <p14:tracePt t="58712" x="3279775" y="5518150"/>
          <p14:tracePt t="58720" x="3279775" y="5494338"/>
          <p14:tracePt t="58728" x="3279775" y="5456238"/>
          <p14:tracePt t="58737" x="3279775" y="5430838"/>
          <p14:tracePt t="58744" x="3267075" y="5418138"/>
          <p14:tracePt t="58760" x="3267075" y="5407025"/>
          <p14:tracePt t="58824" x="3267075" y="5430838"/>
          <p14:tracePt t="58833" x="3241675" y="5456238"/>
          <p14:tracePt t="58840" x="3228975" y="5494338"/>
          <p14:tracePt t="58849" x="3205163" y="5530850"/>
          <p14:tracePt t="58856" x="3179763" y="5594350"/>
          <p14:tracePt t="58865" x="3128963" y="5643563"/>
          <p14:tracePt t="58872" x="3103563" y="5681663"/>
          <p14:tracePt t="58880" x="3079750" y="5732463"/>
          <p14:tracePt t="58888" x="3067050" y="5756275"/>
          <p14:tracePt t="58896" x="3054350" y="5768975"/>
          <p14:tracePt t="59112" x="3067050" y="5768975"/>
          <p14:tracePt t="59122" x="3079750" y="5768975"/>
          <p14:tracePt t="59128" x="3103563" y="5768975"/>
          <p14:tracePt t="59144" x="3116263" y="5768975"/>
          <p14:tracePt t="59152" x="3128963" y="5768975"/>
          <p14:tracePt t="59168" x="3154363" y="5768975"/>
          <p14:tracePt t="59176" x="3179763" y="5768975"/>
          <p14:tracePt t="59184" x="3228975" y="5768975"/>
          <p14:tracePt t="59192" x="3292475" y="5732463"/>
          <p14:tracePt t="59201" x="3367088" y="5656263"/>
          <p14:tracePt t="59208" x="3454400" y="5568950"/>
          <p14:tracePt t="59217" x="3492500" y="5507038"/>
          <p14:tracePt t="59224" x="3517900" y="5430838"/>
          <p14:tracePt t="59233" x="3554413" y="5381625"/>
          <p14:tracePt t="59240" x="3567113" y="5318125"/>
          <p14:tracePt t="59256" x="3567113" y="5294313"/>
          <p14:tracePt t="59313" x="3554413" y="5294313"/>
          <p14:tracePt t="59321" x="3541713" y="5294313"/>
          <p14:tracePt t="59328" x="3517900" y="5343525"/>
          <p14:tracePt t="59336" x="3492500" y="5356225"/>
          <p14:tracePt t="59344" x="3479800" y="5368925"/>
          <p14:tracePt t="59352" x="3467100" y="5418138"/>
          <p14:tracePt t="59360" x="3454400" y="5430838"/>
          <p14:tracePt t="59369" x="3454400" y="5456238"/>
          <p14:tracePt t="59376" x="3454400" y="5468938"/>
          <p14:tracePt t="59385" x="3454400" y="5494338"/>
          <p14:tracePt t="59392" x="3454400" y="5518150"/>
          <p14:tracePt t="59417" x="3454400" y="5543550"/>
          <p14:tracePt t="59464" x="3454400" y="5556250"/>
          <p14:tracePt t="59472" x="3441700" y="5556250"/>
          <p14:tracePt t="59480" x="3429000" y="5556250"/>
          <p14:tracePt t="59545" x="3417888" y="5556250"/>
          <p14:tracePt t="59553" x="3417888" y="5543550"/>
          <p14:tracePt t="59560" x="3417888" y="5518150"/>
          <p14:tracePt t="59569" x="3405188" y="5468938"/>
          <p14:tracePt t="59576" x="3379788" y="5430838"/>
          <p14:tracePt t="59584" x="3354388" y="5394325"/>
          <p14:tracePt t="59592" x="3354388" y="5368925"/>
          <p14:tracePt t="59601" x="3354388" y="5330825"/>
          <p14:tracePt t="59608" x="3328988" y="5294313"/>
          <p14:tracePt t="59616" x="3317875" y="5268913"/>
          <p14:tracePt t="59689" x="3317875" y="5256213"/>
          <p14:tracePt t="59720" x="3305175" y="5268913"/>
          <p14:tracePt t="59728" x="3267075" y="5356225"/>
          <p14:tracePt t="59736" x="3241675" y="5430838"/>
          <p14:tracePt t="59744" x="3216275" y="5481638"/>
          <p14:tracePt t="59753" x="3205163" y="5507038"/>
          <p14:tracePt t="59760" x="3205163" y="5518150"/>
          <p14:tracePt t="59872" x="3205163" y="5530850"/>
          <p14:tracePt t="59880" x="3216275" y="5507038"/>
          <p14:tracePt t="59888" x="3216275" y="5494338"/>
          <p14:tracePt t="59896" x="3216275" y="5456238"/>
          <p14:tracePt t="59904" x="3216275" y="5443538"/>
          <p14:tracePt t="59912" x="3216275" y="5430838"/>
          <p14:tracePt t="59920" x="3216275" y="5418138"/>
          <p14:tracePt t="59985" x="3228975" y="5418138"/>
          <p14:tracePt t="60000" x="3228975" y="5407025"/>
          <p14:tracePt t="60008" x="3241675" y="5407025"/>
          <p14:tracePt t="60024" x="3254375" y="5407025"/>
          <p14:tracePt t="60041" x="3267075" y="5418138"/>
          <p14:tracePt t="60057" x="3267075" y="5430838"/>
          <p14:tracePt t="60072" x="3279775" y="5443538"/>
          <p14:tracePt t="60104" x="3292475" y="5443538"/>
          <p14:tracePt t="60112" x="3305175" y="5456238"/>
          <p14:tracePt t="60177" x="3317875" y="5456238"/>
          <p14:tracePt t="60193" x="3341688" y="5430838"/>
          <p14:tracePt t="60200" x="3341688" y="5394325"/>
          <p14:tracePt t="60208" x="3341688" y="5330825"/>
          <p14:tracePt t="60216" x="3341688" y="5281613"/>
          <p14:tracePt t="60224" x="3341688" y="5194300"/>
          <p14:tracePt t="60232" x="3341688" y="5130800"/>
          <p14:tracePt t="60241" x="3341688" y="5081588"/>
          <p14:tracePt t="60249" x="3341688" y="5030788"/>
          <p14:tracePt t="60256" x="3341688" y="4992688"/>
          <p14:tracePt t="60264" x="3341688" y="4956175"/>
          <p14:tracePt t="60272" x="3328988" y="4930775"/>
          <p14:tracePt t="60280" x="3328988" y="4918075"/>
          <p14:tracePt t="60288" x="3328988" y="4905375"/>
          <p14:tracePt t="60368" x="3328988" y="4918075"/>
          <p14:tracePt t="60376" x="3341688" y="4930775"/>
          <p14:tracePt t="60384" x="3341688" y="4956175"/>
          <p14:tracePt t="60392" x="3341688" y="4981575"/>
          <p14:tracePt t="60409" x="3341688" y="4992688"/>
          <p14:tracePt t="60464" x="3367088" y="4968875"/>
          <p14:tracePt t="60472" x="3379788" y="4868863"/>
          <p14:tracePt t="60480" x="3379788" y="4768850"/>
          <p14:tracePt t="60488" x="3392488" y="4643438"/>
          <p14:tracePt t="60496" x="3392488" y="4567238"/>
          <p14:tracePt t="60504" x="3392488" y="4467225"/>
          <p14:tracePt t="60512" x="3392488" y="4418013"/>
          <p14:tracePt t="60520" x="3392488" y="4379913"/>
          <p14:tracePt t="60528" x="3392488" y="4341813"/>
          <p14:tracePt t="60537" x="3392488" y="4330700"/>
          <p14:tracePt t="60552" x="3392488" y="4318000"/>
          <p14:tracePt t="60937" x="3392488" y="4505325"/>
          <p14:tracePt t="60944" x="3367088" y="4643438"/>
          <p14:tracePt t="60952" x="3354388" y="4805363"/>
          <p14:tracePt t="60960" x="3305175" y="5030788"/>
          <p14:tracePt t="60968" x="3279775" y="5281613"/>
          <p14:tracePt t="60976" x="3254375" y="5443538"/>
          <p14:tracePt t="60984" x="3228975" y="5594350"/>
          <p14:tracePt t="60993" x="3216275" y="5694363"/>
          <p14:tracePt t="61000" x="3216275" y="5768975"/>
          <p14:tracePt t="61024" x="3216275" y="5781675"/>
          <p14:tracePt t="61040" x="3228975" y="5781675"/>
          <p14:tracePt t="61048" x="3254375" y="5768975"/>
          <p14:tracePt t="61064" x="3254375" y="5743575"/>
          <p14:tracePt t="61073" x="3254375" y="5719763"/>
          <p14:tracePt t="61080" x="3254375" y="5707063"/>
          <p14:tracePt t="61096" x="3254375" y="5694363"/>
          <p14:tracePt t="61128" x="3267075" y="5681663"/>
          <p14:tracePt t="61144" x="3279775" y="5681663"/>
          <p14:tracePt t="61152" x="3279775" y="5656263"/>
          <p14:tracePt t="61160" x="3292475" y="5656263"/>
          <p14:tracePt t="61168" x="3305175" y="5643563"/>
          <p14:tracePt t="61177" x="3317875" y="5607050"/>
          <p14:tracePt t="61184" x="3341688" y="5581650"/>
          <p14:tracePt t="61193" x="3354388" y="5556250"/>
          <p14:tracePt t="61200" x="3367088" y="5530850"/>
          <p14:tracePt t="61208" x="3367088" y="5494338"/>
          <p14:tracePt t="61216" x="3367088" y="5468938"/>
          <p14:tracePt t="61224" x="3367088" y="5443538"/>
          <p14:tracePt t="61232" x="3367088" y="5430838"/>
          <p14:tracePt t="61240" x="3367088" y="5407025"/>
          <p14:tracePt t="61248" x="3367088" y="5394325"/>
          <p14:tracePt t="61256" x="3367088" y="5356225"/>
          <p14:tracePt t="61408" x="3367088" y="5368925"/>
          <p14:tracePt t="61416" x="3367088" y="5381625"/>
          <p14:tracePt t="61424" x="3367088" y="5394325"/>
          <p14:tracePt t="61432" x="3367088" y="5418138"/>
          <p14:tracePt t="61440" x="3367088" y="5430838"/>
          <p14:tracePt t="61448" x="3367088" y="5456238"/>
          <p14:tracePt t="61464" x="3367088" y="5468938"/>
          <p14:tracePt t="61496" x="3354388" y="5468938"/>
          <p14:tracePt t="61504" x="3317875" y="5407025"/>
          <p14:tracePt t="61512" x="3292475" y="5294313"/>
          <p14:tracePt t="61520" x="3279775" y="5156200"/>
          <p14:tracePt t="61528" x="3267075" y="5018088"/>
          <p14:tracePt t="61536" x="3228975" y="4868863"/>
          <p14:tracePt t="61545" x="3192463" y="4743450"/>
          <p14:tracePt t="61552" x="3154363" y="4643438"/>
          <p14:tracePt t="61561" x="3141663" y="4554538"/>
          <p14:tracePt t="61568" x="3141663" y="4518025"/>
          <p14:tracePt t="61576" x="3141663" y="4492625"/>
          <p14:tracePt t="61584" x="3141663" y="4479925"/>
          <p14:tracePt t="61592" x="3141663" y="4454525"/>
          <p14:tracePt t="61608" x="3154363" y="4454525"/>
          <p14:tracePt t="61632" x="3167063" y="4454525"/>
          <p14:tracePt t="61673" x="3192463" y="4443413"/>
          <p14:tracePt t="61680" x="3228975" y="4392613"/>
          <p14:tracePt t="61688" x="3292475" y="4354513"/>
          <p14:tracePt t="61696" x="3354388" y="4292600"/>
          <p14:tracePt t="61704" x="3429000" y="4241800"/>
          <p14:tracePt t="61712" x="3467100" y="4205288"/>
          <p14:tracePt t="61720" x="3517900" y="4167188"/>
          <p14:tracePt t="61729" x="3541713" y="4154488"/>
          <p14:tracePt t="61736" x="3567113" y="4129088"/>
          <p14:tracePt t="61745" x="3579813" y="4117975"/>
          <p14:tracePt t="62233" x="3605213" y="4117975"/>
          <p14:tracePt t="62384" x="3617913" y="4117975"/>
          <p14:tracePt t="63280" x="3643313" y="4117975"/>
          <p14:tracePt t="63288" x="3667125" y="4129088"/>
          <p14:tracePt t="63296" x="3705225" y="4205288"/>
          <p14:tracePt t="63304" x="3730625" y="4292600"/>
          <p14:tracePt t="63313" x="3767138" y="4379913"/>
          <p14:tracePt t="63320" x="3779838" y="4492625"/>
          <p14:tracePt t="63328" x="3805238" y="4592638"/>
          <p14:tracePt t="63336" x="3843338" y="4679950"/>
          <p14:tracePt t="63345" x="3867150" y="4756150"/>
          <p14:tracePt t="63352" x="3917950" y="4818063"/>
          <p14:tracePt t="63361" x="3943350" y="4843463"/>
          <p14:tracePt t="63368" x="3956050" y="4856163"/>
          <p14:tracePt t="63400" x="3979863" y="4856163"/>
          <p14:tracePt t="63528" x="3992563" y="4856163"/>
          <p14:tracePt t="63536" x="4005263" y="4843463"/>
          <p14:tracePt t="63545" x="4043363" y="4818063"/>
          <p14:tracePt t="63552" x="4068763" y="4792663"/>
          <p14:tracePt t="63560" x="4081463" y="4779963"/>
          <p14:tracePt t="63568" x="4105275" y="4768850"/>
          <p14:tracePt t="63576" x="4130675" y="4718050"/>
          <p14:tracePt t="63584" x="4143375" y="4692650"/>
          <p14:tracePt t="63592" x="4168775" y="4667250"/>
          <p14:tracePt t="63600" x="4192588" y="4618038"/>
          <p14:tracePt t="63608" x="4243388" y="4567238"/>
          <p14:tracePt t="63617" x="4281488" y="4492625"/>
          <p14:tracePt t="63624" x="4305300" y="4430713"/>
          <p14:tracePt t="63633" x="4318000" y="4392613"/>
          <p14:tracePt t="63640" x="4343400" y="4330700"/>
          <p14:tracePt t="63648" x="4356100" y="4292600"/>
          <p14:tracePt t="63656" x="4356100" y="4254500"/>
          <p14:tracePt t="63672" x="4356100" y="4241800"/>
          <p14:tracePt t="63688" x="4356100" y="4217988"/>
          <p14:tracePt t="63784" x="4356100" y="4205288"/>
          <p14:tracePt t="63817" x="4356100" y="4179888"/>
          <p14:tracePt t="63824" x="4356100" y="4167188"/>
          <p14:tracePt t="63832" x="4356100" y="4141788"/>
          <p14:tracePt t="63840" x="4356100" y="4129088"/>
          <p14:tracePt t="63856" x="4356100" y="4117975"/>
          <p14:tracePt t="63864" x="4356100" y="4105275"/>
          <p14:tracePt t="63880" x="4356100" y="4092575"/>
          <p14:tracePt t="63888" x="4356100" y="4079875"/>
          <p14:tracePt t="63896" x="4356100" y="4067175"/>
          <p14:tracePt t="63904" x="4356100" y="4054475"/>
          <p14:tracePt t="63920" x="4356100" y="4029075"/>
          <p14:tracePt t="63928" x="4343400" y="4017963"/>
          <p14:tracePt t="63946" x="4330700" y="3992563"/>
          <p14:tracePt t="63952" x="4330700" y="3979863"/>
          <p14:tracePt t="63960" x="4318000" y="3967163"/>
          <p14:tracePt t="63968" x="4294188" y="3954463"/>
          <p14:tracePt t="63976" x="4294188" y="3929063"/>
          <p14:tracePt t="63985" x="4268788" y="3929063"/>
          <p14:tracePt t="63992" x="4256088" y="3916363"/>
          <p14:tracePt t="64001" x="4217988" y="3916363"/>
          <p14:tracePt t="64008" x="4181475" y="3916363"/>
          <p14:tracePt t="64016" x="4143375" y="3916363"/>
          <p14:tracePt t="64024" x="4092575" y="3916363"/>
          <p14:tracePt t="64032" x="4043363" y="3916363"/>
          <p14:tracePt t="64040" x="4017963" y="3916363"/>
          <p14:tracePt t="64048" x="3968750" y="3941763"/>
          <p14:tracePt t="64056" x="3892550" y="4017963"/>
          <p14:tracePt t="64064" x="3856038" y="4092575"/>
          <p14:tracePt t="64072" x="3843338" y="4192588"/>
          <p14:tracePt t="64080" x="3843338" y="4292600"/>
          <p14:tracePt t="64088" x="3843338" y="4318000"/>
          <p14:tracePt t="64096" x="3867150" y="4379913"/>
          <p14:tracePt t="64104" x="3930650" y="4418013"/>
          <p14:tracePt t="64113" x="3979863" y="4430713"/>
          <p14:tracePt t="64120" x="4030663" y="4430713"/>
          <p14:tracePt t="64128" x="4117975" y="4430713"/>
          <p14:tracePt t="64136" x="4181475" y="4405313"/>
          <p14:tracePt t="64144" x="4230688" y="4341813"/>
          <p14:tracePt t="64152" x="4256088" y="4292600"/>
          <p14:tracePt t="64160" x="4268788" y="4167188"/>
          <p14:tracePt t="64169" x="4268788" y="4092575"/>
          <p14:tracePt t="64176" x="4281488" y="3967163"/>
          <p14:tracePt t="64185" x="4318000" y="3854450"/>
          <p14:tracePt t="64192" x="4318000" y="3779838"/>
          <p14:tracePt t="64200" x="4294188" y="3703638"/>
          <p14:tracePt t="64208" x="4217988" y="3629025"/>
          <p14:tracePt t="64216" x="4205288" y="3590925"/>
          <p14:tracePt t="64224" x="4143375" y="3541713"/>
          <p14:tracePt t="64232" x="4092575" y="3529013"/>
          <p14:tracePt t="64240" x="4017963" y="3529013"/>
          <p14:tracePt t="64248" x="3956050" y="3529013"/>
          <p14:tracePt t="64256" x="3843338" y="3529013"/>
          <p14:tracePt t="64264" x="3730625" y="3529013"/>
          <p14:tracePt t="64272" x="3617913" y="3567113"/>
          <p14:tracePt t="64281" x="3505200" y="3629025"/>
          <p14:tracePt t="64288" x="3417888" y="3692525"/>
          <p14:tracePt t="64297" x="3354388" y="3741738"/>
          <p14:tracePt t="64304" x="3292475" y="3829050"/>
          <p14:tracePt t="64312" x="3267075" y="3916363"/>
          <p14:tracePt t="64320" x="3267075" y="4005263"/>
          <p14:tracePt t="64328" x="3267075" y="4117975"/>
          <p14:tracePt t="64336" x="3267075" y="4205288"/>
          <p14:tracePt t="64344" x="3292475" y="4305300"/>
          <p14:tracePt t="64352" x="3354388" y="4405313"/>
          <p14:tracePt t="64360" x="3379788" y="4454525"/>
          <p14:tracePt t="64369" x="3441700" y="4518025"/>
          <p14:tracePt t="64376" x="3479800" y="4567238"/>
          <p14:tracePt t="64384" x="3517900" y="4579938"/>
          <p14:tracePt t="64392" x="3554413" y="4579938"/>
          <p14:tracePt t="64400" x="3592513" y="4605338"/>
          <p14:tracePt t="64408" x="3643313" y="4605338"/>
          <p14:tracePt t="64416" x="3692525" y="4605338"/>
          <p14:tracePt t="64424" x="3756025" y="4592638"/>
          <p14:tracePt t="64432" x="3817938" y="4530725"/>
          <p14:tracePt t="64440" x="3892550" y="4454525"/>
          <p14:tracePt t="64448" x="3943350" y="4341813"/>
          <p14:tracePt t="64456" x="3968750" y="4279900"/>
          <p14:tracePt t="64465" x="3968750" y="4205288"/>
          <p14:tracePt t="64472" x="3968750" y="4141788"/>
          <p14:tracePt t="64481" x="3968750" y="4117975"/>
          <p14:tracePt t="64488" x="3956050" y="4067175"/>
          <p14:tracePt t="64496" x="3943350" y="4054475"/>
          <p14:tracePt t="64504" x="3892550" y="4017963"/>
          <p14:tracePt t="64512" x="3867150" y="4017963"/>
          <p14:tracePt t="64520" x="3843338" y="4005263"/>
          <p14:tracePt t="64528" x="3817938" y="4005263"/>
          <p14:tracePt t="64536" x="3805238" y="3979863"/>
          <p14:tracePt t="64608" x="3779838" y="3979863"/>
          <p14:tracePt t="64616" x="3767138" y="3992563"/>
          <p14:tracePt t="64624" x="3756025" y="3992563"/>
          <p14:tracePt t="64632" x="3756025" y="4017963"/>
          <p14:tracePt t="64640" x="3743325" y="4029075"/>
          <p14:tracePt t="64648" x="3717925" y="4054475"/>
          <p14:tracePt t="64656" x="3717925" y="4067175"/>
          <p14:tracePt t="64665" x="3705225" y="4092575"/>
          <p14:tracePt t="64672" x="3692525" y="4117975"/>
          <p14:tracePt t="64680" x="3679825" y="4141788"/>
          <p14:tracePt t="64688" x="3667125" y="4179888"/>
          <p14:tracePt t="64696" x="3667125" y="4230688"/>
          <p14:tracePt t="64704" x="3630613" y="4292600"/>
          <p14:tracePt t="64712" x="3630613" y="4341813"/>
          <p14:tracePt t="64720" x="3630613" y="4418013"/>
          <p14:tracePt t="64728" x="3617913" y="4479925"/>
          <p14:tracePt t="64737" x="3605213" y="4554538"/>
          <p14:tracePt t="64744" x="3605213" y="4605338"/>
          <p14:tracePt t="64753" x="3579813" y="4643438"/>
          <p14:tracePt t="64760" x="3567113" y="4692650"/>
          <p14:tracePt t="64768" x="3567113" y="4730750"/>
          <p14:tracePt t="64776" x="3567113" y="4743450"/>
          <p14:tracePt t="64784" x="3567113" y="4756150"/>
          <p14:tracePt t="64792" x="3567113" y="4768850"/>
          <p14:tracePt t="64800" x="3554413" y="4805363"/>
          <p14:tracePt t="64809" x="3554413" y="4830763"/>
          <p14:tracePt t="64816" x="3530600" y="4868863"/>
          <p14:tracePt t="64824" x="3517900" y="4892675"/>
          <p14:tracePt t="64832" x="3517900" y="4930775"/>
          <p14:tracePt t="64840" x="3517900" y="4956175"/>
          <p14:tracePt t="64849" x="3479800" y="5030788"/>
          <p14:tracePt t="64856" x="3479800" y="5056188"/>
          <p14:tracePt t="64864" x="3467100" y="5081588"/>
          <p14:tracePt t="64872" x="3467100" y="5118100"/>
          <p14:tracePt t="64880" x="3467100" y="5156200"/>
          <p14:tracePt t="64888" x="3467100" y="5194300"/>
          <p14:tracePt t="64896" x="3454400" y="5218113"/>
          <p14:tracePt t="64904" x="3454400" y="5256213"/>
          <p14:tracePt t="64912" x="3441700" y="5305425"/>
          <p14:tracePt t="64921" x="3429000" y="5343525"/>
          <p14:tracePt t="64933" x="3429000" y="5381625"/>
          <p14:tracePt t="64937" x="3429000" y="5418138"/>
          <p14:tracePt t="64944" x="3429000" y="5456238"/>
          <p14:tracePt t="64952" x="3429000" y="5481638"/>
          <p14:tracePt t="64968" x="3429000" y="5494338"/>
          <p14:tracePt t="65008" x="3429000" y="5518150"/>
          <p14:tracePt t="65033" x="3429000" y="5530850"/>
          <p14:tracePt t="65640" x="3429000" y="5543550"/>
          <p14:tracePt t="66072" x="3454400" y="5556250"/>
          <p14:tracePt t="66080" x="3492500" y="5594350"/>
          <p14:tracePt t="66088" x="3517900" y="5630863"/>
          <p14:tracePt t="66096" x="3554413" y="5656263"/>
          <p14:tracePt t="66104" x="3579813" y="5694363"/>
          <p14:tracePt t="66112" x="3679825" y="5756275"/>
          <p14:tracePt t="66120" x="3730625" y="5781675"/>
          <p14:tracePt t="66128" x="3792538" y="5794375"/>
          <p14:tracePt t="66136" x="3867150" y="5807075"/>
          <p14:tracePt t="66144" x="3917950" y="5807075"/>
          <p14:tracePt t="66152" x="3956050" y="5807075"/>
          <p14:tracePt t="66160" x="3992563" y="5794375"/>
          <p14:tracePt t="66169" x="4017963" y="5756275"/>
          <p14:tracePt t="66176" x="4030663" y="5719763"/>
          <p14:tracePt t="66184" x="4030663" y="5643563"/>
          <p14:tracePt t="66192" x="4030663" y="5581650"/>
          <p14:tracePt t="66200" x="4030663" y="5507038"/>
          <p14:tracePt t="66208" x="3979863" y="5430838"/>
          <p14:tracePt t="66216" x="3930650" y="5368925"/>
          <p14:tracePt t="66224" x="3856038" y="5268913"/>
          <p14:tracePt t="66232" x="3792538" y="5205413"/>
          <p14:tracePt t="66241" x="3756025" y="5143500"/>
          <p14:tracePt t="66248" x="3705225" y="5081588"/>
          <p14:tracePt t="66256" x="3679825" y="5068888"/>
          <p14:tracePt t="66264" x="3667125" y="5056188"/>
          <p14:tracePt t="66272" x="3643313" y="5056188"/>
          <p14:tracePt t="66280" x="3605213" y="5043488"/>
          <p14:tracePt t="66288" x="3530600" y="5043488"/>
          <p14:tracePt t="66296" x="3429000" y="5043488"/>
          <p14:tracePt t="66304" x="3305175" y="5043488"/>
          <p14:tracePt t="66312" x="3179763" y="5043488"/>
          <p14:tracePt t="66320" x="3079750" y="5092700"/>
          <p14:tracePt t="66328" x="3003550" y="5143500"/>
          <p14:tracePt t="66336" x="2954338" y="5181600"/>
          <p14:tracePt t="66344" x="2916238" y="5230813"/>
          <p14:tracePt t="66353" x="2890838" y="5318125"/>
          <p14:tracePt t="66360" x="2879725" y="5394325"/>
          <p14:tracePt t="66368" x="2879725" y="5456238"/>
          <p14:tracePt t="66376" x="2879725" y="5494338"/>
          <p14:tracePt t="66384" x="2879725" y="5543550"/>
          <p14:tracePt t="66392" x="2879725" y="5581650"/>
          <p14:tracePt t="66400" x="2879725" y="5594350"/>
          <p14:tracePt t="66408" x="2916238" y="5619750"/>
          <p14:tracePt t="66416" x="3003550" y="5619750"/>
          <p14:tracePt t="66425" x="3092450" y="5619750"/>
          <p14:tracePt t="66432" x="3154363" y="5619750"/>
          <p14:tracePt t="66441" x="3279775" y="5581650"/>
          <p14:tracePt t="66448" x="3367088" y="5507038"/>
          <p14:tracePt t="66456" x="3454400" y="5430838"/>
          <p14:tracePt t="66464" x="3492500" y="5368925"/>
          <p14:tracePt t="66472" x="3530600" y="5268913"/>
          <p14:tracePt t="66480" x="3530600" y="5181600"/>
          <p14:tracePt t="66488" x="3530600" y="5130800"/>
          <p14:tracePt t="66496" x="3517900" y="5056188"/>
          <p14:tracePt t="66504" x="3479800" y="5018088"/>
          <p14:tracePt t="66512" x="3429000" y="4968875"/>
          <p14:tracePt t="66520" x="3379788" y="4943475"/>
          <p14:tracePt t="66528" x="3317875" y="4905375"/>
          <p14:tracePt t="66537" x="3228975" y="4905375"/>
          <p14:tracePt t="66544" x="3116263" y="4905375"/>
          <p14:tracePt t="66552" x="3003550" y="4905375"/>
          <p14:tracePt t="66560" x="2928938" y="4905375"/>
          <p14:tracePt t="66568" x="2854325" y="4930775"/>
          <p14:tracePt t="66576" x="2816225" y="4992688"/>
          <p14:tracePt t="66584" x="2790825" y="5081588"/>
          <p14:tracePt t="66592" x="2790825" y="5181600"/>
          <p14:tracePt t="66600" x="2790825" y="5305425"/>
          <p14:tracePt t="66609" x="2790825" y="5418138"/>
          <p14:tracePt t="66616" x="2816225" y="5518150"/>
          <p14:tracePt t="66625" x="2890838" y="5619750"/>
          <p14:tracePt t="66632" x="3003550" y="5656263"/>
          <p14:tracePt t="66640" x="3154363" y="5694363"/>
          <p14:tracePt t="66648" x="3279775" y="5694363"/>
          <p14:tracePt t="66656" x="3417888" y="5694363"/>
          <p14:tracePt t="66664" x="3554413" y="5694363"/>
          <p14:tracePt t="66672" x="3654425" y="5656263"/>
          <p14:tracePt t="66680" x="3767138" y="5556250"/>
          <p14:tracePt t="66688" x="3830638" y="5507038"/>
          <p14:tracePt t="66696" x="3892550" y="5407025"/>
          <p14:tracePt t="66704" x="3943350" y="5294313"/>
          <p14:tracePt t="66712" x="3956050" y="5230813"/>
          <p14:tracePt t="66721" x="3956050" y="5130800"/>
          <p14:tracePt t="66728" x="3956050" y="5081588"/>
          <p14:tracePt t="66736" x="3917950" y="5005388"/>
          <p14:tracePt t="66744" x="3867150" y="4968875"/>
          <p14:tracePt t="66752" x="3805238" y="4930775"/>
          <p14:tracePt t="66760" x="3743325" y="4918075"/>
          <p14:tracePt t="66768" x="3643313" y="4918075"/>
          <p14:tracePt t="66776" x="3530600" y="4918075"/>
          <p14:tracePt t="66784" x="3441700" y="4918075"/>
          <p14:tracePt t="66792" x="3341688" y="4930775"/>
          <p14:tracePt t="66800" x="3267075" y="4968875"/>
          <p14:tracePt t="66809" x="3192463" y="5043488"/>
          <p14:tracePt t="66816" x="3141663" y="5105400"/>
          <p14:tracePt t="66824" x="3116263" y="5181600"/>
          <p14:tracePt t="66832" x="3116263" y="5230813"/>
          <p14:tracePt t="66840" x="3116263" y="5281613"/>
          <p14:tracePt t="66848" x="3116263" y="5318125"/>
          <p14:tracePt t="66856" x="3116263" y="5356225"/>
          <p14:tracePt t="66864" x="3128963" y="5381625"/>
          <p14:tracePt t="66872" x="3154363" y="5394325"/>
          <p14:tracePt t="66880" x="3192463" y="5430838"/>
          <p14:tracePt t="66896" x="3205163" y="5430838"/>
          <p14:tracePt t="66904" x="3216275" y="5430838"/>
          <p14:tracePt t="66921" x="3228975" y="5430838"/>
          <p14:tracePt t="66944" x="3241675" y="5430838"/>
          <p14:tracePt t="67032" x="3254375" y="5430838"/>
          <p14:tracePt t="75432" x="3279775" y="5430838"/>
          <p14:tracePt t="75440" x="3292475" y="5430838"/>
          <p14:tracePt t="75536" x="3305175" y="5368925"/>
          <p14:tracePt t="75545" x="3317875" y="4943475"/>
          <p14:tracePt t="75552" x="3317875" y="4667250"/>
          <p14:tracePt t="75560" x="3254375" y="4330700"/>
          <p14:tracePt t="75568" x="3179763" y="4092575"/>
          <p14:tracePt t="75576" x="3141663" y="3767138"/>
          <p14:tracePt t="75584" x="3079750" y="3529013"/>
          <p14:tracePt t="75592" x="3003550" y="3290888"/>
          <p14:tracePt t="75600" x="2941638" y="3016250"/>
          <p14:tracePt t="75608" x="2867025" y="2840038"/>
          <p14:tracePt t="75617" x="2778125" y="2616200"/>
          <p14:tracePt t="75624" x="2703513" y="2478088"/>
          <p14:tracePt t="75632" x="2654300" y="2352675"/>
          <p14:tracePt t="75640" x="2578100" y="2265363"/>
          <p14:tracePt t="75648" x="2516188" y="2190750"/>
          <p14:tracePt t="75656" x="2441575" y="2139950"/>
          <p14:tracePt t="75664" x="2365375" y="2101850"/>
          <p14:tracePt t="75672" x="2252663" y="2065338"/>
          <p14:tracePt t="75680" x="2165350" y="2039938"/>
          <p14:tracePt t="75688" x="2027238" y="2027238"/>
          <p14:tracePt t="75696" x="1914525" y="2027238"/>
          <p14:tracePt t="75704" x="1765300" y="2027238"/>
          <p14:tracePt t="75713" x="1614488" y="2027238"/>
          <p14:tracePt t="75720" x="1452563" y="2027238"/>
          <p14:tracePt t="75729" x="1314450" y="2014538"/>
          <p14:tracePt t="75736" x="1176338" y="1978025"/>
          <p14:tracePt t="75744" x="1050925" y="1939925"/>
          <p14:tracePt t="75752" x="950913" y="1901825"/>
          <p14:tracePt t="75760" x="863600" y="1852613"/>
          <p14:tracePt t="75768" x="801688" y="1814513"/>
          <p14:tracePt t="75776" x="763588" y="1789113"/>
          <p14:tracePt t="75784" x="738188" y="1765300"/>
          <p14:tracePt t="75792" x="712788" y="1752600"/>
          <p14:tracePt t="75801" x="701675" y="1739900"/>
          <p14:tracePt t="75808" x="688975" y="1727200"/>
          <p14:tracePt t="75864" x="663575" y="1727200"/>
          <p14:tracePt t="75872" x="650875" y="1727200"/>
          <p14:tracePt t="75880" x="625475" y="1739900"/>
          <p14:tracePt t="75888" x="612775" y="1752600"/>
          <p14:tracePt t="75896" x="600075" y="1776413"/>
          <p14:tracePt t="75904" x="576263" y="1801813"/>
          <p14:tracePt t="75913" x="576263" y="1814513"/>
          <p14:tracePt t="76017" x="563563" y="1814513"/>
          <p14:tracePt t="76032" x="538163" y="1814513"/>
          <p14:tracePt t="76056" x="525463" y="1827213"/>
          <p14:tracePt t="76064" x="512763" y="1827213"/>
          <p14:tracePt t="76072" x="500063" y="1865313"/>
          <p14:tracePt t="76080" x="500063" y="1901825"/>
          <p14:tracePt t="76088" x="500063" y="1952625"/>
          <p14:tracePt t="76097" x="500063" y="2001838"/>
          <p14:tracePt t="76104" x="500063" y="2052638"/>
          <p14:tracePt t="76112" x="512763" y="2139950"/>
          <p14:tracePt t="76120" x="588963" y="2214563"/>
          <p14:tracePt t="76128" x="712788" y="2290763"/>
          <p14:tracePt t="76136" x="901700" y="2352675"/>
          <p14:tracePt t="76144" x="1163638" y="2390775"/>
          <p14:tracePt t="76152" x="1414463" y="2414588"/>
          <p14:tracePt t="76160" x="1689100" y="2414588"/>
          <p14:tracePt t="76168" x="1965325" y="2414588"/>
          <p14:tracePt t="76176" x="2278063" y="2414588"/>
          <p14:tracePt t="76185" x="2503488" y="2403475"/>
          <p14:tracePt t="76192" x="2678113" y="2339975"/>
          <p14:tracePt t="76200" x="2816225" y="2278063"/>
          <p14:tracePt t="76208" x="2903538" y="2214563"/>
          <p14:tracePt t="76216" x="2954338" y="2178050"/>
          <p14:tracePt t="76224" x="2954338" y="2152650"/>
          <p14:tracePt t="76232" x="2954338" y="2101850"/>
          <p14:tracePt t="76240" x="2954338" y="2065338"/>
          <p14:tracePt t="76248" x="2941638" y="2027238"/>
          <p14:tracePt t="76256" x="2916238" y="1978025"/>
          <p14:tracePt t="76264" x="2890838" y="1939925"/>
          <p14:tracePt t="76272" x="2867025" y="1914525"/>
          <p14:tracePt t="76280" x="2841625" y="1889125"/>
          <p14:tracePt t="76288" x="2816225" y="1865313"/>
          <p14:tracePt t="76296" x="2790825" y="1852613"/>
          <p14:tracePt t="76304" x="2728913" y="1814513"/>
          <p14:tracePt t="76312" x="2690813" y="1814513"/>
          <p14:tracePt t="76320" x="2616200" y="1814513"/>
          <p14:tracePt t="76328" x="2516188" y="1814513"/>
          <p14:tracePt t="76336" x="2403475" y="1814513"/>
          <p14:tracePt t="76344" x="2265363" y="1814513"/>
          <p14:tracePt t="76352" x="2127250" y="1876425"/>
          <p14:tracePt t="76360" x="1978025" y="1914525"/>
          <p14:tracePt t="76369" x="1839913" y="1978025"/>
          <p14:tracePt t="76376" x="1714500" y="2039938"/>
          <p14:tracePt t="76384" x="1639888" y="2101850"/>
          <p14:tracePt t="76392" x="1589088" y="2152650"/>
          <p14:tracePt t="76408" x="1589088" y="2178050"/>
          <p14:tracePt t="76416" x="1589088" y="2201863"/>
          <p14:tracePt t="76424" x="1589088" y="2214563"/>
          <p14:tracePt t="76432" x="1601788" y="2239963"/>
          <p14:tracePt t="76440" x="1639888" y="2252663"/>
          <p14:tracePt t="76448" x="1677988" y="2278063"/>
          <p14:tracePt t="76456" x="1714500" y="2278063"/>
          <p14:tracePt t="76465" x="1765300" y="2278063"/>
          <p14:tracePt t="76472" x="1790700" y="2278063"/>
          <p14:tracePt t="76481" x="1852613" y="2278063"/>
          <p14:tracePt t="76488" x="1965325" y="2265363"/>
          <p14:tracePt t="76496" x="2039938" y="2214563"/>
          <p14:tracePt t="76504" x="2116138" y="2139950"/>
          <p14:tracePt t="76512" x="2178050" y="2089150"/>
          <p14:tracePt t="76520" x="2216150" y="2027238"/>
          <p14:tracePt t="76528" x="2228850" y="1965325"/>
          <p14:tracePt t="76536" x="2228850" y="1927225"/>
          <p14:tracePt t="76544" x="2228850" y="1901825"/>
          <p14:tracePt t="76553" x="2190750" y="1865313"/>
          <p14:tracePt t="76560" x="2152650" y="1827213"/>
          <p14:tracePt t="76569" x="2103438" y="1801813"/>
          <p14:tracePt t="76576" x="2039938" y="1765300"/>
          <p14:tracePt t="76584" x="1939925" y="1765300"/>
          <p14:tracePt t="76592" x="1827213" y="1752600"/>
          <p14:tracePt t="76600" x="1701800" y="1752600"/>
          <p14:tracePt t="76608" x="1514475" y="1752600"/>
          <p14:tracePt t="76616" x="1352550" y="1776413"/>
          <p14:tracePt t="76624" x="1150938" y="1852613"/>
          <p14:tracePt t="76632" x="1001713" y="1952625"/>
          <p14:tracePt t="76640" x="838200" y="2089150"/>
          <p14:tracePt t="76648" x="776288" y="2152650"/>
          <p14:tracePt t="76656" x="763588" y="2278063"/>
          <p14:tracePt t="76665" x="763588" y="2352675"/>
          <p14:tracePt t="76672" x="763588" y="2390775"/>
          <p14:tracePt t="76680" x="825500" y="2478088"/>
          <p14:tracePt t="76688" x="989013" y="2527300"/>
          <p14:tracePt t="76696" x="1163638" y="2590800"/>
          <p14:tracePt t="76704" x="1376363" y="2603500"/>
          <p14:tracePt t="76712" x="1652588" y="2603500"/>
          <p14:tracePt t="76720" x="1927225" y="2603500"/>
          <p14:tracePt t="76728" x="2303463" y="2603500"/>
          <p14:tracePt t="76737" x="2667000" y="2516188"/>
          <p14:tracePt t="76744" x="2916238" y="2427288"/>
          <p14:tracePt t="76752" x="3103563" y="2352675"/>
          <p14:tracePt t="76760" x="3267075" y="2265363"/>
          <p14:tracePt t="76768" x="3354388" y="2190750"/>
          <p14:tracePt t="76776" x="3417888" y="2114550"/>
          <p14:tracePt t="76784" x="3429000" y="2052638"/>
          <p14:tracePt t="76792" x="3429000" y="2001838"/>
          <p14:tracePt t="76800" x="3405188" y="1939925"/>
          <p14:tracePt t="76808" x="3354388" y="1901825"/>
          <p14:tracePt t="76816" x="3292475" y="1865313"/>
          <p14:tracePt t="76824" x="3192463" y="1839913"/>
          <p14:tracePt t="76832" x="3054350" y="1801813"/>
          <p14:tracePt t="76840" x="2916238" y="1801813"/>
          <p14:tracePt t="76849" x="2767013" y="1801813"/>
          <p14:tracePt t="76856" x="2616200" y="1801813"/>
          <p14:tracePt t="76864" x="2465388" y="1827213"/>
          <p14:tracePt t="76872" x="2290763" y="1914525"/>
          <p14:tracePt t="76880" x="2178050" y="2014538"/>
          <p14:tracePt t="76888" x="2116138" y="2101850"/>
          <p14:tracePt t="76896" x="2065338" y="2239963"/>
          <p14:tracePt t="76904" x="2052638" y="2378075"/>
          <p14:tracePt t="76912" x="2052638" y="2490788"/>
          <p14:tracePt t="76921" x="2165350" y="2640013"/>
          <p14:tracePt t="76928" x="2265363" y="2765425"/>
          <p14:tracePt t="76950" x="2603500" y="2978150"/>
          <p14:tracePt t="76952" x="2816225" y="3078163"/>
          <p14:tracePt t="76960" x="2954338" y="3116263"/>
          <p14:tracePt t="76968" x="3128963" y="3154363"/>
          <p14:tracePt t="76976" x="3279775" y="3178175"/>
          <p14:tracePt t="76984" x="3405188" y="3190875"/>
          <p14:tracePt t="76992" x="3530600" y="3190875"/>
          <p14:tracePt t="77001" x="3643313" y="3190875"/>
          <p14:tracePt t="77008" x="3730625" y="3190875"/>
          <p14:tracePt t="77016" x="3817938" y="3165475"/>
          <p14:tracePt t="77024" x="3879850" y="3141663"/>
          <p14:tracePt t="77032" x="3892550" y="3128963"/>
          <p14:tracePt t="77040" x="3905250" y="3116263"/>
          <p14:tracePt t="77049" x="3930650" y="3103563"/>
          <p14:tracePt t="79512" x="3905250" y="3103563"/>
          <p14:tracePt t="79520" x="3892550" y="3103563"/>
          <p14:tracePt t="81136" x="3879850" y="3103563"/>
          <p14:tracePt t="81144" x="3905250" y="3178175"/>
          <p14:tracePt t="81161" x="3905250" y="3190875"/>
          <p14:tracePt t="81200" x="3905250" y="3165475"/>
          <p14:tracePt t="81208" x="3879850" y="2803525"/>
          <p14:tracePt t="81216" x="3856038" y="2516188"/>
          <p14:tracePt t="81224" x="3767138" y="2214563"/>
          <p14:tracePt t="81233" x="3679825" y="1939925"/>
          <p14:tracePt t="81240" x="3592513" y="1689100"/>
          <p14:tracePt t="81249" x="3517900" y="1501775"/>
          <p14:tracePt t="81256" x="3429000" y="1363663"/>
          <p14:tracePt t="81264" x="3317875" y="1238250"/>
          <p14:tracePt t="81272" x="3192463" y="1125538"/>
          <p14:tracePt t="81280" x="3028950" y="1025525"/>
          <p14:tracePt t="81288" x="2941638" y="938213"/>
          <p14:tracePt t="81296" x="2767013" y="876300"/>
          <p14:tracePt t="81304" x="2603500" y="825500"/>
          <p14:tracePt t="81312" x="2416175" y="763588"/>
          <p14:tracePt t="81320" x="2203450" y="700088"/>
          <p14:tracePt t="81328" x="2065338" y="676275"/>
          <p14:tracePt t="81336" x="1914525" y="625475"/>
          <p14:tracePt t="81345" x="1827213" y="612775"/>
          <p14:tracePt t="81352" x="1727200" y="563563"/>
          <p14:tracePt t="81360" x="1614488" y="550863"/>
          <p14:tracePt t="81368" x="1514475" y="538163"/>
          <p14:tracePt t="81376" x="1414463" y="538163"/>
          <p14:tracePt t="81384" x="1289050" y="538163"/>
          <p14:tracePt t="81392" x="1150938" y="538163"/>
          <p14:tracePt t="81400" x="1014413" y="538163"/>
          <p14:tracePt t="81408" x="914400" y="576263"/>
          <p14:tracePt t="81416" x="776288" y="612775"/>
          <p14:tracePt t="81424" x="650875" y="676275"/>
          <p14:tracePt t="81433" x="538163" y="776288"/>
          <p14:tracePt t="81440" x="450850" y="863600"/>
          <p14:tracePt t="81448" x="387350" y="950913"/>
          <p14:tracePt t="81456" x="350838" y="989013"/>
          <p14:tracePt t="81464" x="312738" y="1063625"/>
          <p14:tracePt t="81472" x="312738" y="1076325"/>
          <p14:tracePt t="81488" x="287338" y="1089025"/>
          <p14:tracePt t="81504" x="274638" y="1101725"/>
          <p14:tracePt t="81512" x="263525" y="1101725"/>
          <p14:tracePt t="81520" x="238125" y="1101725"/>
          <p14:tracePt t="81528" x="225425" y="1101725"/>
          <p14:tracePt t="81664" x="238125" y="1101725"/>
          <p14:tracePt t="81672" x="350838" y="1101725"/>
          <p14:tracePt t="81680" x="476250" y="1101725"/>
          <p14:tracePt t="81688" x="600075" y="1101725"/>
          <p14:tracePt t="81696" x="763588" y="1101725"/>
          <p14:tracePt t="81704" x="938213" y="1101725"/>
          <p14:tracePt t="81713" x="1114425" y="1101725"/>
          <p14:tracePt t="81720" x="1301750" y="1101725"/>
          <p14:tracePt t="81729" x="1527175" y="1101725"/>
          <p14:tracePt t="81736" x="1765300" y="1101725"/>
          <p14:tracePt t="81744" x="1927225" y="1125538"/>
          <p14:tracePt t="81752" x="2116138" y="1163638"/>
          <p14:tracePt t="81760" x="2252663" y="1176338"/>
          <p14:tracePt t="81768" x="2339975" y="1201738"/>
          <p14:tracePt t="81776" x="2416175" y="1214438"/>
          <p14:tracePt t="81784" x="2452688" y="1214438"/>
          <p14:tracePt t="81792" x="2478088" y="1227138"/>
          <p14:tracePt t="81801" x="2503488" y="1250950"/>
          <p14:tracePt t="81808" x="2541588" y="1250950"/>
          <p14:tracePt t="81816" x="2541588" y="1263650"/>
          <p14:tracePt t="81824" x="2565400" y="1276350"/>
          <p14:tracePt t="81832" x="2578100" y="1276350"/>
          <p14:tracePt t="81840" x="2616200" y="1276350"/>
          <p14:tracePt t="81848" x="2641600" y="1276350"/>
          <p14:tracePt t="81856" x="2690813" y="1276350"/>
          <p14:tracePt t="81864" x="2754313" y="1276350"/>
          <p14:tracePt t="81872" x="2816225" y="1276350"/>
          <p14:tracePt t="81880" x="2903538" y="1276350"/>
          <p14:tracePt t="81888" x="3016250" y="1276350"/>
          <p14:tracePt t="81896" x="3154363" y="1276350"/>
          <p14:tracePt t="81904" x="3328988" y="1276350"/>
          <p14:tracePt t="81913" x="3479800" y="1276350"/>
          <p14:tracePt t="81920" x="3630613" y="1263650"/>
          <p14:tracePt t="81928" x="3779838" y="1227138"/>
          <p14:tracePt t="81947" x="3968750" y="1214438"/>
          <p14:tracePt t="81952" x="4056063" y="1201738"/>
          <p14:tracePt t="81960" x="4092575" y="1189038"/>
          <p14:tracePt t="81968" x="4117975" y="1189038"/>
          <p14:tracePt t="81976" x="4156075" y="1189038"/>
          <p14:tracePt t="81985" x="4168775" y="1189038"/>
          <p14:tracePt t="81992" x="4217988" y="1189038"/>
          <p14:tracePt t="82000" x="4268788" y="1189038"/>
          <p14:tracePt t="82008" x="4343400" y="1201738"/>
          <p14:tracePt t="82016" x="4430713" y="1214438"/>
          <p14:tracePt t="82024" x="4518025" y="1250950"/>
          <p14:tracePt t="82032" x="4568825" y="1250950"/>
          <p14:tracePt t="82040" x="4643438" y="1263650"/>
          <p14:tracePt t="82048" x="4732338" y="1301750"/>
          <p14:tracePt t="82056" x="4781550" y="1314450"/>
          <p14:tracePt t="82064" x="4856163" y="1350963"/>
          <p14:tracePt t="82072" x="4894263" y="1363663"/>
          <p14:tracePt t="82080" x="4919663" y="1376363"/>
          <p14:tracePt t="82088" x="4956175" y="1389063"/>
          <p14:tracePt t="82097" x="5006975" y="1389063"/>
          <p14:tracePt t="82104" x="5019675" y="1401763"/>
          <p14:tracePt t="82112" x="5068888" y="1401763"/>
          <p14:tracePt t="82120" x="5119688" y="1414463"/>
          <p14:tracePt t="82128" x="5219700" y="1414463"/>
          <p14:tracePt t="82136" x="5345113" y="1414463"/>
          <p14:tracePt t="82144" x="5445125" y="1414463"/>
          <p14:tracePt t="82152" x="5557838" y="1414463"/>
          <p14:tracePt t="82160" x="5632450" y="1401763"/>
          <p14:tracePt t="82169" x="5719763" y="1376363"/>
          <p14:tracePt t="82176" x="5795963" y="1327150"/>
          <p14:tracePt t="82185" x="5808663" y="1314450"/>
          <p14:tracePt t="82192" x="5821363" y="1289050"/>
          <p14:tracePt t="82200" x="5832475" y="1276350"/>
          <p14:tracePt t="82208" x="5832475" y="1250950"/>
          <p14:tracePt t="82224" x="5832475" y="1238250"/>
          <p14:tracePt t="82320" x="5857875" y="1238250"/>
          <p14:tracePt t="82328" x="5895975" y="1238250"/>
          <p14:tracePt t="82336" x="5932488" y="1238250"/>
          <p14:tracePt t="82344" x="5995988" y="1238250"/>
          <p14:tracePt t="82352" x="6057900" y="1238250"/>
          <p14:tracePt t="82360" x="6183313" y="1263650"/>
          <p14:tracePt t="82369" x="6283325" y="1263650"/>
          <p14:tracePt t="82376" x="6370638" y="1263650"/>
          <p14:tracePt t="82384" x="6446838" y="1263650"/>
          <p14:tracePt t="82392" x="6521450" y="1263650"/>
          <p14:tracePt t="82400" x="6546850" y="1263650"/>
          <p14:tracePt t="82408" x="6572250" y="1263650"/>
          <p14:tracePt t="82536" x="6584950" y="1263650"/>
          <p14:tracePt t="82553" x="6596063" y="1263650"/>
          <p14:tracePt t="82560" x="6621463" y="1263650"/>
          <p14:tracePt t="82568" x="6646863" y="1250950"/>
          <p14:tracePt t="82576" x="6659563" y="1250950"/>
          <p14:tracePt t="82584" x="6684963" y="1250950"/>
          <p14:tracePt t="82592" x="6708775" y="1250950"/>
          <p14:tracePt t="82600" x="6746875" y="1250950"/>
          <p14:tracePt t="82616" x="6784975" y="1250950"/>
          <p14:tracePt t="82632" x="6808788" y="1227138"/>
          <p14:tracePt t="82640" x="6834188" y="1227138"/>
          <p14:tracePt t="82648" x="6872288" y="1227138"/>
          <p14:tracePt t="82656" x="6921500" y="1214438"/>
          <p14:tracePt t="82665" x="6959600" y="1214438"/>
          <p14:tracePt t="82672" x="6972300" y="1214438"/>
          <p14:tracePt t="82680" x="7010400" y="1214438"/>
          <p14:tracePt t="82688" x="7021513" y="1214438"/>
          <p14:tracePt t="82696" x="7046913" y="1214438"/>
          <p14:tracePt t="82704" x="7085013" y="1214438"/>
          <p14:tracePt t="82712" x="7110413" y="1214438"/>
          <p14:tracePt t="82720" x="7134225" y="1214438"/>
          <p14:tracePt t="82728" x="7159625" y="1214438"/>
          <p14:tracePt t="82737" x="7185025" y="1214438"/>
          <p14:tracePt t="82744" x="7197725" y="1214438"/>
          <p14:tracePt t="82752" x="7210425" y="1214438"/>
          <p14:tracePt t="82760" x="7223125" y="1214438"/>
          <p14:tracePt t="82776" x="7235825" y="1214438"/>
          <p14:tracePt t="82912" x="7246938" y="1214438"/>
          <p14:tracePt t="82992" x="7259638" y="1214438"/>
          <p14:tracePt t="83240" x="7272338" y="1201738"/>
          <p14:tracePt t="83248" x="7272338" y="1176338"/>
          <p14:tracePt t="83256" x="7259638" y="1176338"/>
          <p14:tracePt t="83264" x="7259638" y="1163638"/>
          <p14:tracePt t="83272" x="7235825" y="1138238"/>
          <p14:tracePt t="83280" x="7223125" y="1125538"/>
          <p14:tracePt t="83288" x="7197725" y="1125538"/>
          <p14:tracePt t="83296" x="7172325" y="1125538"/>
          <p14:tracePt t="83305" x="7110413" y="1114425"/>
          <p14:tracePt t="83312" x="7059613" y="1101725"/>
          <p14:tracePt t="83320" x="6972300" y="1089025"/>
          <p14:tracePt t="83328" x="6821488" y="1089025"/>
          <p14:tracePt t="83336" x="6672263" y="1089025"/>
          <p14:tracePt t="83344" x="6496050" y="1089025"/>
          <p14:tracePt t="83352" x="6308725" y="1089025"/>
          <p14:tracePt t="83360" x="6134100" y="1089025"/>
          <p14:tracePt t="83368" x="5921375" y="1089025"/>
          <p14:tracePt t="83376" x="5657850" y="1089025"/>
          <p14:tracePt t="83384" x="5407025" y="1089025"/>
          <p14:tracePt t="83392" x="5132388" y="1089025"/>
          <p14:tracePt t="83401" x="4881563" y="1050925"/>
          <p14:tracePt t="83408" x="4656138" y="1025525"/>
          <p14:tracePt t="83417" x="4468813" y="989013"/>
          <p14:tracePt t="83424" x="4268788" y="950913"/>
          <p14:tracePt t="83432" x="4130675" y="938213"/>
          <p14:tracePt t="83440" x="4005263" y="901700"/>
          <p14:tracePt t="83448" x="3917950" y="876300"/>
          <p14:tracePt t="83456" x="3843338" y="863600"/>
          <p14:tracePt t="83464" x="3767138" y="863600"/>
          <p14:tracePt t="83472" x="3705225" y="863600"/>
          <p14:tracePt t="83480" x="3630613" y="850900"/>
          <p14:tracePt t="83489" x="3505200" y="812800"/>
          <p14:tracePt t="83496" x="3454400" y="812800"/>
          <p14:tracePt t="83504" x="3354388" y="812800"/>
          <p14:tracePt t="83512" x="3267075" y="812800"/>
          <p14:tracePt t="83520" x="3141663" y="812800"/>
          <p14:tracePt t="83528" x="3028950" y="812800"/>
          <p14:tracePt t="83536" x="2890838" y="812800"/>
          <p14:tracePt t="83544" x="2741613" y="812800"/>
          <p14:tracePt t="83552" x="2590800" y="812800"/>
          <p14:tracePt t="83560" x="2441575" y="812800"/>
          <p14:tracePt t="83568" x="2278063" y="812800"/>
          <p14:tracePt t="83576" x="2139950" y="812800"/>
          <p14:tracePt t="83584" x="2027238" y="812800"/>
          <p14:tracePt t="83592" x="1927225" y="788988"/>
          <p14:tracePt t="83601" x="1801813" y="776288"/>
          <p14:tracePt t="83608" x="1701800" y="750888"/>
          <p14:tracePt t="83616" x="1601788" y="750888"/>
          <p14:tracePt t="83624" x="1501775" y="725488"/>
          <p14:tracePt t="83632" x="1414463" y="725488"/>
          <p14:tracePt t="83640" x="1314450" y="712788"/>
          <p14:tracePt t="83648" x="1227138" y="688975"/>
          <p14:tracePt t="83656" x="1127125" y="688975"/>
          <p14:tracePt t="83664" x="1038225" y="688975"/>
          <p14:tracePt t="83673" x="938213" y="688975"/>
          <p14:tracePt t="83680" x="850900" y="688975"/>
          <p14:tracePt t="83688" x="738188" y="688975"/>
          <p14:tracePt t="83696" x="650875" y="712788"/>
          <p14:tracePt t="83704" x="576263" y="750888"/>
          <p14:tracePt t="83712" x="512763" y="776288"/>
          <p14:tracePt t="83720" x="450850" y="825500"/>
          <p14:tracePt t="83728" x="425450" y="838200"/>
          <p14:tracePt t="83736" x="400050" y="876300"/>
          <p14:tracePt t="83744" x="338138" y="912813"/>
          <p14:tracePt t="83752" x="312738" y="963613"/>
          <p14:tracePt t="83760" x="274638" y="1025525"/>
          <p14:tracePt t="83768" x="225425" y="1101725"/>
          <p14:tracePt t="83776" x="187325" y="1138238"/>
          <p14:tracePt t="83785" x="138113" y="1214438"/>
          <p14:tracePt t="83792" x="125413" y="1238250"/>
          <p14:tracePt t="83800" x="100013" y="1263650"/>
          <p14:tracePt t="84104" x="125413" y="1263650"/>
          <p14:tracePt t="84120" x="138113" y="1263650"/>
          <p14:tracePt t="84136" x="150813" y="1263650"/>
          <p14:tracePt t="84144" x="163513" y="1263650"/>
          <p14:tracePt t="84152" x="174625" y="1263650"/>
          <p14:tracePt t="84160" x="200025" y="1263650"/>
          <p14:tracePt t="84169" x="250825" y="1263650"/>
          <p14:tracePt t="84176" x="350838" y="1263650"/>
          <p14:tracePt t="84184" x="538163" y="1263650"/>
          <p14:tracePt t="84192" x="801688" y="1314450"/>
          <p14:tracePt t="84200" x="1376363" y="1463675"/>
          <p14:tracePt t="84208" x="1878013" y="1576388"/>
          <p14:tracePt t="84216" x="2328863" y="1614488"/>
          <p14:tracePt t="84224" x="2867025" y="1714500"/>
          <p14:tracePt t="84232" x="3354388" y="1776413"/>
          <p14:tracePt t="84241" x="3779838" y="1814513"/>
          <p14:tracePt t="84248" x="4143375" y="1901825"/>
          <p14:tracePt t="84256" x="4356100" y="1914525"/>
          <p14:tracePt t="84264" x="4543425" y="1927225"/>
          <p14:tracePt t="84272" x="4706938" y="1927225"/>
          <p14:tracePt t="84280" x="4843463" y="1927225"/>
          <p14:tracePt t="84288" x="4945063" y="1927225"/>
          <p14:tracePt t="84296" x="5019675" y="1927225"/>
          <p14:tracePt t="84304" x="5068888" y="1927225"/>
          <p14:tracePt t="84312" x="5132388" y="1927225"/>
          <p14:tracePt t="84320" x="5145088" y="1927225"/>
          <p14:tracePt t="84328" x="5170488" y="1927225"/>
          <p14:tracePt t="84392" x="5181600" y="1927225"/>
          <p14:tracePt t="84400" x="5207000" y="1927225"/>
          <p14:tracePt t="84408" x="5232400" y="1952625"/>
          <p14:tracePt t="84416" x="5281613" y="1989138"/>
          <p14:tracePt t="84424" x="5332413" y="2065338"/>
          <p14:tracePt t="84432" x="5370513" y="2152650"/>
          <p14:tracePt t="84440" x="5407025" y="2214563"/>
          <p14:tracePt t="84448" x="5445125" y="2339975"/>
          <p14:tracePt t="84456" x="5483225" y="2439988"/>
          <p14:tracePt t="84464" x="5519738" y="2527300"/>
          <p14:tracePt t="84472" x="5570538" y="2640013"/>
          <p14:tracePt t="84480" x="5607050" y="2728913"/>
          <p14:tracePt t="84488" x="5683250" y="2803525"/>
          <p14:tracePt t="84496" x="5708650" y="2865438"/>
          <p14:tracePt t="84504" x="5808663" y="2928938"/>
          <p14:tracePt t="84512" x="5895975" y="2978150"/>
          <p14:tracePt t="84520" x="5970588" y="3003550"/>
          <p14:tracePt t="84528" x="6021388" y="3016250"/>
          <p14:tracePt t="84537" x="6045200" y="3028950"/>
          <p14:tracePt t="84544" x="6070600" y="3028950"/>
          <p14:tracePt t="84560" x="6083300" y="3028950"/>
          <p14:tracePt t="84776" x="6070600" y="3028950"/>
          <p14:tracePt t="84784" x="6057900" y="3028950"/>
          <p14:tracePt t="84800" x="6045200" y="3028950"/>
          <p14:tracePt t="84808" x="6021388" y="3028950"/>
          <p14:tracePt t="84816" x="5983288" y="3028950"/>
          <p14:tracePt t="84824" x="5932488" y="3028950"/>
          <p14:tracePt t="84832" x="5832475" y="3041650"/>
          <p14:tracePt t="84840" x="5645150" y="3090863"/>
          <p14:tracePt t="84848" x="5383213" y="3128963"/>
          <p14:tracePt t="84856" x="5094288" y="3165475"/>
          <p14:tracePt t="84864" x="4832350" y="3228975"/>
          <p14:tracePt t="84872" x="4630738" y="3278188"/>
          <p14:tracePt t="84880" x="4494213" y="3290888"/>
          <p14:tracePt t="84888" x="4368800" y="3303588"/>
          <p14:tracePt t="84896" x="4318000" y="3303588"/>
          <p14:tracePt t="84904" x="4281488" y="3328988"/>
          <p14:tracePt t="84912" x="4268788" y="3328988"/>
          <p14:tracePt t="84921" x="4256088" y="3328988"/>
          <p14:tracePt t="86136" x="4230688" y="3328988"/>
          <p14:tracePt t="86176" x="4217988" y="3328988"/>
          <p14:tracePt t="86280" x="4192588" y="3328988"/>
          <p14:tracePt t="86297" x="4181475" y="3328988"/>
          <p14:tracePt t="86336" x="4156075" y="3328988"/>
          <p14:tracePt t="86344" x="4130675" y="3328988"/>
          <p14:tracePt t="86352" x="4092575" y="3328988"/>
          <p14:tracePt t="86360" x="4068763" y="3328988"/>
          <p14:tracePt t="86368" x="4043363" y="3328988"/>
          <p14:tracePt t="86376" x="3968750" y="3328988"/>
          <p14:tracePt t="86384" x="3892550" y="3303588"/>
          <p14:tracePt t="86392" x="3843338" y="3278188"/>
          <p14:tracePt t="86400" x="3817938" y="3278188"/>
          <p14:tracePt t="86408" x="3805238" y="3278188"/>
          <p14:tracePt t="86416" x="3792538" y="3278188"/>
          <p14:tracePt t="86504" x="3779838" y="3278188"/>
          <p14:tracePt t="88256" x="3779838" y="3267075"/>
          <p14:tracePt t="88312" x="3792538" y="3267075"/>
          <p14:tracePt t="88320" x="3805238" y="3267075"/>
          <p14:tracePt t="88328" x="3830638" y="3267075"/>
          <p14:tracePt t="88344" x="3867150" y="3267075"/>
          <p14:tracePt t="88352" x="3879850" y="3267075"/>
          <p14:tracePt t="88360" x="3930650" y="3254375"/>
          <p14:tracePt t="88368" x="3956050" y="3254375"/>
          <p14:tracePt t="88376" x="4030663" y="3228975"/>
          <p14:tracePt t="88384" x="4130675" y="3216275"/>
          <p14:tracePt t="88392" x="4230688" y="3216275"/>
          <p14:tracePt t="88400" x="4394200" y="3203575"/>
          <p14:tracePt t="88408" x="4668838" y="3203575"/>
          <p14:tracePt t="88416" x="5045075" y="3203575"/>
          <p14:tracePt t="88424" x="5519738" y="3203575"/>
          <p14:tracePt t="88432" x="6034088" y="3203575"/>
          <p14:tracePt t="88440" x="6472238" y="3203575"/>
          <p14:tracePt t="88448" x="6784975" y="3203575"/>
          <p14:tracePt t="88456" x="7021513" y="3203575"/>
          <p14:tracePt t="88465" x="7172325" y="3203575"/>
          <p14:tracePt t="88472" x="7285038" y="3203575"/>
          <p14:tracePt t="88481" x="7359650" y="3203575"/>
          <p14:tracePt t="88488" x="7410450" y="3203575"/>
          <p14:tracePt t="88496" x="7435850" y="3216275"/>
          <p14:tracePt t="88504" x="7459663" y="3228975"/>
          <p14:tracePt t="88512" x="7472363" y="3241675"/>
          <p14:tracePt t="88520" x="7510463" y="3267075"/>
          <p14:tracePt t="88528" x="7548563" y="3278188"/>
          <p14:tracePt t="88536" x="7561263" y="3290888"/>
          <p14:tracePt t="88544" x="7623175" y="3316288"/>
          <p14:tracePt t="88553" x="7648575" y="3328988"/>
          <p14:tracePt t="88560" x="7697788" y="3378200"/>
          <p14:tracePt t="88568" x="7735888" y="3390900"/>
          <p14:tracePt t="88576" x="7797800" y="3429000"/>
          <p14:tracePt t="88584" x="7861300" y="3454400"/>
          <p14:tracePt t="88592" x="7923213" y="3479800"/>
          <p14:tracePt t="88600" x="7999413" y="3516313"/>
          <p14:tracePt t="88608" x="8086725" y="3541713"/>
          <p14:tracePt t="88616" x="8212138" y="3567113"/>
          <p14:tracePt t="88624" x="8348663" y="3579813"/>
          <p14:tracePt t="88632" x="8499475" y="3579813"/>
          <p14:tracePt t="88640" x="8674100" y="3579813"/>
          <p14:tracePt t="88648" x="8837613" y="3579813"/>
          <p14:tracePt t="88656" x="9012238" y="3579813"/>
          <p14:tracePt t="88665" x="9137650" y="3579813"/>
          <p14:tracePt t="88672" x="9237663" y="3579813"/>
          <p14:tracePt t="88680" x="9324975" y="3579813"/>
          <p14:tracePt t="88688" x="9388475" y="3529013"/>
          <p14:tracePt t="88696" x="9401175" y="3503613"/>
          <p14:tracePt t="88704" x="9413875" y="3490913"/>
          <p14:tracePt t="88712" x="9413875" y="3441700"/>
          <p14:tracePt t="88720" x="9413875" y="3403600"/>
          <p14:tracePt t="88728" x="9413875" y="3367088"/>
          <p14:tracePt t="88737" x="9413875" y="3328988"/>
          <p14:tracePt t="88744" x="9388475" y="3278188"/>
          <p14:tracePt t="88752" x="9324975" y="3216275"/>
          <p14:tracePt t="88760" x="9263063" y="3165475"/>
          <p14:tracePt t="88768" x="9199563" y="3141663"/>
          <p14:tracePt t="88776" x="9163050" y="3116263"/>
          <p14:tracePt t="88784" x="9124950" y="3103563"/>
          <p14:tracePt t="88792" x="9099550" y="3090863"/>
          <p14:tracePt t="88800" x="9088438" y="3090863"/>
          <p14:tracePt t="88872" x="9112250" y="3103563"/>
          <p14:tracePt t="88880" x="9137650" y="3128963"/>
          <p14:tracePt t="88888" x="9188450" y="3154363"/>
          <p14:tracePt t="88896" x="9237663" y="3178175"/>
          <p14:tracePt t="88904" x="9263063" y="3178175"/>
          <p14:tracePt t="88912" x="9312275" y="3190875"/>
          <p14:tracePt t="88920" x="9337675" y="3190875"/>
          <p14:tracePt t="88928" x="9363075" y="3190875"/>
          <p14:tracePt t="88950" x="9375775" y="3190875"/>
          <p14:tracePt t="88952" x="9388475" y="3190875"/>
          <p14:tracePt t="89000" x="9388475" y="3165475"/>
          <p14:tracePt t="89008" x="9388475" y="3154363"/>
          <p14:tracePt t="89016" x="9388475" y="3141663"/>
          <p14:tracePt t="89024" x="9388475" y="3116263"/>
          <p14:tracePt t="89032" x="9388475" y="3103563"/>
          <p14:tracePt t="89048" x="9375775" y="3078163"/>
          <p14:tracePt t="89056" x="9363075" y="3078163"/>
          <p14:tracePt t="89072" x="9363075" y="3065463"/>
          <p14:tracePt t="89128" x="9350375" y="3065463"/>
          <p14:tracePt t="89152" x="9337675" y="3065463"/>
          <p14:tracePt t="89160" x="9301163" y="3065463"/>
          <p14:tracePt t="89168" x="9250363" y="3065463"/>
          <p14:tracePt t="89176" x="9137650" y="3078163"/>
          <p14:tracePt t="89184" x="9024938" y="3078163"/>
          <p14:tracePt t="89192" x="8874125" y="3078163"/>
          <p14:tracePt t="89200" x="8750300" y="3041650"/>
          <p14:tracePt t="89208" x="8599488" y="2990850"/>
          <p14:tracePt t="89217" x="8486775" y="2965450"/>
          <p14:tracePt t="89224" x="8374063" y="2916238"/>
          <p14:tracePt t="89232" x="8312150" y="2878138"/>
          <p14:tracePt t="89240" x="8274050" y="2852738"/>
          <p14:tracePt t="89248" x="8235950" y="2828925"/>
          <p14:tracePt t="89256" x="8199438" y="2803525"/>
          <p14:tracePt t="89264" x="8161338" y="2778125"/>
          <p14:tracePt t="89272" x="8135938" y="2765425"/>
          <p14:tracePt t="89280" x="8110538" y="2752725"/>
          <p14:tracePt t="89288" x="8048625" y="2728913"/>
          <p14:tracePt t="89296" x="8023225" y="2728913"/>
          <p14:tracePt t="89305" x="7961313" y="2716213"/>
          <p14:tracePt t="89312" x="7886700" y="2703513"/>
          <p14:tracePt t="89320" x="7785100" y="2678113"/>
          <p14:tracePt t="89328" x="7685088" y="2665413"/>
          <p14:tracePt t="89336" x="7572375" y="2652713"/>
          <p14:tracePt t="89344" x="7435850" y="2640013"/>
          <p14:tracePt t="89352" x="7310438" y="2616200"/>
          <p14:tracePt t="89360" x="7223125" y="2603500"/>
          <p14:tracePt t="89368" x="7123113" y="2603500"/>
          <p14:tracePt t="89376" x="7072313" y="2603500"/>
          <p14:tracePt t="89384" x="7034213" y="2603500"/>
          <p14:tracePt t="89392" x="7021513" y="2603500"/>
          <p14:tracePt t="89401" x="7010400" y="2603500"/>
          <p14:tracePt t="89408" x="7010400" y="2665413"/>
          <p14:tracePt t="89417" x="7010400" y="2728913"/>
          <p14:tracePt t="89424" x="7021513" y="2852738"/>
          <p14:tracePt t="89432" x="7059613" y="2978150"/>
          <p14:tracePt t="89440" x="7110413" y="3116263"/>
          <p14:tracePt t="89448" x="7197725" y="3241675"/>
          <p14:tracePt t="89456" x="7310438" y="3341688"/>
          <p14:tracePt t="89464" x="7472363" y="3454400"/>
          <p14:tracePt t="89472" x="7673975" y="3490913"/>
          <p14:tracePt t="89480" x="7861300" y="3529013"/>
          <p14:tracePt t="89489" x="8110538" y="3541713"/>
          <p14:tracePt t="89496" x="8312150" y="3541713"/>
          <p14:tracePt t="89504" x="8561388" y="3541713"/>
          <p14:tracePt t="89512" x="8824913" y="3479800"/>
          <p14:tracePt t="89520" x="8963025" y="3416300"/>
          <p14:tracePt t="89528" x="9150350" y="3303588"/>
          <p14:tracePt t="89536" x="9337675" y="3128963"/>
          <p14:tracePt t="89544" x="9437688" y="3054350"/>
          <p14:tracePt t="89552" x="9488488" y="2952750"/>
          <p14:tracePt t="89560" x="9488488" y="2865438"/>
          <p14:tracePt t="89568" x="9488488" y="2816225"/>
          <p14:tracePt t="89576" x="9488488" y="2740025"/>
          <p14:tracePt t="89584" x="9413875" y="2678113"/>
          <p14:tracePt t="89592" x="9324975" y="2640013"/>
          <p14:tracePt t="89601" x="9212263" y="2616200"/>
          <p14:tracePt t="89608" x="9075738" y="2616200"/>
          <p14:tracePt t="89616" x="8899525" y="2616200"/>
          <p14:tracePt t="89624" x="8737600" y="2616200"/>
          <p14:tracePt t="89632" x="8537575" y="2616200"/>
          <p14:tracePt t="89640" x="8324850" y="2690813"/>
          <p14:tracePt t="89648" x="8074025" y="2852738"/>
          <p14:tracePt t="89656" x="7835900" y="3041650"/>
          <p14:tracePt t="89664" x="7610475" y="3241675"/>
          <p14:tracePt t="89673" x="7497763" y="3367088"/>
          <p14:tracePt t="89680" x="7410450" y="3503613"/>
          <p14:tracePt t="89688" x="7385050" y="3603625"/>
          <p14:tracePt t="89696" x="7385050" y="3629025"/>
          <p14:tracePt t="89704" x="7410450" y="3654425"/>
          <p14:tracePt t="89712" x="7472363" y="3654425"/>
          <p14:tracePt t="89720" x="7585075" y="3654425"/>
          <p14:tracePt t="89728" x="7735888" y="3654425"/>
          <p14:tracePt t="89736" x="7961313" y="3616325"/>
          <p14:tracePt t="89744" x="8335963" y="3467100"/>
          <p14:tracePt t="89752" x="8686800" y="3328988"/>
          <p14:tracePt t="89760" x="8999538" y="3141663"/>
          <p14:tracePt t="89768" x="9188450" y="3028950"/>
          <p14:tracePt t="89776" x="9350375" y="2865438"/>
          <p14:tracePt t="89784" x="9401175" y="2778125"/>
          <p14:tracePt t="89792" x="9413875" y="2690813"/>
          <p14:tracePt t="89800" x="9413875" y="2590800"/>
          <p14:tracePt t="89808" x="9401175" y="2527300"/>
          <p14:tracePt t="89816" x="9301163" y="2465388"/>
          <p14:tracePt t="89824" x="9199563" y="2427288"/>
          <p14:tracePt t="89832" x="9050338" y="2390775"/>
          <p14:tracePt t="89840" x="8863013" y="2378075"/>
          <p14:tracePt t="89848" x="8699500" y="2378075"/>
          <p14:tracePt t="89857" x="8512175" y="2378075"/>
          <p14:tracePt t="89864" x="8348663" y="2378075"/>
          <p14:tracePt t="89872" x="8212138" y="2378075"/>
          <p14:tracePt t="89880" x="8099425" y="2427288"/>
          <p14:tracePt t="89888" x="7974013" y="2490788"/>
          <p14:tracePt t="89896" x="7910513" y="2552700"/>
          <p14:tracePt t="89904" x="7886700" y="2590800"/>
          <p14:tracePt t="89912" x="7886700" y="2627313"/>
          <p14:tracePt t="89928" x="7886700" y="2640013"/>
          <p14:tracePt t="89953" x="7886700" y="2665413"/>
          <p14:tracePt t="90072" x="7886700" y="2640013"/>
          <p14:tracePt t="91272" x="7897813" y="2665413"/>
          <p14:tracePt t="91280" x="7910513" y="2678113"/>
          <p14:tracePt t="91296" x="7910513" y="2690813"/>
          <p14:tracePt t="91312" x="7910513" y="2703513"/>
          <p14:tracePt t="91392" x="7923213" y="2703513"/>
          <p14:tracePt t="91408" x="7935913" y="2703513"/>
          <p14:tracePt t="91416" x="7948613" y="2703513"/>
          <p14:tracePt t="91424" x="7961313" y="2703513"/>
          <p14:tracePt t="91440" x="7986713" y="2716213"/>
          <p14:tracePt t="91448" x="8010525" y="2716213"/>
          <p14:tracePt t="91456" x="8086725" y="2752725"/>
          <p14:tracePt t="91464" x="8110538" y="2765425"/>
          <p14:tracePt t="91473" x="8199438" y="2790825"/>
          <p14:tracePt t="91480" x="8248650" y="2803525"/>
          <p14:tracePt t="91488" x="8335963" y="2816225"/>
          <p14:tracePt t="91496" x="8361363" y="2828925"/>
          <p14:tracePt t="91504" x="8399463" y="2840038"/>
          <p14:tracePt t="91512" x="8435975" y="2840038"/>
          <p14:tracePt t="91520" x="8448675" y="2852738"/>
          <p14:tracePt t="91528" x="8461375" y="2865438"/>
          <p14:tracePt t="91561" x="8474075" y="2865438"/>
          <p14:tracePt t="91592" x="8486775" y="2865438"/>
          <p14:tracePt t="91640" x="8512175" y="2865438"/>
          <p14:tracePt t="91864" x="8524875" y="2865438"/>
          <p14:tracePt t="92040" x="8548688" y="2865438"/>
          <p14:tracePt t="92064" x="8561388" y="2878138"/>
          <p14:tracePt t="92092" x="8561388" y="2890838"/>
          <p14:tracePt t="92120" x="8574088" y="2903538"/>
          <p14:tracePt t="92144" x="8586788" y="2916238"/>
          <p14:tracePt t="92160" x="8599488" y="2928938"/>
          <p14:tracePt t="92184" x="8612188" y="2941638"/>
          <p14:tracePt t="92192" x="8624888" y="2952750"/>
          <p14:tracePt t="92200" x="8637588" y="2965450"/>
          <p14:tracePt t="92216" x="8661400" y="2978150"/>
          <p14:tracePt t="92226" x="8686800" y="2990850"/>
          <p14:tracePt t="92232" x="8724900" y="3016250"/>
          <p14:tracePt t="92240" x="8750300" y="3016250"/>
          <p14:tracePt t="92248" x="8763000" y="3016250"/>
          <p14:tracePt t="92256" x="8786813" y="3028950"/>
          <p14:tracePt t="92264" x="8799513" y="3028950"/>
          <p14:tracePt t="92272" x="8812213" y="3041650"/>
          <p14:tracePt t="92288" x="8850313" y="3054350"/>
          <p14:tracePt t="92328" x="8874125" y="3065463"/>
          <p14:tracePt t="92336" x="8886825" y="3065463"/>
          <p14:tracePt t="92344" x="8886825" y="3078163"/>
          <p14:tracePt t="92352" x="8912225" y="3078163"/>
          <p14:tracePt t="92360" x="8937625" y="3090863"/>
          <p14:tracePt t="92392" x="8950325" y="3103563"/>
          <p14:tracePt t="92409" x="8975725" y="3103563"/>
          <p14:tracePt t="92416" x="8975725" y="3116263"/>
          <p14:tracePt t="92424" x="8999538" y="3116263"/>
          <p14:tracePt t="92432" x="9012238" y="3116263"/>
          <p14:tracePt t="92440" x="9050338" y="3141663"/>
          <p14:tracePt t="92448" x="9088438" y="3141663"/>
          <p14:tracePt t="92464" x="9099550" y="3154363"/>
          <p14:tracePt t="92536" x="9099550" y="3178175"/>
          <p14:tracePt t="92544" x="9099550" y="3216275"/>
          <p14:tracePt t="92552" x="9099550" y="3241675"/>
          <p14:tracePt t="92560" x="9099550" y="3290888"/>
          <p14:tracePt t="92568" x="9099550" y="3341688"/>
          <p14:tracePt t="92576" x="9099550" y="3378200"/>
          <p14:tracePt t="92584" x="9099550" y="3416300"/>
          <p14:tracePt t="92593" x="9099550" y="3429000"/>
          <p14:tracePt t="92600" x="9099550" y="3454400"/>
          <p14:tracePt t="92608" x="9099550" y="3479800"/>
          <p14:tracePt t="92616" x="9088438" y="3479800"/>
          <p14:tracePt t="92632" x="9050338" y="3479800"/>
          <p14:tracePt t="92640" x="9024938" y="3503613"/>
          <p14:tracePt t="92648" x="9012238" y="3516313"/>
          <p14:tracePt t="92656" x="8986838" y="3516313"/>
          <p14:tracePt t="92664" x="8950325" y="3529013"/>
          <p14:tracePt t="92672" x="8912225" y="3554413"/>
          <p14:tracePt t="92681" x="8863013" y="3567113"/>
          <p14:tracePt t="92688" x="8799513" y="3567113"/>
          <p14:tracePt t="92696" x="8763000" y="3579813"/>
          <p14:tracePt t="92712" x="8737600" y="3579813"/>
          <p14:tracePt t="92720" x="8712200" y="3579813"/>
          <p14:tracePt t="92728" x="8686800" y="3579813"/>
          <p14:tracePt t="92736" x="8650288" y="3554413"/>
          <p14:tracePt t="92744" x="8574088" y="3529013"/>
          <p14:tracePt t="92752" x="8537575" y="3503613"/>
          <p14:tracePt t="92760" x="8499475" y="3503613"/>
          <p14:tracePt t="92768" x="8435975" y="3490913"/>
          <p14:tracePt t="92777" x="8399463" y="3479800"/>
          <p14:tracePt t="92784" x="8361363" y="3454400"/>
          <p14:tracePt t="92792" x="8348663" y="3454400"/>
          <p14:tracePt t="92808" x="8335963" y="3441700"/>
          <p14:tracePt t="92816" x="8335963" y="3429000"/>
          <p14:tracePt t="92824" x="8299450" y="3403600"/>
          <p14:tracePt t="92832" x="8261350" y="3403600"/>
          <p14:tracePt t="92840" x="8212138" y="3403600"/>
          <p14:tracePt t="92848" x="8148638" y="3403600"/>
          <p14:tracePt t="92856" x="8061325" y="3429000"/>
          <p14:tracePt t="92864" x="8023225" y="3441700"/>
          <p14:tracePt t="92872" x="7961313" y="3467100"/>
          <p14:tracePt t="92976" x="7935913" y="3467100"/>
          <p14:tracePt t="92984" x="7848600" y="3441700"/>
          <p14:tracePt t="92992" x="7810500" y="3441700"/>
          <p14:tracePt t="93000" x="7748588" y="3429000"/>
          <p14:tracePt t="93008" x="7723188" y="3429000"/>
          <p14:tracePt t="93016" x="7685088" y="3429000"/>
          <p14:tracePt t="93024" x="7673975" y="3429000"/>
          <p14:tracePt t="93032" x="7661275" y="3429000"/>
          <p14:tracePt t="93049" x="7648575" y="3429000"/>
          <p14:tracePt t="93064" x="7623175" y="3429000"/>
          <p14:tracePt t="93072" x="7597775" y="3441700"/>
          <p14:tracePt t="93080" x="7585075" y="3467100"/>
          <p14:tracePt t="93088" x="7572375" y="3479800"/>
          <p14:tracePt t="93096" x="7561263" y="3479800"/>
          <p14:tracePt t="93104" x="7548563" y="3490913"/>
          <p14:tracePt t="93112" x="7535863" y="3490913"/>
          <p14:tracePt t="93128" x="7523163" y="3490913"/>
          <p14:tracePt t="93136" x="7510463" y="3490913"/>
          <p14:tracePt t="93144" x="7497763" y="3479800"/>
          <p14:tracePt t="93152" x="7497763" y="3454400"/>
          <p14:tracePt t="93184" x="7485063" y="3454400"/>
          <p14:tracePt t="93192" x="7472363" y="3454400"/>
          <p14:tracePt t="93200" x="7448550" y="3454400"/>
          <p14:tracePt t="93208" x="7435850" y="3454400"/>
          <p14:tracePt t="93224" x="7410450" y="3454400"/>
          <p14:tracePt t="93232" x="7385050" y="3454400"/>
          <p14:tracePt t="93240" x="7348538" y="3454400"/>
          <p14:tracePt t="93248" x="7323138" y="3454400"/>
          <p14:tracePt t="93256" x="7297738" y="3454400"/>
          <p14:tracePt t="93264" x="7259638" y="3441700"/>
          <p14:tracePt t="93272" x="7235825" y="3416300"/>
          <p14:tracePt t="93280" x="7210425" y="3403600"/>
          <p14:tracePt t="93296" x="7197725" y="3390900"/>
          <p14:tracePt t="93312" x="7197725" y="3378200"/>
          <p14:tracePt t="93320" x="7197725" y="3367088"/>
          <p14:tracePt t="93328" x="7197725" y="3341688"/>
          <p14:tracePt t="93336" x="7185025" y="3316288"/>
          <p14:tracePt t="93345" x="7172325" y="3290888"/>
          <p14:tracePt t="93352" x="7159625" y="3254375"/>
          <p14:tracePt t="93360" x="7159625" y="3228975"/>
          <p14:tracePt t="93368" x="7146925" y="3203575"/>
          <p14:tracePt t="93376" x="7146925" y="3190875"/>
          <p14:tracePt t="93384" x="7146925" y="3165475"/>
          <p14:tracePt t="93392" x="7134225" y="3154363"/>
          <p14:tracePt t="93400" x="7123113" y="3141663"/>
          <p14:tracePt t="93416" x="7110413" y="3128963"/>
          <p14:tracePt t="93496" x="7110413" y="3116263"/>
          <p14:tracePt t="93520" x="7110413" y="3103563"/>
          <p14:tracePt t="93528" x="7110413" y="3090863"/>
          <p14:tracePt t="93544" x="7110413" y="3065463"/>
          <p14:tracePt t="93552" x="7110413" y="3054350"/>
          <p14:tracePt t="93560" x="7110413" y="3041650"/>
          <p14:tracePt t="93576" x="7097713" y="3028950"/>
          <p14:tracePt t="93688" x="7110413" y="3016250"/>
          <p14:tracePt t="93696" x="7134225" y="3003550"/>
          <p14:tracePt t="93712" x="7159625" y="3003550"/>
          <p14:tracePt t="93720" x="7172325" y="3003550"/>
          <p14:tracePt t="93736" x="7197725" y="3003550"/>
          <p14:tracePt t="93744" x="7235825" y="3003550"/>
          <p14:tracePt t="93752" x="7259638" y="3003550"/>
          <p14:tracePt t="93760" x="7348538" y="3003550"/>
          <p14:tracePt t="93768" x="7397750" y="2990850"/>
          <p14:tracePt t="93776" x="7472363" y="2990850"/>
          <p14:tracePt t="93784" x="7523163" y="2990850"/>
          <p14:tracePt t="93792" x="7572375" y="2978150"/>
          <p14:tracePt t="93800" x="7623175" y="2978150"/>
          <p14:tracePt t="93808" x="7661275" y="2978150"/>
          <p14:tracePt t="93816" x="7710488" y="2978150"/>
          <p14:tracePt t="93824" x="7735888" y="2978150"/>
          <p14:tracePt t="93832" x="7773988" y="2978150"/>
          <p14:tracePt t="93840" x="7810500" y="2978150"/>
          <p14:tracePt t="93848" x="7835900" y="2978150"/>
          <p14:tracePt t="93856" x="7874000" y="2978150"/>
          <p14:tracePt t="93864" x="7910513" y="2978150"/>
          <p14:tracePt t="93872" x="7948613" y="2978150"/>
          <p14:tracePt t="93880" x="7986713" y="2978150"/>
          <p14:tracePt t="93888" x="8023225" y="2978150"/>
          <p14:tracePt t="93896" x="8035925" y="2978150"/>
          <p14:tracePt t="93904" x="8061325" y="2978150"/>
          <p14:tracePt t="93913" x="8074025" y="2978150"/>
          <p14:tracePt t="93920" x="8086725" y="2978150"/>
          <p14:tracePt t="93928" x="8110538" y="2990850"/>
          <p14:tracePt t="93947" x="8161338" y="2990850"/>
          <p14:tracePt t="93952" x="8212138" y="3003550"/>
          <p14:tracePt t="93960" x="8286750" y="3003550"/>
          <p14:tracePt t="93968" x="8374063" y="3016250"/>
          <p14:tracePt t="93976" x="8474075" y="3016250"/>
          <p14:tracePt t="93984" x="8537575" y="3016250"/>
          <p14:tracePt t="93992" x="8574088" y="3041650"/>
          <p14:tracePt t="94000" x="8599488" y="3065463"/>
          <p14:tracePt t="94008" x="8599488" y="3090863"/>
          <p14:tracePt t="94016" x="8599488" y="3128963"/>
          <p14:tracePt t="94024" x="8599488" y="3141663"/>
          <p14:tracePt t="94032" x="8599488" y="3154363"/>
          <p14:tracePt t="94256" x="8574088" y="3178175"/>
          <p14:tracePt t="94265" x="8537575" y="3178175"/>
          <p14:tracePt t="94272" x="8512175" y="3178175"/>
          <p14:tracePt t="94280" x="8486775" y="3178175"/>
          <p14:tracePt t="94288" x="8474075" y="3178175"/>
          <p14:tracePt t="94296" x="8448675" y="3165475"/>
          <p14:tracePt t="94304" x="8448675" y="3154363"/>
          <p14:tracePt t="94320" x="8448675" y="3141663"/>
          <p14:tracePt t="94328" x="8461375" y="3128963"/>
          <p14:tracePt t="94344" x="8461375" y="3116263"/>
          <p14:tracePt t="94352" x="8474075" y="3103563"/>
          <p14:tracePt t="94360" x="8486775" y="3103563"/>
          <p14:tracePt t="94376" x="8499475" y="3090863"/>
          <p14:tracePt t="94384" x="8499475" y="3078163"/>
          <p14:tracePt t="94392" x="8512175" y="3054350"/>
          <p14:tracePt t="94408" x="8512175" y="3016250"/>
          <p14:tracePt t="94416" x="8537575" y="3003550"/>
          <p14:tracePt t="94424" x="8561388" y="2978150"/>
          <p14:tracePt t="94440" x="8586788" y="2978150"/>
          <p14:tracePt t="94481" x="8612188" y="2965450"/>
          <p14:tracePt t="94488" x="8624888" y="2965450"/>
          <p14:tracePt t="94504" x="8637588" y="2965450"/>
          <p14:tracePt t="94512" x="8661400" y="2965450"/>
          <p14:tracePt t="94528" x="8674100" y="2965450"/>
          <p14:tracePt t="94536" x="8699500" y="2965450"/>
          <p14:tracePt t="94576" x="8724900" y="2965450"/>
          <p14:tracePt t="94592" x="8737600" y="2965450"/>
          <p14:tracePt t="94608" x="8750300" y="2965450"/>
          <p14:tracePt t="94616" x="8774113" y="2965450"/>
          <p14:tracePt t="94632" x="8799513" y="2965450"/>
          <p14:tracePt t="94648" x="8812213" y="2965450"/>
          <p14:tracePt t="94665" x="8824913" y="2965450"/>
          <p14:tracePt t="94672" x="8850313" y="2965450"/>
          <p14:tracePt t="94680" x="8874125" y="2965450"/>
          <p14:tracePt t="94688" x="8886825" y="2965450"/>
          <p14:tracePt t="94696" x="8912225" y="2965450"/>
          <p14:tracePt t="94704" x="8937625" y="2965450"/>
          <p14:tracePt t="94712" x="8963025" y="2965450"/>
          <p14:tracePt t="94720" x="8975725" y="2965450"/>
          <p14:tracePt t="94728" x="9012238" y="2965450"/>
          <p14:tracePt t="94737" x="9024938" y="2965450"/>
          <p14:tracePt t="94744" x="9037638" y="2965450"/>
          <p14:tracePt t="94752" x="9063038" y="2965450"/>
          <p14:tracePt t="94768" x="9088438" y="2965450"/>
          <p14:tracePt t="94824" x="9099550" y="2965450"/>
          <p14:tracePt t="94849" x="9112250" y="2965450"/>
          <p14:tracePt t="94856" x="9124950" y="2965450"/>
          <p14:tracePt t="94864" x="9137650" y="2965450"/>
          <p14:tracePt t="94872" x="9163050" y="2965450"/>
          <p14:tracePt t="94880" x="9175750" y="2965450"/>
          <p14:tracePt t="94888" x="9199563" y="2965450"/>
          <p14:tracePt t="94896" x="9212263" y="2965450"/>
          <p14:tracePt t="94904" x="9224963" y="2965450"/>
          <p14:tracePt t="94912" x="9237663" y="2965450"/>
          <p14:tracePt t="94950" x="9250363" y="2965450"/>
          <p14:tracePt t="94952" x="9263063" y="2965450"/>
          <p14:tracePt t="94960" x="9275763" y="2965450"/>
          <p14:tracePt t="94976" x="9301163" y="2965450"/>
          <p14:tracePt t="94984" x="9312275" y="2965450"/>
          <p14:tracePt t="94992" x="9337675" y="2965450"/>
          <p14:tracePt t="95000" x="9375775" y="2965450"/>
          <p14:tracePt t="95008" x="9401175" y="2965450"/>
          <p14:tracePt t="95016" x="9450388" y="2965450"/>
          <p14:tracePt t="95024" x="9475788" y="2965450"/>
          <p14:tracePt t="95033" x="9513888" y="2965450"/>
          <p14:tracePt t="95040" x="9537700" y="2965450"/>
          <p14:tracePt t="95048" x="9575800" y="2965450"/>
          <p14:tracePt t="95056" x="9613900" y="2952750"/>
          <p14:tracePt t="95064" x="9613900" y="2941638"/>
          <p14:tracePt t="95072" x="9637713" y="2941638"/>
          <p14:tracePt t="95080" x="9650413" y="2928938"/>
          <p14:tracePt t="95088" x="9675813" y="2928938"/>
          <p14:tracePt t="95096" x="9688513" y="2928938"/>
          <p14:tracePt t="95104" x="9713913" y="2928938"/>
          <p14:tracePt t="95112" x="9726613" y="2928938"/>
          <p14:tracePt t="95120" x="9739313" y="2928938"/>
          <p14:tracePt t="95128" x="9763125" y="2928938"/>
          <p14:tracePt t="95136" x="9775825" y="2928938"/>
          <p14:tracePt t="95144" x="9813925" y="2928938"/>
          <p14:tracePt t="95152" x="9839325" y="2928938"/>
          <p14:tracePt t="95160" x="9863138" y="2928938"/>
          <p14:tracePt t="95168" x="9888538" y="2928938"/>
          <p14:tracePt t="95176" x="9901238" y="2928938"/>
          <p14:tracePt t="95184" x="9913938" y="2928938"/>
          <p14:tracePt t="95192" x="9939338" y="2928938"/>
          <p14:tracePt t="95217" x="9952038" y="2928938"/>
          <p14:tracePt t="95224" x="9963150" y="2928938"/>
          <p14:tracePt t="95232" x="9975850" y="2928938"/>
          <p14:tracePt t="95240" x="9988550" y="2928938"/>
          <p14:tracePt t="95248" x="10026650" y="2928938"/>
          <p14:tracePt t="95256" x="10064750" y="2928938"/>
          <p14:tracePt t="95264" x="10101263" y="2928938"/>
          <p14:tracePt t="95272" x="10126663" y="2928938"/>
          <p14:tracePt t="95280" x="10177463" y="2928938"/>
          <p14:tracePt t="95288" x="10201275" y="2928938"/>
          <p14:tracePt t="95296" x="10239375" y="2928938"/>
          <p14:tracePt t="95304" x="10252075" y="2928938"/>
          <p14:tracePt t="95312" x="10301288" y="2928938"/>
          <p14:tracePt t="95320" x="10326688" y="2928938"/>
          <p14:tracePt t="95328" x="10352088" y="2928938"/>
          <p14:tracePt t="95336" x="10377488" y="2928938"/>
          <p14:tracePt t="95344" x="10401300" y="2928938"/>
          <p14:tracePt t="95352" x="10439400" y="2928938"/>
          <p14:tracePt t="95360" x="10490200" y="2928938"/>
          <p14:tracePt t="95368" x="10526713" y="2928938"/>
          <p14:tracePt t="95376" x="10564813" y="2928938"/>
          <p14:tracePt t="95384" x="10590213" y="2928938"/>
          <p14:tracePt t="95392" x="10639425" y="2928938"/>
          <p14:tracePt t="95401" x="10664825" y="2928938"/>
          <p14:tracePt t="95408" x="10677525" y="2928938"/>
          <p14:tracePt t="95416" x="10702925" y="2928938"/>
          <p14:tracePt t="95480" x="10715625" y="2928938"/>
          <p14:tracePt t="95489" x="10739438" y="2928938"/>
          <p14:tracePt t="95496" x="10764838" y="2928938"/>
          <p14:tracePt t="95504" x="10777538" y="2928938"/>
          <p14:tracePt t="95512" x="10790238" y="2928938"/>
          <p14:tracePt t="95520" x="10802938" y="2928938"/>
          <p14:tracePt t="95528" x="10815638" y="2928938"/>
          <p14:tracePt t="95632" x="10828338" y="2928938"/>
          <p14:tracePt t="95648" x="10839450" y="2928938"/>
          <p14:tracePt t="95656" x="10852150" y="2928938"/>
          <p14:tracePt t="95664" x="10864850" y="2928938"/>
          <p14:tracePt t="95680" x="10877550" y="2928938"/>
          <p14:tracePt t="95688" x="10890250" y="2928938"/>
          <p14:tracePt t="95696" x="10915650" y="2928938"/>
          <p14:tracePt t="95704" x="10939463" y="2928938"/>
          <p14:tracePt t="95712" x="10952163" y="2941638"/>
          <p14:tracePt t="95720" x="10977563" y="2952750"/>
          <p14:tracePt t="95728" x="10990263" y="2952750"/>
          <p14:tracePt t="95736" x="11002963" y="2952750"/>
          <p14:tracePt t="95744" x="11028363" y="2952750"/>
          <p14:tracePt t="95760" x="11052175" y="2952750"/>
          <p14:tracePt t="95776" x="11064875" y="2952750"/>
          <p14:tracePt t="95800" x="11090275" y="2952750"/>
          <p14:tracePt t="95808" x="11102975" y="2952750"/>
          <p14:tracePt t="95824" x="11128375" y="2978150"/>
          <p14:tracePt t="95840" x="11141075" y="2978150"/>
          <p14:tracePt t="95856" x="11153775" y="2978150"/>
          <p14:tracePt t="95864" x="11164888" y="2978150"/>
          <p14:tracePt t="95896" x="11177588" y="2978150"/>
          <p14:tracePt t="95960" x="11190288" y="2978150"/>
          <p14:tracePt t="95969" x="11202988" y="2978150"/>
          <p14:tracePt t="95976" x="11215688" y="2978150"/>
          <p14:tracePt t="96152" x="11228388" y="2978150"/>
          <p14:tracePt t="96184" x="11241088" y="2978150"/>
          <p14:tracePt t="96192" x="11253788" y="2978150"/>
          <p14:tracePt t="96208" x="11277600" y="2978150"/>
          <p14:tracePt t="96216" x="11290300" y="2978150"/>
          <p14:tracePt t="96224" x="11303000" y="2965450"/>
          <p14:tracePt t="96232" x="11315700" y="2965450"/>
          <p14:tracePt t="96240" x="11341100" y="2952750"/>
          <p14:tracePt t="96256" x="11341100" y="2941638"/>
          <p14:tracePt t="96264" x="11353800" y="2941638"/>
          <p14:tracePt t="96328" x="11366500" y="2941638"/>
          <p14:tracePt t="96336" x="11377613" y="2941638"/>
          <p14:tracePt t="96353" x="11377613" y="2928938"/>
          <p14:tracePt t="96360" x="11390313" y="2928938"/>
          <p14:tracePt t="96368" x="11415713" y="2928938"/>
          <p14:tracePt t="96432" x="11428413" y="2928938"/>
          <p14:tracePt t="96440" x="11441113" y="2928938"/>
          <p14:tracePt t="96448" x="11453813" y="2916238"/>
          <p14:tracePt t="96456" x="11466513" y="2916238"/>
          <p14:tracePt t="96464" x="11479213" y="2916238"/>
          <p14:tracePt t="96472" x="11490325" y="2903538"/>
          <p14:tracePt t="96488" x="11503025" y="2903538"/>
          <p14:tracePt t="96496" x="11515725" y="2903538"/>
          <p14:tracePt t="96512" x="11528425" y="2903538"/>
          <p14:tracePt t="96520" x="11528425" y="2890838"/>
          <p14:tracePt t="96528" x="11541125" y="2890838"/>
          <p14:tracePt t="96537" x="11553825" y="2890838"/>
          <p14:tracePt t="96552" x="11566525" y="2890838"/>
          <p14:tracePt t="96568" x="11579225" y="2890838"/>
          <p14:tracePt t="96576" x="11591925" y="2890838"/>
          <p14:tracePt t="96600" x="11603038" y="2890838"/>
          <p14:tracePt t="96609" x="11641138" y="2890838"/>
          <p14:tracePt t="96640" x="11653838" y="2890838"/>
          <p14:tracePt t="96656" x="11666538" y="2890838"/>
          <p14:tracePt t="96704" x="11679238" y="2890838"/>
          <p14:tracePt t="97224" x="11666538" y="2890838"/>
          <p14:tracePt t="97232" x="11628438" y="2890838"/>
          <p14:tracePt t="97240" x="11579225" y="2890838"/>
          <p14:tracePt t="97248" x="11503025" y="2890838"/>
          <p14:tracePt t="97256" x="11377613" y="2890838"/>
          <p14:tracePt t="97264" x="11253788" y="2890838"/>
          <p14:tracePt t="97272" x="11090275" y="2928938"/>
          <p14:tracePt t="97280" x="10939463" y="2952750"/>
          <p14:tracePt t="97289" x="10790238" y="3003550"/>
          <p14:tracePt t="97296" x="10639425" y="3054350"/>
          <p14:tracePt t="97304" x="10464800" y="3078163"/>
          <p14:tracePt t="97312" x="10252075" y="3154363"/>
          <p14:tracePt t="97320" x="9939338" y="3241675"/>
          <p14:tracePt t="97328" x="9650413" y="3278188"/>
          <p14:tracePt t="97335" x="9450388" y="3328988"/>
          <p14:tracePt t="97344" x="9263063" y="3341688"/>
          <p14:tracePt t="97352" x="9150350" y="3341688"/>
          <p14:tracePt t="97360" x="9037638" y="3341688"/>
          <p14:tracePt t="97368" x="8899525" y="3341688"/>
          <p14:tracePt t="97376" x="8763000" y="3341688"/>
          <p14:tracePt t="97384" x="8637588" y="3341688"/>
          <p14:tracePt t="97392" x="8537575" y="3341688"/>
          <p14:tracePt t="97400" x="8461375" y="3341688"/>
          <p14:tracePt t="97408" x="8361363" y="3341688"/>
          <p14:tracePt t="97416" x="8299450" y="3341688"/>
          <p14:tracePt t="97424" x="8248650" y="3341688"/>
          <p14:tracePt t="97432" x="8212138" y="3341688"/>
          <p14:tracePt t="97440" x="8174038" y="3341688"/>
          <p14:tracePt t="97448" x="8148638" y="3328988"/>
          <p14:tracePt t="97456" x="8110538" y="3328988"/>
          <p14:tracePt t="97464" x="8061325" y="3328988"/>
          <p14:tracePt t="97473" x="8035925" y="3328988"/>
          <p14:tracePt t="97480" x="7986713" y="3328988"/>
          <p14:tracePt t="97488" x="7935913" y="3328988"/>
          <p14:tracePt t="97496" x="7874000" y="3328988"/>
          <p14:tracePt t="97504" x="7797800" y="3328988"/>
          <p14:tracePt t="97512" x="7748588" y="3328988"/>
          <p14:tracePt t="97520" x="7697788" y="3316288"/>
          <p14:tracePt t="97528" x="7673975" y="3303588"/>
          <p14:tracePt t="97536" x="7635875" y="3278188"/>
          <p14:tracePt t="97544" x="7585075" y="3267075"/>
          <p14:tracePt t="97552" x="7585075" y="3254375"/>
          <p14:tracePt t="97560" x="7561263" y="3241675"/>
          <p14:tracePt t="97568" x="7535863" y="3228975"/>
          <p14:tracePt t="97584" x="7510463" y="3216275"/>
          <p14:tracePt t="97592" x="7485063" y="3203575"/>
          <p14:tracePt t="97600" x="7448550" y="3190875"/>
          <p14:tracePt t="97616" x="7423150" y="3190875"/>
          <p14:tracePt t="97624" x="7410450" y="3190875"/>
          <p14:tracePt t="97632" x="7385050" y="3190875"/>
          <p14:tracePt t="97792" x="7397750" y="3190875"/>
          <p14:tracePt t="97800" x="7423150" y="3190875"/>
          <p14:tracePt t="97808" x="7472363" y="3203575"/>
          <p14:tracePt t="97816" x="7497763" y="3203575"/>
          <p14:tracePt t="97824" x="7548563" y="3228975"/>
          <p14:tracePt t="97832" x="7572375" y="3228975"/>
          <p14:tracePt t="97840" x="7623175" y="3241675"/>
          <p14:tracePt t="97848" x="7661275" y="3254375"/>
          <p14:tracePt t="97856" x="7723188" y="3254375"/>
          <p14:tracePt t="97864" x="7748588" y="3254375"/>
          <p14:tracePt t="97872" x="7761288" y="3254375"/>
          <p14:tracePt t="97880" x="7773988" y="3254375"/>
          <p14:tracePt t="97888" x="7785100" y="3254375"/>
          <p14:tracePt t="97912" x="7797800" y="3254375"/>
          <p14:tracePt t="97920" x="7810500" y="3254375"/>
          <p14:tracePt t="97941" x="7823200" y="3254375"/>
          <p14:tracePt t="97944" x="7835900" y="3254375"/>
          <p14:tracePt t="97960" x="7861300" y="3254375"/>
          <p14:tracePt t="97976" x="7874000" y="3254375"/>
          <p14:tracePt t="98000" x="7897813" y="3254375"/>
          <p14:tracePt t="98032" x="7910513" y="3254375"/>
          <p14:tracePt t="98056" x="7923213" y="3254375"/>
          <p14:tracePt t="98064" x="7948613" y="3254375"/>
          <p14:tracePt t="98072" x="7974013" y="3254375"/>
          <p14:tracePt t="98080" x="7999413" y="3254375"/>
          <p14:tracePt t="98088" x="8023225" y="3254375"/>
          <p14:tracePt t="98096" x="8061325" y="3241675"/>
          <p14:tracePt t="98104" x="8086725" y="3241675"/>
          <p14:tracePt t="98112" x="8110538" y="3241675"/>
          <p14:tracePt t="98120" x="8123238" y="3241675"/>
          <p14:tracePt t="98128" x="8161338" y="3241675"/>
          <p14:tracePt t="98136" x="8174038" y="3241675"/>
          <p14:tracePt t="98144" x="8212138" y="3241675"/>
          <p14:tracePt t="98152" x="8223250" y="3241675"/>
          <p14:tracePt t="98160" x="8235950" y="3241675"/>
          <p14:tracePt t="98168" x="8248650" y="3241675"/>
          <p14:tracePt t="98200" x="8261350" y="3241675"/>
          <p14:tracePt t="98248" x="8274050" y="3241675"/>
          <p14:tracePt t="98264" x="8286750" y="3241675"/>
          <p14:tracePt t="98280" x="8299450" y="3241675"/>
          <p14:tracePt t="98288" x="8312150" y="3228975"/>
          <p14:tracePt t="98296" x="8324850" y="3228975"/>
          <p14:tracePt t="98312" x="8348663" y="3216275"/>
          <p14:tracePt t="98320" x="8361363" y="3216275"/>
          <p14:tracePt t="98328" x="8374063" y="3216275"/>
          <p14:tracePt t="98336" x="8399463" y="3216275"/>
          <p14:tracePt t="98344" x="8435975" y="3216275"/>
          <p14:tracePt t="98352" x="8461375" y="3216275"/>
          <p14:tracePt t="98360" x="8499475" y="3216275"/>
          <p14:tracePt t="98368" x="8548688" y="3216275"/>
          <p14:tracePt t="98376" x="8612188" y="3216275"/>
          <p14:tracePt t="98384" x="8661400" y="3216275"/>
          <p14:tracePt t="98392" x="8712200" y="3216275"/>
          <p14:tracePt t="98400" x="8763000" y="3216275"/>
          <p14:tracePt t="98409" x="8786813" y="3216275"/>
          <p14:tracePt t="98416" x="8812213" y="3216275"/>
          <p14:tracePt t="98424" x="8837613" y="3216275"/>
          <p14:tracePt t="98432" x="8850313" y="3216275"/>
          <p14:tracePt t="98448" x="8874125" y="3203575"/>
          <p14:tracePt t="98464" x="8886825" y="3203575"/>
          <p14:tracePt t="98480" x="8912225" y="3203575"/>
          <p14:tracePt t="98496" x="8924925" y="3203575"/>
          <p14:tracePt t="98512" x="8950325" y="3203575"/>
          <p14:tracePt t="98552" x="8963025" y="3203575"/>
          <p14:tracePt t="98608" x="8975725" y="3203575"/>
          <p14:tracePt t="98624" x="8999538" y="3203575"/>
          <p14:tracePt t="98640" x="9024938" y="3203575"/>
          <p14:tracePt t="98681" x="9037638" y="3203575"/>
          <p14:tracePt t="98728" x="9050338" y="3203575"/>
          <p14:tracePt t="98744" x="9063038" y="3203575"/>
          <p14:tracePt t="98776" x="9075738" y="3203575"/>
          <p14:tracePt t="98784" x="9088438" y="3203575"/>
          <p14:tracePt t="98816" x="9099550" y="3203575"/>
          <p14:tracePt t="98856" x="9112250" y="3203575"/>
          <p14:tracePt t="98872" x="9124950" y="3203575"/>
          <p14:tracePt t="98880" x="9150350" y="3203575"/>
          <p14:tracePt t="98888" x="9188450" y="3203575"/>
          <p14:tracePt t="98896" x="9237663" y="3203575"/>
          <p14:tracePt t="98904" x="9301163" y="3216275"/>
          <p14:tracePt t="98912" x="9388475" y="3228975"/>
          <p14:tracePt t="98920" x="9463088" y="3228975"/>
          <p14:tracePt t="98928" x="9513888" y="3254375"/>
          <p14:tracePt t="98936" x="9588500" y="3254375"/>
          <p14:tracePt t="98944" x="9626600" y="3254375"/>
          <p14:tracePt t="98952" x="9663113" y="3254375"/>
          <p14:tracePt t="98960" x="9688513" y="3254375"/>
          <p14:tracePt t="98968" x="9713913" y="3254375"/>
          <p14:tracePt t="98977" x="9726613" y="3254375"/>
          <p14:tracePt t="98984" x="9739313" y="3254375"/>
          <p14:tracePt t="98992" x="9763125" y="3254375"/>
          <p14:tracePt t="99008" x="9775825" y="3254375"/>
          <p14:tracePt t="99016" x="9788525" y="3254375"/>
          <p14:tracePt t="99024" x="9801225" y="3254375"/>
          <p14:tracePt t="99040" x="9826625" y="3254375"/>
          <p14:tracePt t="99049" x="9852025" y="3254375"/>
          <p14:tracePt t="99056" x="9875838" y="3254375"/>
          <p14:tracePt t="99064" x="9888538" y="3254375"/>
          <p14:tracePt t="99072" x="9913938" y="3254375"/>
          <p14:tracePt t="99080" x="9926638" y="3254375"/>
          <p14:tracePt t="99088" x="9939338" y="3254375"/>
          <p14:tracePt t="99096" x="9963150" y="3254375"/>
          <p14:tracePt t="99104" x="9975850" y="3254375"/>
          <p14:tracePt t="99112" x="10001250" y="3254375"/>
          <p14:tracePt t="99120" x="10039350" y="3254375"/>
          <p14:tracePt t="99128" x="10088563" y="3254375"/>
          <p14:tracePt t="99136" x="10139363" y="3254375"/>
          <p14:tracePt t="99144" x="10188575" y="3254375"/>
          <p14:tracePt t="99152" x="10226675" y="3254375"/>
          <p14:tracePt t="99161" x="10264775" y="3254375"/>
          <p14:tracePt t="99168" x="10301288" y="3254375"/>
          <p14:tracePt t="99175" x="10339388" y="3254375"/>
          <p14:tracePt t="99264" x="10352088" y="3254375"/>
          <p14:tracePt t="99304" x="10364788" y="3254375"/>
          <p14:tracePt t="99312" x="10377488" y="3254375"/>
          <p14:tracePt t="99320" x="10390188" y="3254375"/>
          <p14:tracePt t="99345" x="10414000" y="3254375"/>
          <p14:tracePt t="99352" x="10426700" y="3254375"/>
          <p14:tracePt t="99360" x="10452100" y="3254375"/>
          <p14:tracePt t="99376" x="10464800" y="3254375"/>
          <p14:tracePt t="99392" x="10477500" y="3254375"/>
          <p14:tracePt t="99408" x="10490200" y="3254375"/>
          <p14:tracePt t="99416" x="10502900" y="3254375"/>
          <p14:tracePt t="99424" x="10514013" y="3254375"/>
          <p14:tracePt t="99432" x="10526713" y="3254375"/>
          <p14:tracePt t="99440" x="10539413" y="3254375"/>
          <p14:tracePt t="99448" x="10577513" y="3254375"/>
          <p14:tracePt t="99456" x="10602913" y="3254375"/>
          <p14:tracePt t="99464" x="10626725" y="3254375"/>
          <p14:tracePt t="99480" x="10652125" y="3254375"/>
          <p14:tracePt t="99488" x="10664825" y="3254375"/>
          <p14:tracePt t="99504" x="10690225" y="3254375"/>
          <p14:tracePt t="99512" x="10702925" y="3254375"/>
          <p14:tracePt t="99520" x="10739438" y="3254375"/>
          <p14:tracePt t="99528" x="10752138" y="3254375"/>
          <p14:tracePt t="99536" x="10777538" y="3254375"/>
          <p14:tracePt t="99544" x="10790238" y="3254375"/>
          <p14:tracePt t="99552" x="10815638" y="3254375"/>
          <p14:tracePt t="99560" x="10828338" y="3254375"/>
          <p14:tracePt t="99568" x="10852150" y="3254375"/>
          <p14:tracePt t="99576" x="10864850" y="3254375"/>
          <p14:tracePt t="99584" x="10877550" y="3254375"/>
          <p14:tracePt t="99592" x="10902950" y="3254375"/>
          <p14:tracePt t="99616" x="10915650" y="3241675"/>
          <p14:tracePt t="99624" x="10928350" y="3241675"/>
          <p14:tracePt t="99632" x="10939463" y="3241675"/>
          <p14:tracePt t="99640" x="10952163" y="3241675"/>
          <p14:tracePt t="99648" x="10977563" y="3241675"/>
          <p14:tracePt t="99656" x="10990263" y="3241675"/>
          <p14:tracePt t="99664" x="11015663" y="3241675"/>
          <p14:tracePt t="99672" x="11041063" y="3241675"/>
          <p14:tracePt t="99680" x="11064875" y="3241675"/>
          <p14:tracePt t="99688" x="11077575" y="3241675"/>
          <p14:tracePt t="99696" x="11090275" y="3241675"/>
          <p14:tracePt t="99704" x="11115675" y="3241675"/>
          <p14:tracePt t="99713" x="11141075" y="3241675"/>
          <p14:tracePt t="99720" x="11164888" y="3241675"/>
          <p14:tracePt t="99729" x="11202988" y="3241675"/>
          <p14:tracePt t="99736" x="11266488" y="3241675"/>
          <p14:tracePt t="99744" x="11353800" y="3241675"/>
          <p14:tracePt t="99752" x="11428413" y="3241675"/>
          <p14:tracePt t="99760" x="11503025" y="3241675"/>
          <p14:tracePt t="99768" x="11553825" y="3241675"/>
          <p14:tracePt t="99775" x="11591925" y="3241675"/>
          <p14:tracePt t="99784" x="11628438" y="3241675"/>
          <p14:tracePt t="99792" x="11641138" y="3241675"/>
          <p14:tracePt t="99856" x="11653838" y="3241675"/>
          <p14:tracePt t="99864" x="11666538" y="3241675"/>
          <p14:tracePt t="99880" x="11679238" y="3216275"/>
          <p14:tracePt t="99936" x="11703050" y="3190875"/>
          <p14:tracePt t="99944" x="11703050" y="3178175"/>
          <p14:tracePt t="99952" x="11715750" y="3178175"/>
          <p14:tracePt t="99960" x="11715750" y="3165475"/>
          <p14:tracePt t="100120" x="11703050" y="3165475"/>
          <p14:tracePt t="100128" x="11679238" y="3165475"/>
          <p14:tracePt t="100136" x="11666538" y="3165475"/>
          <p14:tracePt t="100144" x="11615738" y="3165475"/>
          <p14:tracePt t="100152" x="11566525" y="3165475"/>
          <p14:tracePt t="100160" x="11503025" y="3165475"/>
          <p14:tracePt t="100168" x="11453813" y="3178175"/>
          <p14:tracePt t="100176" x="11403013" y="3190875"/>
          <p14:tracePt t="100184" x="11366500" y="3203575"/>
          <p14:tracePt t="100192" x="11353800" y="3216275"/>
          <p14:tracePt t="100200" x="11341100" y="3216275"/>
          <p14:tracePt t="100280" x="11353800" y="3216275"/>
          <p14:tracePt t="100288" x="11390313" y="3216275"/>
          <p14:tracePt t="100296" x="11428413" y="3216275"/>
          <p14:tracePt t="100304" x="11490325" y="3190875"/>
          <p14:tracePt t="100312" x="11553825" y="3165475"/>
          <p14:tracePt t="100320" x="11591925" y="3154363"/>
          <p14:tracePt t="100328" x="11615738" y="3128963"/>
          <p14:tracePt t="100336" x="11641138" y="3103563"/>
          <p14:tracePt t="100344" x="11666538" y="3078163"/>
          <p14:tracePt t="100448" x="11603038" y="3078163"/>
          <p14:tracePt t="100456" x="11566525" y="3116263"/>
          <p14:tracePt t="100464" x="11541125" y="3154363"/>
          <p14:tracePt t="100472" x="11541125" y="3190875"/>
          <p14:tracePt t="100480" x="11541125" y="3228975"/>
          <p14:tracePt t="100488" x="11541125" y="3254375"/>
          <p14:tracePt t="100496" x="11541125" y="3267075"/>
          <p14:tracePt t="100504" x="11553825" y="3267075"/>
          <p14:tracePt t="100520" x="11566525" y="3267075"/>
          <p14:tracePt t="100536" x="11591925" y="3267075"/>
          <p14:tracePt t="100544" x="11615738" y="3267075"/>
          <p14:tracePt t="100552" x="11641138" y="3267075"/>
          <p14:tracePt t="100560" x="11653838" y="3254375"/>
          <p14:tracePt t="100568" x="11666538" y="3216275"/>
          <p14:tracePt t="100584" x="11666538" y="3178175"/>
          <p14:tracePt t="100600" x="11666538" y="3154363"/>
          <p14:tracePt t="100640" x="11666538" y="3141663"/>
          <p14:tracePt t="100688" x="11653838" y="3141663"/>
          <p14:tracePt t="100737" x="11641138" y="3141663"/>
          <p14:tracePt t="100784" x="11641138" y="3128963"/>
          <p14:tracePt t="100872" x="11628438" y="3116263"/>
          <p14:tracePt t="101072" x="11615738" y="3116263"/>
          <p14:tracePt t="101088" x="11591925" y="3116263"/>
          <p14:tracePt t="101096" x="11541125" y="3116263"/>
          <p14:tracePt t="101104" x="11453813" y="3128963"/>
          <p14:tracePt t="101112" x="11341100" y="3141663"/>
          <p14:tracePt t="101120" x="11164888" y="3178175"/>
          <p14:tracePt t="101128" x="10852150" y="3216275"/>
          <p14:tracePt t="101136" x="10490200" y="3278188"/>
          <p14:tracePt t="101144" x="9975850" y="3316288"/>
          <p14:tracePt t="101152" x="9513888" y="3378200"/>
          <p14:tracePt t="101160" x="8963025" y="3403600"/>
          <p14:tracePt t="101168" x="8412163" y="3479800"/>
          <p14:tracePt t="101176" x="7948613" y="3516313"/>
          <p14:tracePt t="101184" x="7635875" y="3541713"/>
          <p14:tracePt t="101192" x="7435850" y="3541713"/>
          <p14:tracePt t="101200" x="7297738" y="3541713"/>
          <p14:tracePt t="101208" x="7185025" y="3541713"/>
          <p14:tracePt t="101217" x="7085013" y="3541713"/>
          <p14:tracePt t="101224" x="7034213" y="3541713"/>
          <p14:tracePt t="101232" x="6997700" y="3541713"/>
          <p14:tracePt t="101240" x="6972300" y="3541713"/>
          <p14:tracePt t="101248" x="6946900" y="3541713"/>
          <p14:tracePt t="101256" x="6934200" y="3541713"/>
          <p14:tracePt t="101272" x="6921500" y="3541713"/>
          <p14:tracePt t="101288" x="6910388" y="3541713"/>
          <p14:tracePt t="101296" x="6884988" y="3541713"/>
          <p14:tracePt t="101304" x="6834188" y="3516313"/>
          <p14:tracePt t="101312" x="6784975" y="3503613"/>
          <p14:tracePt t="101320" x="6708775" y="3479800"/>
          <p14:tracePt t="101328" x="6621463" y="3454400"/>
          <p14:tracePt t="101336" x="6534150" y="3441700"/>
          <p14:tracePt t="101344" x="6434138" y="3429000"/>
          <p14:tracePt t="101352" x="6359525" y="3429000"/>
          <p14:tracePt t="101360" x="6283325" y="3429000"/>
          <p14:tracePt t="101368" x="6208713" y="3429000"/>
          <p14:tracePt t="101376" x="6134100" y="3429000"/>
          <p14:tracePt t="101384" x="6070600" y="3429000"/>
          <p14:tracePt t="101392" x="6034088" y="3429000"/>
          <p14:tracePt t="101401" x="6021388" y="3429000"/>
          <p14:tracePt t="101408" x="6008688" y="3441700"/>
          <p14:tracePt t="101417" x="6008688" y="3490913"/>
          <p14:tracePt t="101424" x="6008688" y="3529013"/>
          <p14:tracePt t="101432" x="6008688" y="3554413"/>
          <p14:tracePt t="101440" x="6034088" y="3616325"/>
          <p14:tracePt t="101448" x="6096000" y="3679825"/>
          <p14:tracePt t="101456" x="6208713" y="3729038"/>
          <p14:tracePt t="101464" x="6346825" y="3792538"/>
          <p14:tracePt t="101472" x="6521450" y="3867150"/>
          <p14:tracePt t="101480" x="6734175" y="3879850"/>
          <p14:tracePt t="101488" x="6921500" y="3892550"/>
          <p14:tracePt t="101496" x="7123113" y="3892550"/>
          <p14:tracePt t="101504" x="7323138" y="3892550"/>
          <p14:tracePt t="101512" x="7510463" y="3892550"/>
          <p14:tracePt t="101520" x="7673975" y="3892550"/>
          <p14:tracePt t="101528" x="7823200" y="3879850"/>
          <p14:tracePt t="101536" x="7961313" y="3841750"/>
          <p14:tracePt t="101544" x="8086725" y="3767138"/>
          <p14:tracePt t="101552" x="8161338" y="3716338"/>
          <p14:tracePt t="101560" x="8199438" y="3679825"/>
          <p14:tracePt t="101568" x="8199438" y="3641725"/>
          <p14:tracePt t="101576" x="8199438" y="3603625"/>
          <p14:tracePt t="101584" x="8174038" y="3541713"/>
          <p14:tracePt t="101592" x="8061325" y="3490913"/>
          <p14:tracePt t="101601" x="7923213" y="3429000"/>
          <p14:tracePt t="101608" x="7761288" y="3378200"/>
          <p14:tracePt t="101616" x="7585075" y="3328988"/>
          <p14:tracePt t="101624" x="7435850" y="3290888"/>
          <p14:tracePt t="101632" x="7310438" y="3278188"/>
          <p14:tracePt t="101640" x="7235825" y="3278188"/>
          <p14:tracePt t="101648" x="7134225" y="3267075"/>
          <p14:tracePt t="101656" x="7046913" y="3267075"/>
          <p14:tracePt t="101664" x="6997700" y="3267075"/>
          <p14:tracePt t="101672" x="6946900" y="3267075"/>
          <p14:tracePt t="101680" x="6910388" y="3267075"/>
          <p14:tracePt t="101688" x="6859588" y="3290888"/>
          <p14:tracePt t="101696" x="6846888" y="3303588"/>
          <p14:tracePt t="101704" x="6846888" y="3316288"/>
          <p14:tracePt t="101712" x="6846888" y="3328988"/>
          <p14:tracePt t="101720" x="6834188" y="3341688"/>
          <p14:tracePt t="101728" x="6834188" y="3367088"/>
          <p14:tracePt t="101736" x="6834188" y="3390900"/>
          <p14:tracePt t="101744" x="6834188" y="3416300"/>
          <p14:tracePt t="101760" x="6834188" y="3429000"/>
          <p14:tracePt t="101776" x="6834188" y="3441700"/>
          <p14:tracePt t="102208" x="6834188" y="3454400"/>
          <p14:tracePt t="103944" x="6846888" y="3454400"/>
          <p14:tracePt t="103952" x="6897688" y="3454400"/>
          <p14:tracePt t="103960" x="6946900" y="3454400"/>
          <p14:tracePt t="103968" x="6985000" y="3454400"/>
          <p14:tracePt t="103976" x="6997700" y="3454400"/>
          <p14:tracePt t="103984" x="7010400" y="3454400"/>
          <p14:tracePt t="104000" x="7021513" y="3454400"/>
          <p14:tracePt t="104016" x="7034213" y="3454400"/>
          <p14:tracePt t="104232" x="7046913" y="3454400"/>
          <p14:tracePt t="104240" x="7046913" y="3479800"/>
          <p14:tracePt t="104248" x="7059613" y="3490913"/>
          <p14:tracePt t="104255" x="7072313" y="3529013"/>
          <p14:tracePt t="104264" x="7097713" y="3541713"/>
          <p14:tracePt t="104272" x="7134225" y="3590925"/>
          <p14:tracePt t="104280" x="7159625" y="3590925"/>
          <p14:tracePt t="104287" x="7172325" y="3603625"/>
          <p14:tracePt t="104296" x="7197725" y="3629025"/>
          <p14:tracePt t="104304" x="7223125" y="3641725"/>
          <p14:tracePt t="104312" x="7235825" y="3641725"/>
          <p14:tracePt t="104616" x="7235825" y="3629025"/>
          <p14:tracePt t="104624" x="7223125" y="3603625"/>
          <p14:tracePt t="104640" x="7223125" y="3590925"/>
          <p14:tracePt t="104648" x="7223125" y="3567113"/>
          <p14:tracePt t="104655" x="7223125" y="3554413"/>
          <p14:tracePt t="104712" x="7172325" y="3554413"/>
          <p14:tracePt t="104720" x="7123113" y="3567113"/>
          <p14:tracePt t="104728" x="7072313" y="3567113"/>
          <p14:tracePt t="104736" x="7021513" y="3603625"/>
          <p14:tracePt t="104744" x="6985000" y="3629025"/>
          <p14:tracePt t="104752" x="6946900" y="3667125"/>
          <p14:tracePt t="104760" x="6910388" y="3692525"/>
          <p14:tracePt t="104768" x="6872288" y="3729038"/>
          <p14:tracePt t="104776" x="6846888" y="3754438"/>
          <p14:tracePt t="104784" x="6821488" y="3779838"/>
          <p14:tracePt t="104792" x="6821488" y="3792538"/>
          <p14:tracePt t="104800" x="6808788" y="3816350"/>
          <p14:tracePt t="104808" x="6808788" y="3854450"/>
          <p14:tracePt t="104824" x="6808788" y="3879850"/>
          <p14:tracePt t="104832" x="6797675" y="3905250"/>
          <p14:tracePt t="104840" x="6797675" y="3929063"/>
          <p14:tracePt t="104848" x="6797675" y="3941763"/>
          <p14:tracePt t="104864" x="6797675" y="3967163"/>
          <p14:tracePt t="104872" x="6797675" y="3979863"/>
          <p14:tracePt t="104952" x="6808788" y="3979863"/>
          <p14:tracePt t="104960" x="6821488" y="3979863"/>
          <p14:tracePt t="104968" x="6846888" y="3979863"/>
          <p14:tracePt t="104977" x="6872288" y="3979863"/>
          <p14:tracePt t="104984" x="6897688" y="3979863"/>
          <p14:tracePt t="104992" x="6910388" y="3979863"/>
          <p14:tracePt t="105000" x="6934200" y="3967163"/>
          <p14:tracePt t="105008" x="6959600" y="3954463"/>
          <p14:tracePt t="105016" x="6972300" y="3941763"/>
          <p14:tracePt t="105024" x="6985000" y="3929063"/>
          <p14:tracePt t="105032" x="6997700" y="3916363"/>
          <p14:tracePt t="105048" x="7021513" y="3916363"/>
          <p14:tracePt t="105056" x="7059613" y="3916363"/>
          <p14:tracePt t="105064" x="7085013" y="3916363"/>
          <p14:tracePt t="105072" x="7134225" y="3892550"/>
          <p14:tracePt t="105080" x="7185025" y="3892550"/>
          <p14:tracePt t="105088" x="7246938" y="3892550"/>
          <p14:tracePt t="105096" x="7335838" y="3892550"/>
          <p14:tracePt t="105104" x="7423150" y="3892550"/>
          <p14:tracePt t="105112" x="7485063" y="3892550"/>
          <p14:tracePt t="105120" x="7561263" y="3892550"/>
          <p14:tracePt t="105128" x="7597775" y="3892550"/>
          <p14:tracePt t="105136" x="7635875" y="3892550"/>
          <p14:tracePt t="105144" x="7648575" y="3892550"/>
          <p14:tracePt t="105152" x="7661275" y="3892550"/>
          <p14:tracePt t="105161" x="7685088" y="3892550"/>
          <p14:tracePt t="105168" x="7710488" y="3892550"/>
          <p14:tracePt t="105175" x="7735888" y="3892550"/>
          <p14:tracePt t="105184" x="7785100" y="3892550"/>
          <p14:tracePt t="105192" x="7848600" y="3892550"/>
          <p14:tracePt t="105200" x="7886700" y="3892550"/>
          <p14:tracePt t="105208" x="7948613" y="3905250"/>
          <p14:tracePt t="105216" x="7986713" y="3905250"/>
          <p14:tracePt t="105224" x="8023225" y="3905250"/>
          <p14:tracePt t="105232" x="8048625" y="3905250"/>
          <p14:tracePt t="105240" x="8061325" y="3905250"/>
          <p14:tracePt t="105248" x="8074025" y="3905250"/>
          <p14:tracePt t="105264" x="8086725" y="3905250"/>
          <p14:tracePt t="105272" x="8099425" y="3905250"/>
          <p14:tracePt t="105288" x="8123238" y="3905250"/>
          <p14:tracePt t="105296" x="8161338" y="3905250"/>
          <p14:tracePt t="105304" x="8199438" y="3905250"/>
          <p14:tracePt t="105312" x="8235950" y="3905250"/>
          <p14:tracePt t="105320" x="8261350" y="3905250"/>
          <p14:tracePt t="105328" x="8324850" y="3905250"/>
          <p14:tracePt t="105336" x="8361363" y="3905250"/>
          <p14:tracePt t="105345" x="8412163" y="3892550"/>
          <p14:tracePt t="105352" x="8435975" y="3892550"/>
          <p14:tracePt t="105360" x="8486775" y="3892550"/>
          <p14:tracePt t="105368" x="8537575" y="3892550"/>
          <p14:tracePt t="105376" x="8586788" y="3892550"/>
          <p14:tracePt t="105384" x="8661400" y="3892550"/>
          <p14:tracePt t="105392" x="8712200" y="3892550"/>
          <p14:tracePt t="105400" x="8750300" y="3892550"/>
          <p14:tracePt t="105408" x="8786813" y="3892550"/>
          <p14:tracePt t="105416" x="8799513" y="3879850"/>
          <p14:tracePt t="105464" x="8812213" y="3879850"/>
          <p14:tracePt t="105480" x="8837613" y="3879850"/>
          <p14:tracePt t="105488" x="8850313" y="3879850"/>
          <p14:tracePt t="105496" x="8863013" y="3879850"/>
          <p14:tracePt t="105504" x="8886825" y="3879850"/>
          <p14:tracePt t="105512" x="8912225" y="3879850"/>
          <p14:tracePt t="105529" x="8924925" y="3879850"/>
          <p14:tracePt t="105544" x="8937625" y="3879850"/>
          <p14:tracePt t="105576" x="8950325" y="3879850"/>
          <p14:tracePt t="105592" x="8963025" y="3879850"/>
          <p14:tracePt t="105608" x="8975725" y="3892550"/>
          <p14:tracePt t="105616" x="8986838" y="3892550"/>
          <p14:tracePt t="105632" x="9012238" y="3892550"/>
          <p14:tracePt t="105640" x="9024938" y="3892550"/>
          <p14:tracePt t="105648" x="9037638" y="3905250"/>
          <p14:tracePt t="105656" x="9050338" y="3905250"/>
          <p14:tracePt t="105672" x="9063038" y="3905250"/>
          <p14:tracePt t="105680" x="9075738" y="3916363"/>
          <p14:tracePt t="105736" x="9088438" y="3916363"/>
          <p14:tracePt t="105744" x="9099550" y="3916363"/>
          <p14:tracePt t="105752" x="9124950" y="3916363"/>
          <p14:tracePt t="105759" x="9163050" y="3916363"/>
          <p14:tracePt t="105768" x="9199563" y="3916363"/>
          <p14:tracePt t="105775" x="9212263" y="3916363"/>
          <p14:tracePt t="105784" x="9250363" y="3916363"/>
          <p14:tracePt t="105792" x="9288463" y="3929063"/>
          <p14:tracePt t="105801" x="9301163" y="3929063"/>
          <p14:tracePt t="105808" x="9324975" y="3929063"/>
          <p14:tracePt t="105816" x="9350375" y="3941763"/>
          <p14:tracePt t="105832" x="9363075" y="3941763"/>
          <p14:tracePt t="105840" x="9375775" y="3941763"/>
          <p14:tracePt t="105856" x="9401175" y="3941763"/>
          <p14:tracePt t="105864" x="9413875" y="3941763"/>
          <p14:tracePt t="105880" x="9450388" y="3941763"/>
          <p14:tracePt t="105888" x="9475788" y="3941763"/>
          <p14:tracePt t="105896" x="9501188" y="3941763"/>
          <p14:tracePt t="105904" x="9537700" y="3941763"/>
          <p14:tracePt t="105912" x="9563100" y="3941763"/>
          <p14:tracePt t="105920" x="9588500" y="3954463"/>
          <p14:tracePt t="106008" x="9601200" y="3954463"/>
          <p14:tracePt t="106016" x="9613900" y="3954463"/>
          <p14:tracePt t="106024" x="9626600" y="3954463"/>
          <p14:tracePt t="106040" x="9637713" y="3967163"/>
          <p14:tracePt t="106088" x="9650413" y="3967163"/>
          <p14:tracePt t="106097" x="9663113" y="3967163"/>
          <p14:tracePt t="106104" x="9701213" y="3967163"/>
          <p14:tracePt t="106112" x="9739313" y="3967163"/>
          <p14:tracePt t="106120" x="9788525" y="3967163"/>
          <p14:tracePt t="106128" x="9839325" y="3967163"/>
          <p14:tracePt t="106136" x="9888538" y="3967163"/>
          <p14:tracePt t="106144" x="9952038" y="3967163"/>
          <p14:tracePt t="106152" x="10001250" y="3967163"/>
          <p14:tracePt t="106160" x="10026650" y="3967163"/>
          <p14:tracePt t="106168" x="10052050" y="3967163"/>
          <p14:tracePt t="106175" x="10064750" y="3967163"/>
          <p14:tracePt t="106240" x="10088563" y="3967163"/>
          <p14:tracePt t="106248" x="10101263" y="3967163"/>
          <p14:tracePt t="106256" x="10126663" y="3967163"/>
          <p14:tracePt t="106264" x="10152063" y="3967163"/>
          <p14:tracePt t="106272" x="10188575" y="3967163"/>
          <p14:tracePt t="106281" x="10226675" y="3967163"/>
          <p14:tracePt t="106288" x="10239375" y="3967163"/>
          <p14:tracePt t="106304" x="10264775" y="3967163"/>
          <p14:tracePt t="106408" x="10264775" y="3941763"/>
          <p14:tracePt t="106416" x="10264775" y="3929063"/>
          <p14:tracePt t="106432" x="10264775" y="3916363"/>
          <p14:tracePt t="106536" x="10277475" y="3916363"/>
          <p14:tracePt t="106553" x="10288588" y="3916363"/>
          <p14:tracePt t="106560" x="10301288" y="3916363"/>
          <p14:tracePt t="106568" x="10339388" y="3916363"/>
          <p14:tracePt t="106576" x="10364788" y="3916363"/>
          <p14:tracePt t="106584" x="10401300" y="3916363"/>
          <p14:tracePt t="106592" x="10452100" y="3916363"/>
          <p14:tracePt t="106600" x="10490200" y="3916363"/>
          <p14:tracePt t="106608" x="10526713" y="3916363"/>
          <p14:tracePt t="106616" x="10539413" y="3916363"/>
          <p14:tracePt t="106624" x="10552113" y="3916363"/>
          <p14:tracePt t="106632" x="10564813" y="3916363"/>
          <p14:tracePt t="106704" x="10564813" y="3905250"/>
          <p14:tracePt t="106737" x="10590213" y="3905250"/>
          <p14:tracePt t="106744" x="10614025" y="3905250"/>
          <p14:tracePt t="106752" x="10626725" y="3905250"/>
          <p14:tracePt t="106760" x="10652125" y="3905250"/>
          <p14:tracePt t="106768" x="10664825" y="3905250"/>
          <p14:tracePt t="106776" x="10690225" y="3905250"/>
          <p14:tracePt t="106784" x="10726738" y="3905250"/>
          <p14:tracePt t="106792" x="10764838" y="3905250"/>
          <p14:tracePt t="106800" x="10815638" y="3905250"/>
          <p14:tracePt t="106808" x="10839450" y="3905250"/>
          <p14:tracePt t="106816" x="10877550" y="3905250"/>
          <p14:tracePt t="106824" x="10890250" y="3905250"/>
          <p14:tracePt t="106832" x="10928350" y="3905250"/>
          <p14:tracePt t="106840" x="10939463" y="3905250"/>
          <p14:tracePt t="106864" x="10952163" y="3905250"/>
          <p14:tracePt t="106880" x="10964863" y="3905250"/>
          <p14:tracePt t="106888" x="10964863" y="3892550"/>
          <p14:tracePt t="106896" x="10990263" y="3892550"/>
          <p14:tracePt t="106904" x="11028363" y="3892550"/>
          <p14:tracePt t="106912" x="11077575" y="3892550"/>
          <p14:tracePt t="106921" x="11153775" y="3892550"/>
          <p14:tracePt t="106933" x="11228388" y="3892550"/>
          <p14:tracePt t="106936" x="11290300" y="3892550"/>
          <p14:tracePt t="106944" x="11328400" y="3892550"/>
          <p14:tracePt t="106952" x="11366500" y="3879850"/>
          <p14:tracePt t="106960" x="11377613" y="3879850"/>
          <p14:tracePt t="106968" x="11390313" y="3879850"/>
          <p14:tracePt t="106976" x="11403013" y="3879850"/>
          <p14:tracePt t="106992" x="11415713" y="3879850"/>
          <p14:tracePt t="107000" x="11428413" y="3879850"/>
          <p14:tracePt t="107008" x="11453813" y="3879850"/>
          <p14:tracePt t="107016" x="11466513" y="3879850"/>
          <p14:tracePt t="107024" x="11528425" y="3879850"/>
          <p14:tracePt t="107033" x="11603038" y="3879850"/>
          <p14:tracePt t="107040" x="11628438" y="3879850"/>
          <p14:tracePt t="107048" x="11679238" y="3867150"/>
          <p14:tracePt t="107056" x="11715750" y="3867150"/>
          <p14:tracePt t="107128" x="11728450" y="3867150"/>
          <p14:tracePt t="107136" x="11753850" y="3867150"/>
          <p14:tracePt t="107144" x="11766550" y="3867150"/>
          <p14:tracePt t="107152" x="11779250" y="3867150"/>
          <p14:tracePt t="107160" x="11804650" y="3867150"/>
          <p14:tracePt t="107176" x="11828463" y="3867150"/>
          <p14:tracePt t="107224" x="11841163" y="3867150"/>
          <p14:tracePt t="107240" x="11866563" y="3867150"/>
          <p14:tracePt t="107247" x="11879263" y="3867150"/>
          <p14:tracePt t="107256" x="11891963" y="3867150"/>
          <p14:tracePt t="107263" x="11904663" y="3867150"/>
          <p14:tracePt t="107280" x="11917363" y="3867150"/>
          <p14:tracePt t="107296" x="11941175" y="3867150"/>
          <p14:tracePt t="107352" x="11953875" y="3867150"/>
          <p14:tracePt t="107360" x="11991975" y="3867150"/>
          <p14:tracePt t="107368" x="12004675" y="3867150"/>
          <p14:tracePt t="107376" x="12017375" y="3867150"/>
          <p14:tracePt t="107424" x="12028488" y="3867150"/>
          <p14:tracePt t="107432" x="12028488" y="3854450"/>
          <p14:tracePt t="107440" x="12041188" y="3854450"/>
          <p14:tracePt t="107456" x="12041188" y="3841750"/>
          <p14:tracePt t="107616" x="12028488" y="3841750"/>
          <p14:tracePt t="107624" x="11966575" y="3854450"/>
          <p14:tracePt t="107631" x="11866563" y="3879850"/>
          <p14:tracePt t="107640" x="11728450" y="3954463"/>
          <p14:tracePt t="107648" x="11591925" y="3992563"/>
          <p14:tracePt t="107656" x="11390313" y="4067175"/>
          <p14:tracePt t="107663" x="11153775" y="4141788"/>
          <p14:tracePt t="107672" x="10915650" y="4192588"/>
          <p14:tracePt t="107680" x="10639425" y="4254500"/>
          <p14:tracePt t="107688" x="10414000" y="4305300"/>
          <p14:tracePt t="107695" x="10277475" y="4305300"/>
          <p14:tracePt t="107704" x="10152063" y="4305300"/>
          <p14:tracePt t="107712" x="10064750" y="4305300"/>
          <p14:tracePt t="107720" x="10013950" y="4305300"/>
          <p14:tracePt t="107728" x="9926638" y="4292600"/>
          <p14:tracePt t="107736" x="9863138" y="4292600"/>
          <p14:tracePt t="107744" x="9813925" y="4267200"/>
          <p14:tracePt t="107752" x="9739313" y="4254500"/>
          <p14:tracePt t="107760" x="9675813" y="4241800"/>
          <p14:tracePt t="107768" x="9575800" y="4241800"/>
          <p14:tracePt t="107776" x="9488488" y="4241800"/>
          <p14:tracePt t="107785" x="9401175" y="4241800"/>
          <p14:tracePt t="107792" x="9324975" y="4241800"/>
          <p14:tracePt t="107800" x="9250363" y="4241800"/>
          <p14:tracePt t="107808" x="9150350" y="4241800"/>
          <p14:tracePt t="107815" x="9099550" y="4230688"/>
          <p14:tracePt t="107824" x="9037638" y="4205288"/>
          <p14:tracePt t="107832" x="8963025" y="4179888"/>
          <p14:tracePt t="107840" x="8886825" y="4167188"/>
          <p14:tracePt t="107848" x="8774113" y="4129088"/>
          <p14:tracePt t="107856" x="8686800" y="4117975"/>
          <p14:tracePt t="107864" x="8586788" y="4105275"/>
          <p14:tracePt t="107872" x="8486775" y="4105275"/>
          <p14:tracePt t="107880" x="8374063" y="4105275"/>
          <p14:tracePt t="107888" x="8274050" y="4105275"/>
          <p14:tracePt t="107896" x="8186738" y="4105275"/>
          <p14:tracePt t="107904" x="8086725" y="4105275"/>
          <p14:tracePt t="107912" x="7999413" y="4105275"/>
          <p14:tracePt t="107920" x="7897813" y="4105275"/>
          <p14:tracePt t="107928" x="7848600" y="4105275"/>
          <p14:tracePt t="107936" x="7773988" y="4079875"/>
          <p14:tracePt t="107953" x="7673975" y="4054475"/>
          <p14:tracePt t="107960" x="7623175" y="4054475"/>
          <p14:tracePt t="107969" x="7561263" y="4054475"/>
          <p14:tracePt t="107976" x="7510463" y="4054475"/>
          <p14:tracePt t="107984" x="7472363" y="4054475"/>
          <p14:tracePt t="107992" x="7423150" y="4054475"/>
          <p14:tracePt t="108000" x="7385050" y="4054475"/>
          <p14:tracePt t="108008" x="7359650" y="4054475"/>
          <p14:tracePt t="108015" x="7335838" y="4054475"/>
          <p14:tracePt t="108024" x="7323138" y="4054475"/>
          <p14:tracePt t="108032" x="7310438" y="4054475"/>
          <p14:tracePt t="108040" x="7297738" y="4054475"/>
          <p14:tracePt t="108048" x="7285038" y="4067175"/>
          <p14:tracePt t="108056" x="7272338" y="4067175"/>
          <p14:tracePt t="108072" x="7259638" y="4105275"/>
          <p14:tracePt t="108080" x="7246938" y="4117975"/>
          <p14:tracePt t="108088" x="7246938" y="4141788"/>
          <p14:tracePt t="108095" x="7235825" y="4167188"/>
          <p14:tracePt t="108104" x="7223125" y="4205288"/>
          <p14:tracePt t="108112" x="7197725" y="4217988"/>
          <p14:tracePt t="108120" x="7197725" y="4241800"/>
          <p14:tracePt t="108128" x="7185025" y="4254500"/>
          <p14:tracePt t="108144" x="7172325" y="4279900"/>
          <p14:tracePt t="108160" x="7172325" y="4292600"/>
          <p14:tracePt t="108168" x="7159625" y="4305300"/>
          <p14:tracePt t="108440" x="7172325" y="4305300"/>
          <p14:tracePt t="108448" x="7197725" y="4305300"/>
          <p14:tracePt t="108456" x="7210425" y="4305300"/>
          <p14:tracePt t="108464" x="7272338" y="4305300"/>
          <p14:tracePt t="108472" x="7372350" y="4279900"/>
          <p14:tracePt t="108480" x="7548563" y="4254500"/>
          <p14:tracePt t="108488" x="7748588" y="4241800"/>
          <p14:tracePt t="108496" x="8135938" y="4205288"/>
          <p14:tracePt t="108504" x="8599488" y="4141788"/>
          <p14:tracePt t="108512" x="8824913" y="4105275"/>
          <p14:tracePt t="108520" x="9075738" y="4067175"/>
          <p14:tracePt t="108528" x="9224963" y="4054475"/>
          <p14:tracePt t="108537" x="9337675" y="4029075"/>
          <p14:tracePt t="108544" x="9424988" y="4005263"/>
          <p14:tracePt t="108551" x="9463088" y="4005263"/>
          <p14:tracePt t="108728" x="9450388" y="4005263"/>
          <p14:tracePt t="108736" x="9437688" y="4005263"/>
          <p14:tracePt t="108744" x="9413875" y="4005263"/>
          <p14:tracePt t="108751" x="9401175" y="4029075"/>
          <p14:tracePt t="108760" x="9363075" y="4041775"/>
          <p14:tracePt t="108767" x="9312275" y="4079875"/>
          <p14:tracePt t="108776" x="9275763" y="4092575"/>
          <p14:tracePt t="108784" x="9199563" y="4129088"/>
          <p14:tracePt t="108792" x="9150350" y="4154488"/>
          <p14:tracePt t="108800" x="9063038" y="4179888"/>
          <p14:tracePt t="108808" x="8975725" y="4205288"/>
          <p14:tracePt t="108816" x="8899525" y="4205288"/>
          <p14:tracePt t="108824" x="8824913" y="4230688"/>
          <p14:tracePt t="108832" x="8799513" y="4230688"/>
          <p14:tracePt t="108840" x="8763000" y="4230688"/>
          <p14:tracePt t="108864" x="8750300" y="4230688"/>
          <p14:tracePt t="109000" x="8737600" y="4230688"/>
          <p14:tracePt t="109080" x="8750300" y="4230688"/>
          <p14:tracePt t="109088" x="8763000" y="4230688"/>
          <p14:tracePt t="109096" x="8786813" y="4230688"/>
          <p14:tracePt t="109105" x="8812213" y="4230688"/>
          <p14:tracePt t="109112" x="8837613" y="4230688"/>
          <p14:tracePt t="109120" x="8874125" y="4230688"/>
          <p14:tracePt t="109128" x="8912225" y="4217988"/>
          <p14:tracePt t="109135" x="8937625" y="4217988"/>
          <p14:tracePt t="109144" x="8986838" y="4217988"/>
          <p14:tracePt t="109152" x="9012238" y="4205288"/>
          <p14:tracePt t="109168" x="9024938" y="4192588"/>
          <p14:tracePt t="109176" x="9037638" y="4192588"/>
          <p14:tracePt t="109192" x="9050338" y="4192588"/>
          <p14:tracePt t="110208" x="9050338" y="4179888"/>
          <p14:tracePt t="111120" x="9063038" y="4179888"/>
          <p14:tracePt t="111240" x="9088438" y="4179888"/>
          <p14:tracePt t="111920" x="9050338" y="4154488"/>
          <p14:tracePt t="111928" x="8937625" y="4141788"/>
          <p14:tracePt t="111947" x="8750300" y="4129088"/>
          <p14:tracePt t="111952" x="8724900" y="4129088"/>
          <p14:tracePt t="111959" x="8699500" y="4129088"/>
          <p14:tracePt t="111968" x="8686800" y="4129088"/>
          <p14:tracePt t="111975" x="8661400" y="4141788"/>
          <p14:tracePt t="111992" x="8650288" y="4141788"/>
          <p14:tracePt t="112000" x="8637588" y="4141788"/>
          <p14:tracePt t="112008" x="8624888" y="4141788"/>
          <p14:tracePt t="112024" x="8599488" y="4154488"/>
          <p14:tracePt t="112072" x="8586788" y="4154488"/>
          <p14:tracePt t="112096" x="8574088" y="4154488"/>
          <p14:tracePt t="112104" x="8561388" y="4154488"/>
          <p14:tracePt t="112112" x="8537575" y="4179888"/>
          <p14:tracePt t="112120" x="8499475" y="4192588"/>
          <p14:tracePt t="112127" x="8474075" y="4205288"/>
          <p14:tracePt t="112136" x="8435975" y="4230688"/>
          <p14:tracePt t="112143" x="8361363" y="4241800"/>
          <p14:tracePt t="112152" x="8248650" y="4241800"/>
          <p14:tracePt t="112160" x="8186738" y="4241800"/>
          <p14:tracePt t="112168" x="8099425" y="4241800"/>
          <p14:tracePt t="112175" x="8048625" y="4241800"/>
          <p14:tracePt t="112184" x="7999413" y="4241800"/>
          <p14:tracePt t="112191" x="7948613" y="4241800"/>
          <p14:tracePt t="112200" x="7874000" y="4241800"/>
          <p14:tracePt t="112208" x="7810500" y="4241800"/>
          <p14:tracePt t="112216" x="7735888" y="4241800"/>
          <p14:tracePt t="112223" x="7648575" y="4254500"/>
          <p14:tracePt t="112231" x="7597775" y="4279900"/>
          <p14:tracePt t="112240" x="7572375" y="4292600"/>
          <p14:tracePt t="112248" x="7561263" y="4305300"/>
          <p14:tracePt t="112256" x="7548563" y="4305300"/>
          <p14:tracePt t="112272" x="7535863" y="4318000"/>
          <p14:tracePt t="112288" x="7535863" y="4341813"/>
          <p14:tracePt t="112295" x="7535863" y="4354513"/>
          <p14:tracePt t="112304" x="7535863" y="4367213"/>
          <p14:tracePt t="112320" x="7535863" y="4405313"/>
          <p14:tracePt t="112327" x="7535863" y="4443413"/>
          <p14:tracePt t="112336" x="7535863" y="4467225"/>
          <p14:tracePt t="112343" x="7535863" y="4505325"/>
          <p14:tracePt t="112352" x="7535863" y="4567238"/>
          <p14:tracePt t="112359" x="7472363" y="4667250"/>
          <p14:tracePt t="112368" x="7397750" y="4768850"/>
          <p14:tracePt t="112375" x="7359650" y="4805363"/>
          <p14:tracePt t="112384" x="7297738" y="4879975"/>
          <p14:tracePt t="112392" x="7235825" y="4930775"/>
          <p14:tracePt t="112760" x="7223125" y="4930775"/>
          <p14:tracePt t="112784" x="7223125" y="4905375"/>
          <p14:tracePt t="112791" x="7197725" y="4905375"/>
          <p14:tracePt t="112799" x="7197725" y="4892675"/>
          <p14:tracePt t="112808" x="7185025" y="4892675"/>
          <p14:tracePt t="112824" x="7159625" y="4879975"/>
          <p14:tracePt t="112832" x="7134225" y="4856163"/>
          <p14:tracePt t="112840" x="7123113" y="4856163"/>
          <p14:tracePt t="112849" x="7110413" y="4856163"/>
          <p14:tracePt t="112864" x="7072313" y="4843463"/>
          <p14:tracePt t="112880" x="7059613" y="4843463"/>
          <p14:tracePt t="112888" x="7046913" y="4830763"/>
          <p14:tracePt t="112895" x="7034213" y="4830763"/>
          <p14:tracePt t="112904" x="7021513" y="4805363"/>
          <p14:tracePt t="112920" x="7010400" y="4805363"/>
          <p14:tracePt t="112933" x="6997700" y="4792663"/>
          <p14:tracePt t="112936" x="6985000" y="4792663"/>
          <p14:tracePt t="112944" x="6985000" y="4779963"/>
          <p14:tracePt t="112952" x="6972300" y="4768850"/>
          <p14:tracePt t="113008" x="6972300" y="4743450"/>
          <p14:tracePt t="113024" x="6972300" y="4730750"/>
          <p14:tracePt t="113048" x="6972300" y="4718050"/>
          <p14:tracePt t="113064" x="6972300" y="4692650"/>
          <p14:tracePt t="113080" x="6985000" y="4679950"/>
          <p14:tracePt t="113088" x="6997700" y="4667250"/>
          <p14:tracePt t="113104" x="7010400" y="4656138"/>
          <p14:tracePt t="113112" x="7021513" y="4656138"/>
          <p14:tracePt t="113120" x="7034213" y="4656138"/>
          <p14:tracePt t="113128" x="7046913" y="4656138"/>
          <p14:tracePt t="113136" x="7059613" y="4656138"/>
          <p14:tracePt t="113152" x="7072313" y="4656138"/>
          <p14:tracePt t="113176" x="7085013" y="4656138"/>
          <p14:tracePt t="113192" x="7097713" y="4656138"/>
          <p14:tracePt t="113200" x="7110413" y="4656138"/>
          <p14:tracePt t="113224" x="7123113" y="4656138"/>
          <p14:tracePt t="113232" x="7134225" y="4656138"/>
          <p14:tracePt t="113256" x="7146925" y="4656138"/>
          <p14:tracePt t="113264" x="7159625" y="4656138"/>
          <p14:tracePt t="113272" x="7172325" y="4656138"/>
          <p14:tracePt t="113279" x="7197725" y="4656138"/>
          <p14:tracePt t="113288" x="7223125" y="4667250"/>
          <p14:tracePt t="113296" x="7310438" y="4692650"/>
          <p14:tracePt t="113304" x="7397750" y="4718050"/>
          <p14:tracePt t="113312" x="7459663" y="4718050"/>
          <p14:tracePt t="113320" x="7548563" y="4730750"/>
          <p14:tracePt t="113328" x="7648575" y="4730750"/>
          <p14:tracePt t="113336" x="7735888" y="4730750"/>
          <p14:tracePt t="113344" x="7835900" y="4730750"/>
          <p14:tracePt t="113352" x="7886700" y="4730750"/>
          <p14:tracePt t="113360" x="7935913" y="4730750"/>
          <p14:tracePt t="113368" x="7974013" y="4730750"/>
          <p14:tracePt t="113376" x="7986713" y="4730750"/>
          <p14:tracePt t="113384" x="7999413" y="4730750"/>
          <p14:tracePt t="113432" x="8023225" y="4730750"/>
          <p14:tracePt t="113448" x="8035925" y="4743450"/>
          <p14:tracePt t="113456" x="8048625" y="4743450"/>
          <p14:tracePt t="113504" x="8061325" y="4743450"/>
          <p14:tracePt t="113528" x="8086725" y="4743450"/>
          <p14:tracePt t="113536" x="8099425" y="4743450"/>
          <p14:tracePt t="113544" x="8123238" y="4756150"/>
          <p14:tracePt t="113552" x="8148638" y="4768850"/>
          <p14:tracePt t="113560" x="8199438" y="4768850"/>
          <p14:tracePt t="113568" x="8261350" y="4779963"/>
          <p14:tracePt t="113576" x="8312150" y="4779963"/>
          <p14:tracePt t="113584" x="8412163" y="4792663"/>
          <p14:tracePt t="113592" x="8524875" y="4792663"/>
          <p14:tracePt t="113600" x="8624888" y="4792663"/>
          <p14:tracePt t="113608" x="8763000" y="4792663"/>
          <p14:tracePt t="113615" x="8863013" y="4792663"/>
          <p14:tracePt t="113624" x="8950325" y="4792663"/>
          <p14:tracePt t="113632" x="8999538" y="4792663"/>
          <p14:tracePt t="113640" x="9024938" y="4792663"/>
          <p14:tracePt t="113647" x="9037638" y="4792663"/>
          <p14:tracePt t="113768" x="9024938" y="4792663"/>
          <p14:tracePt t="113792" x="9012238" y="4779963"/>
          <p14:tracePt t="113800" x="8986838" y="4779963"/>
          <p14:tracePt t="113816" x="8986838" y="4768850"/>
          <p14:tracePt t="113832" x="8963025" y="4768850"/>
          <p14:tracePt t="113840" x="8950325" y="4756150"/>
          <p14:tracePt t="113856" x="8924925" y="4756150"/>
          <p14:tracePt t="113863" x="8912225" y="4756150"/>
          <p14:tracePt t="113872" x="8886825" y="4756150"/>
          <p14:tracePt t="113879" x="8850313" y="4743450"/>
          <p14:tracePt t="113888" x="8824913" y="4743450"/>
          <p14:tracePt t="113895" x="8786813" y="4743450"/>
          <p14:tracePt t="113904" x="8763000" y="4730750"/>
          <p14:tracePt t="113911" x="8724900" y="4718050"/>
          <p14:tracePt t="113920" x="8699500" y="4718050"/>
          <p14:tracePt t="113927" x="8674100" y="4718050"/>
          <p14:tracePt t="113944" x="8661400" y="4718050"/>
          <p14:tracePt t="113952" x="8650288" y="4718050"/>
          <p14:tracePt t="113976" x="8637588" y="4718050"/>
          <p14:tracePt t="114120" x="8637588" y="4705350"/>
          <p14:tracePt t="114128" x="8650288" y="4692650"/>
          <p14:tracePt t="114153" x="8674100" y="4692650"/>
          <p14:tracePt t="114160" x="8686800" y="4692650"/>
          <p14:tracePt t="114167" x="8712200" y="4692650"/>
          <p14:tracePt t="114176" x="8724900" y="4692650"/>
          <p14:tracePt t="114183" x="8763000" y="4692650"/>
          <p14:tracePt t="114192" x="8799513" y="4692650"/>
          <p14:tracePt t="114200" x="8812213" y="4692650"/>
          <p14:tracePt t="114208" x="8850313" y="4692650"/>
          <p14:tracePt t="114215" x="8863013" y="4692650"/>
          <p14:tracePt t="114232" x="8886825" y="4692650"/>
          <p14:tracePt t="114240" x="8912225" y="4692650"/>
          <p14:tracePt t="114248" x="8924925" y="4692650"/>
          <p14:tracePt t="114255" x="8937625" y="4692650"/>
          <p14:tracePt t="114272" x="8950325" y="4679950"/>
          <p14:tracePt t="114384" x="8975725" y="4679950"/>
          <p14:tracePt t="114399" x="8986838" y="4679950"/>
          <p14:tracePt t="114408" x="8999538" y="4679950"/>
          <p14:tracePt t="114415" x="9012238" y="4667250"/>
          <p14:tracePt t="114440" x="9037638" y="4667250"/>
          <p14:tracePt t="114448" x="9050338" y="4667250"/>
          <p14:tracePt t="114456" x="9088438" y="4667250"/>
          <p14:tracePt t="114464" x="9124950" y="4667250"/>
          <p14:tracePt t="114472" x="9175750" y="4667250"/>
          <p14:tracePt t="114480" x="9224963" y="4667250"/>
          <p14:tracePt t="114488" x="9301163" y="4667250"/>
          <p14:tracePt t="114495" x="9337675" y="4667250"/>
          <p14:tracePt t="114503" x="9388475" y="4667250"/>
          <p14:tracePt t="114512" x="9413875" y="4667250"/>
          <p14:tracePt t="114520" x="9437688" y="4667250"/>
          <p14:tracePt t="114528" x="9450388" y="4667250"/>
          <p14:tracePt t="114537" x="9475788" y="4667250"/>
          <p14:tracePt t="114544" x="9501188" y="4667250"/>
          <p14:tracePt t="114551" x="9513888" y="4667250"/>
          <p14:tracePt t="114560" x="9525000" y="4667250"/>
          <p14:tracePt t="114736" x="9537700" y="4667250"/>
          <p14:tracePt t="114768" x="9550400" y="4667250"/>
          <p14:tracePt t="114800" x="9563100" y="4667250"/>
          <p14:tracePt t="114896" x="9563100" y="4656138"/>
          <p14:tracePt t="115584" x="9575800" y="4656138"/>
          <p14:tracePt t="115647" x="9588500" y="4656138"/>
          <p14:tracePt t="115727" x="9601200" y="4656138"/>
          <p14:tracePt t="116080" x="9613900" y="4656138"/>
          <p14:tracePt t="116208" x="9550400" y="4656138"/>
          <p14:tracePt t="116215" x="9324975" y="4656138"/>
          <p14:tracePt t="116225" x="8786813" y="4492625"/>
          <p14:tracePt t="116232" x="8035925" y="4254500"/>
          <p14:tracePt t="116239" x="7246938" y="3892550"/>
          <p14:tracePt t="116248" x="6459538" y="3603625"/>
          <p14:tracePt t="116255" x="5732463" y="3228975"/>
          <p14:tracePt t="116264" x="5094288" y="2878138"/>
          <p14:tracePt t="116272" x="4530725" y="2616200"/>
          <p14:tracePt t="116280" x="3979863" y="2365375"/>
          <p14:tracePt t="116288" x="3617913" y="2227263"/>
          <p14:tracePt t="116296" x="3267075" y="2027238"/>
          <p14:tracePt t="116304" x="3092450" y="1927225"/>
          <p14:tracePt t="116312" x="2928938" y="1839913"/>
          <p14:tracePt t="116320" x="2816225" y="1765300"/>
          <p14:tracePt t="116328" x="2728913" y="1714500"/>
          <p14:tracePt t="116336" x="2690813" y="1689100"/>
          <p14:tracePt t="116344" x="2616200" y="1652588"/>
          <p14:tracePt t="116352" x="2565400" y="1627188"/>
          <p14:tracePt t="116360" x="2516188" y="1614488"/>
          <p14:tracePt t="116368" x="2465388" y="1589088"/>
          <p14:tracePt t="116376" x="2452688" y="1589088"/>
          <p14:tracePt t="116384" x="2428875" y="1589088"/>
          <p14:tracePt t="116392" x="2416175" y="1589088"/>
          <p14:tracePt t="116409" x="2403475" y="1589088"/>
          <p14:tracePt t="116424" x="2378075" y="1589088"/>
          <p14:tracePt t="116432" x="2352675" y="1589088"/>
          <p14:tracePt t="116439" x="2328863" y="1589088"/>
          <p14:tracePt t="116448" x="2290763" y="1601788"/>
          <p14:tracePt t="116455" x="2252663" y="1627188"/>
          <p14:tracePt t="116464" x="2178050" y="1627188"/>
          <p14:tracePt t="116471" x="2127250" y="1627188"/>
          <p14:tracePt t="116480" x="2052638" y="1627188"/>
          <p14:tracePt t="116487" x="2014538" y="1627188"/>
          <p14:tracePt t="116496" x="1965325" y="1627188"/>
          <p14:tracePt t="116504" x="1939925" y="1627188"/>
          <p14:tracePt t="116512" x="1927225" y="1601788"/>
          <p14:tracePt t="116520" x="1903413" y="1589088"/>
          <p14:tracePt t="116528" x="1878013" y="1539875"/>
          <p14:tracePt t="116536" x="1878013" y="1527175"/>
          <p14:tracePt t="116544" x="1865313" y="1514475"/>
          <p14:tracePt t="116552" x="1865313" y="1501775"/>
          <p14:tracePt t="116665" x="1903413" y="1501775"/>
          <p14:tracePt t="116672" x="2065338" y="1527175"/>
          <p14:tracePt t="116680" x="2203450" y="1527175"/>
          <p14:tracePt t="116688" x="2352675" y="1527175"/>
          <p14:tracePt t="116696" x="2503488" y="1527175"/>
          <p14:tracePt t="116704" x="2641600" y="1527175"/>
          <p14:tracePt t="116712" x="2828925" y="1527175"/>
          <p14:tracePt t="116720" x="2967038" y="1527175"/>
          <p14:tracePt t="116728" x="3092450" y="1527175"/>
          <p14:tracePt t="116736" x="3179763" y="1527175"/>
          <p14:tracePt t="116744" x="3267075" y="1514475"/>
          <p14:tracePt t="116752" x="3317875" y="1501775"/>
          <p14:tracePt t="116760" x="3341688" y="1489075"/>
          <p14:tracePt t="116848" x="3354388" y="1489075"/>
          <p14:tracePt t="116856" x="3392488" y="1489075"/>
          <p14:tracePt t="116864" x="3429000" y="1489075"/>
          <p14:tracePt t="116872" x="3517900" y="1514475"/>
          <p14:tracePt t="116880" x="3617913" y="1539875"/>
          <p14:tracePt t="116887" x="3756025" y="1576388"/>
          <p14:tracePt t="116896" x="3943350" y="1601788"/>
          <p14:tracePt t="116904" x="4117975" y="1639888"/>
          <p14:tracePt t="116912" x="4305300" y="1663700"/>
          <p14:tracePt t="116920" x="4556125" y="1676400"/>
          <p14:tracePt t="116928" x="4768850" y="1714500"/>
          <p14:tracePt t="116935" x="4956175" y="1714500"/>
          <p14:tracePt t="116943" x="5119688" y="1714500"/>
          <p14:tracePt t="116952" x="5219700" y="1714500"/>
          <p14:tracePt t="116960" x="5307013" y="1714500"/>
          <p14:tracePt t="116968" x="5357813" y="1714500"/>
          <p14:tracePt t="116976" x="5370513" y="1714500"/>
          <p14:tracePt t="117016" x="5370513" y="1727200"/>
          <p14:tracePt t="117024" x="5394325" y="1752600"/>
          <p14:tracePt t="117032" x="5394325" y="1765300"/>
          <p14:tracePt t="117039" x="5432425" y="1814513"/>
          <p14:tracePt t="117048" x="5470525" y="1839913"/>
          <p14:tracePt t="117055" x="5507038" y="1889125"/>
          <p14:tracePt t="117064" x="5570538" y="1939925"/>
          <p14:tracePt t="117072" x="5645150" y="2001838"/>
          <p14:tracePt t="117080" x="5695950" y="2078038"/>
          <p14:tracePt t="117087" x="5808663" y="2165350"/>
          <p14:tracePt t="117096" x="5908675" y="2265363"/>
          <p14:tracePt t="117104" x="6021388" y="2378075"/>
          <p14:tracePt t="117112" x="6146800" y="2490788"/>
          <p14:tracePt t="117120" x="6270625" y="2616200"/>
          <p14:tracePt t="117128" x="6408738" y="2765425"/>
          <p14:tracePt t="117136" x="6508750" y="2890838"/>
          <p14:tracePt t="117144" x="6646863" y="3054350"/>
          <p14:tracePt t="117152" x="6734175" y="3178175"/>
          <p14:tracePt t="117160" x="6808788" y="3316288"/>
          <p14:tracePt t="117168" x="6934200" y="3490913"/>
          <p14:tracePt t="117175" x="6997700" y="3590925"/>
          <p14:tracePt t="117184" x="7097713" y="3716338"/>
          <p14:tracePt t="117191" x="7159625" y="3829050"/>
          <p14:tracePt t="117200" x="7259638" y="3916363"/>
          <p14:tracePt t="117207" x="7335838" y="4029075"/>
          <p14:tracePt t="117216" x="7423150" y="4105275"/>
          <p14:tracePt t="117223" x="7472363" y="4154488"/>
          <p14:tracePt t="117232" x="7523163" y="4205288"/>
          <p14:tracePt t="117239" x="7561263" y="4217988"/>
          <p14:tracePt t="117248" x="7610475" y="4241800"/>
          <p14:tracePt t="117255" x="7623175" y="4254500"/>
          <p14:tracePt t="117264" x="7635875" y="4254500"/>
          <p14:tracePt t="117271" x="7661275" y="4254500"/>
          <p14:tracePt t="117279" x="7661275" y="4267200"/>
          <p14:tracePt t="117287" x="7685088" y="4279900"/>
          <p14:tracePt t="117296" x="7697788" y="4292600"/>
          <p14:tracePt t="117304" x="7723188" y="4305300"/>
          <p14:tracePt t="117312" x="7761288" y="4330700"/>
          <p14:tracePt t="117319" x="7785100" y="4341813"/>
          <p14:tracePt t="117328" x="7797800" y="4341813"/>
          <p14:tracePt t="117336" x="7848600" y="4379913"/>
          <p14:tracePt t="117344" x="7861300" y="4392613"/>
          <p14:tracePt t="117352" x="7886700" y="4392613"/>
          <p14:tracePt t="117360" x="7886700" y="4405313"/>
          <p14:tracePt t="117368" x="7910513" y="4405313"/>
          <p14:tracePt t="117375" x="7923213" y="4405313"/>
          <p14:tracePt t="117384" x="7935913" y="4418013"/>
          <p14:tracePt t="117400" x="7948613" y="4418013"/>
          <p14:tracePt t="117408" x="7961313" y="4418013"/>
          <p14:tracePt t="117423" x="7974013" y="4418013"/>
          <p14:tracePt t="117432" x="7999413" y="4418013"/>
          <p14:tracePt t="117439" x="8035925" y="4418013"/>
          <p14:tracePt t="117448" x="8086725" y="4418013"/>
          <p14:tracePt t="117455" x="8148638" y="4418013"/>
          <p14:tracePt t="117464" x="8223250" y="4418013"/>
          <p14:tracePt t="117472" x="8312150" y="4418013"/>
          <p14:tracePt t="117480" x="8386763" y="4418013"/>
          <p14:tracePt t="117488" x="8474075" y="4418013"/>
          <p14:tracePt t="117496" x="8574088" y="4418013"/>
          <p14:tracePt t="117504" x="8699500" y="4405313"/>
          <p14:tracePt t="117512" x="8812213" y="4392613"/>
          <p14:tracePt t="117520" x="8950325" y="4379913"/>
          <p14:tracePt t="117528" x="9112250" y="4354513"/>
          <p14:tracePt t="117536" x="9263063" y="4341813"/>
          <p14:tracePt t="117544" x="9413875" y="4330700"/>
          <p14:tracePt t="117552" x="9550400" y="4318000"/>
          <p14:tracePt t="117559" x="9663113" y="4318000"/>
          <p14:tracePt t="117568" x="9739313" y="4279900"/>
          <p14:tracePt t="117575" x="9763125" y="4279900"/>
          <p14:tracePt t="117584" x="9775825" y="4267200"/>
          <p14:tracePt t="117688" x="9775825" y="4292600"/>
          <p14:tracePt t="117695" x="9775825" y="4305300"/>
          <p14:tracePt t="117704" x="9775825" y="4318000"/>
          <p14:tracePt t="117712" x="9750425" y="4341813"/>
          <p14:tracePt t="117720" x="9713913" y="4367213"/>
          <p14:tracePt t="117728" x="9675813" y="4405313"/>
          <p14:tracePt t="117736" x="9613900" y="4454525"/>
          <p14:tracePt t="117744" x="9588500" y="4479925"/>
          <p14:tracePt t="117752" x="9563100" y="4505325"/>
          <p14:tracePt t="117760" x="9525000" y="4543425"/>
          <p14:tracePt t="117768" x="9513888" y="4554538"/>
          <p14:tracePt t="117775" x="9501188" y="4579938"/>
          <p14:tracePt t="117792" x="9501188" y="4592638"/>
          <p14:tracePt t="117800" x="9488488" y="4618038"/>
          <p14:tracePt t="117816" x="9488488" y="4643438"/>
          <p14:tracePt t="117832" x="9488488" y="4656138"/>
          <p14:tracePt t="117848" x="9488488" y="4679950"/>
          <p14:tracePt t="117864" x="9488488" y="4692650"/>
          <p14:tracePt t="117872" x="9501188" y="4692650"/>
          <p14:tracePt t="117888" x="9513888" y="4692650"/>
          <p14:tracePt t="117904" x="9537700" y="4692650"/>
          <p14:tracePt t="117913" x="9550400" y="4679950"/>
          <p14:tracePt t="117920" x="9563100" y="4667250"/>
          <p14:tracePt t="117944" x="9575800" y="4643438"/>
          <p14:tracePt t="117952" x="9588500" y="4643438"/>
          <p14:tracePt t="117968" x="9601200" y="4643438"/>
          <p14:tracePt t="117984" x="9613900" y="4643438"/>
          <p14:tracePt t="117991" x="9637713" y="4643438"/>
          <p14:tracePt t="118000" x="9663113" y="4643438"/>
          <p14:tracePt t="118007" x="9663113" y="4630738"/>
          <p14:tracePt t="118016" x="9675813" y="4630738"/>
          <p14:tracePt t="118024" x="9701213" y="4605338"/>
          <p14:tracePt t="118031" x="9713913" y="4592638"/>
          <p14:tracePt t="118048" x="9726613" y="4592638"/>
          <p14:tracePt t="118056" x="9739313" y="4592638"/>
          <p14:tracePt t="118063" x="9739313" y="4579938"/>
          <p14:tracePt t="118104" x="9750425" y="4579938"/>
          <p14:tracePt t="118344" x="9750425" y="4567238"/>
          <p14:tracePt t="118759" x="9763125" y="4567238"/>
          <p14:tracePt t="118767" x="9788525" y="4567238"/>
          <p14:tracePt t="118775" x="9826625" y="4579938"/>
          <p14:tracePt t="118783" x="9839325" y="4579938"/>
          <p14:tracePt t="118791" x="9852025" y="4592638"/>
          <p14:tracePt t="118808" x="9875838" y="4605338"/>
          <p14:tracePt t="119336" x="9888538" y="4605338"/>
          <p14:tracePt t="119344" x="9926638" y="4630738"/>
          <p14:tracePt t="119352" x="9963150" y="4656138"/>
          <p14:tracePt t="119359" x="9975850" y="4656138"/>
          <p14:tracePt t="119368" x="10001250" y="4656138"/>
          <p14:tracePt t="119416" x="10013950" y="4656138"/>
          <p14:tracePt t="119431" x="10013950" y="4643438"/>
          <p14:tracePt t="119440" x="10013950" y="4630738"/>
          <p14:tracePt t="119464" x="10013950" y="4618038"/>
          <p14:tracePt t="119472" x="10013950" y="4605338"/>
          <p14:tracePt t="119520" x="10013950" y="4592638"/>
          <p14:tracePt t="119528" x="10026650" y="4592638"/>
          <p14:tracePt t="119535" x="10039350" y="4592638"/>
          <p14:tracePt t="119543" x="10064750" y="4592638"/>
          <p14:tracePt t="119551" x="10075863" y="4592638"/>
          <p14:tracePt t="119559" x="10113963" y="4592638"/>
          <p14:tracePt t="119567" x="10126663" y="4592638"/>
          <p14:tracePt t="119576" x="10152063" y="4592638"/>
          <p14:tracePt t="119584" x="10164763" y="4592638"/>
          <p14:tracePt t="119592" x="10188575" y="4592638"/>
          <p14:tracePt t="119600" x="10201275" y="4592638"/>
          <p14:tracePt t="119632" x="10213975" y="4592638"/>
          <p14:tracePt t="119640" x="10226675" y="4592638"/>
          <p14:tracePt t="119784" x="10239375" y="4579938"/>
          <p14:tracePt t="119808" x="10252075" y="4579938"/>
          <p14:tracePt t="119815" x="10264775" y="4579938"/>
          <p14:tracePt t="119823" x="10277475" y="4579938"/>
          <p14:tracePt t="119831" x="10288588" y="4579938"/>
          <p14:tracePt t="119840" x="10313988" y="4579938"/>
          <p14:tracePt t="119847" x="10326688" y="4579938"/>
          <p14:tracePt t="119856" x="10364788" y="4579938"/>
          <p14:tracePt t="119863" x="10390188" y="4592638"/>
          <p14:tracePt t="119872" x="10439400" y="4592638"/>
          <p14:tracePt t="119879" x="10464800" y="4592638"/>
          <p14:tracePt t="119888" x="10514013" y="4592638"/>
          <p14:tracePt t="119895" x="10552113" y="4592638"/>
          <p14:tracePt t="119904" x="10602913" y="4592638"/>
          <p14:tracePt t="119912" x="10639425" y="4592638"/>
          <p14:tracePt t="119919" x="10677525" y="4592638"/>
          <p14:tracePt t="119927" x="10726738" y="4592638"/>
          <p14:tracePt t="119936" x="10764838" y="4592638"/>
          <p14:tracePt t="119953" x="10852150" y="4579938"/>
          <p14:tracePt t="119960" x="10877550" y="4579938"/>
          <p14:tracePt t="119975" x="10902950" y="4567238"/>
          <p14:tracePt t="119983" x="10915650" y="4567238"/>
          <p14:tracePt t="119992" x="10928350" y="4567238"/>
          <p14:tracePt t="120000" x="10939463" y="4554538"/>
          <p14:tracePt t="120007" x="10952163" y="4554538"/>
          <p14:tracePt t="120015" x="10964863" y="4554538"/>
          <p14:tracePt t="120032" x="10977563" y="4554538"/>
          <p14:tracePt t="120048" x="11002963" y="4554538"/>
          <p14:tracePt t="120072" x="11052175" y="4554538"/>
          <p14:tracePt t="120079" x="11077575" y="4554538"/>
          <p14:tracePt t="120088" x="11090275" y="4554538"/>
          <p14:tracePt t="120095" x="11128375" y="4554538"/>
          <p14:tracePt t="120104" x="11164888" y="4554538"/>
          <p14:tracePt t="120112" x="11190288" y="4567238"/>
          <p14:tracePt t="120120" x="11215688" y="4567238"/>
          <p14:tracePt t="120136" x="11228388" y="4567238"/>
          <p14:tracePt t="120192" x="11241088" y="4567238"/>
          <p14:tracePt t="120200" x="11253788" y="4592638"/>
          <p14:tracePt t="120215" x="11266488" y="4592638"/>
          <p14:tracePt t="120328" x="11277600" y="4592638"/>
          <p14:tracePt t="120336" x="11315700" y="4618038"/>
          <p14:tracePt t="120343" x="11328400" y="4630738"/>
          <p14:tracePt t="120352" x="11341100" y="4643438"/>
          <p14:tracePt t="120359" x="11366500" y="4656138"/>
          <p14:tracePt t="120367" x="11390313" y="4656138"/>
          <p14:tracePt t="120376" x="11428413" y="4679950"/>
          <p14:tracePt t="120383" x="11453813" y="4692650"/>
          <p14:tracePt t="120392" x="11479213" y="4692650"/>
          <p14:tracePt t="120399" x="11490325" y="4705350"/>
          <p14:tracePt t="120408" x="11515725" y="4718050"/>
          <p14:tracePt t="120415" x="11541125" y="4718050"/>
          <p14:tracePt t="120552" x="11553825" y="4718050"/>
          <p14:tracePt t="120567" x="11566525" y="4718050"/>
          <p14:tracePt t="120576" x="11579225" y="4718050"/>
          <p14:tracePt t="120583" x="11591925" y="4718050"/>
          <p14:tracePt t="120592" x="11603038" y="4718050"/>
          <p14:tracePt t="120609" x="11615738" y="4718050"/>
          <p14:tracePt t="120624" x="11628438" y="4718050"/>
          <p14:tracePt t="120631" x="11641138" y="4718050"/>
          <p14:tracePt t="120640" x="11653838" y="4705350"/>
          <p14:tracePt t="120647" x="11653838" y="4679950"/>
          <p14:tracePt t="120664" x="11653838" y="4667250"/>
          <p14:tracePt t="120672" x="11666538" y="4656138"/>
          <p14:tracePt t="120816" x="11679238" y="4643438"/>
          <p14:tracePt t="120824" x="11691938" y="4643438"/>
          <p14:tracePt t="120935" x="11628438" y="4643438"/>
          <p14:tracePt t="120955" x="11515725" y="4643438"/>
          <p14:tracePt t="120960" x="11415713" y="4643438"/>
          <p14:tracePt t="120967" x="11328400" y="4643438"/>
          <p14:tracePt t="120976" x="11177588" y="4643438"/>
          <p14:tracePt t="120983" x="10990263" y="4656138"/>
          <p14:tracePt t="120992" x="10639425" y="4692650"/>
          <p14:tracePt t="121000" x="10101263" y="4792663"/>
          <p14:tracePt t="121008" x="9550400" y="4843463"/>
          <p14:tracePt t="121016" x="8924925" y="4930775"/>
          <p14:tracePt t="121024" x="8174038" y="5143500"/>
          <p14:tracePt t="121032" x="7572375" y="5305425"/>
          <p14:tracePt t="121040" x="7235825" y="5407025"/>
          <p14:tracePt t="121048" x="7159625" y="5443538"/>
          <p14:tracePt t="121056" x="7072313" y="5443538"/>
          <p14:tracePt t="121064" x="7021513" y="5443538"/>
          <p14:tracePt t="121072" x="6972300" y="5443538"/>
          <p14:tracePt t="121080" x="6921500" y="5443538"/>
          <p14:tracePt t="121088" x="6897688" y="5443538"/>
          <p14:tracePt t="121096" x="6872288" y="5443538"/>
          <p14:tracePt t="121104" x="6846888" y="5443538"/>
          <p14:tracePt t="121112" x="6834188" y="5443538"/>
          <p14:tracePt t="121119" x="6797675" y="5443538"/>
          <p14:tracePt t="121128" x="6784975" y="5443538"/>
          <p14:tracePt t="121152" x="6759575" y="5430838"/>
          <p14:tracePt t="121168" x="6721475" y="5418138"/>
          <p14:tracePt t="121176" x="6708775" y="5407025"/>
          <p14:tracePt t="121183" x="6696075" y="5394325"/>
          <p14:tracePt t="121192" x="6672263" y="5394325"/>
          <p14:tracePt t="121200" x="6596063" y="5368925"/>
          <p14:tracePt t="121208" x="6546850" y="5356225"/>
          <p14:tracePt t="121215" x="6496050" y="5343525"/>
          <p14:tracePt t="121224" x="6421438" y="5330825"/>
          <p14:tracePt t="121232" x="6383338" y="5330825"/>
          <p14:tracePt t="121240" x="6359525" y="5330825"/>
          <p14:tracePt t="121248" x="6346825" y="5318125"/>
          <p14:tracePt t="121263" x="6346825" y="5305425"/>
          <p14:tracePt t="121272" x="6359525" y="5268913"/>
          <p14:tracePt t="121280" x="6396038" y="5256213"/>
          <p14:tracePt t="121288" x="6446838" y="5243513"/>
          <p14:tracePt t="121295" x="6534150" y="5218113"/>
          <p14:tracePt t="121303" x="6634163" y="5205413"/>
          <p14:tracePt t="121312" x="6746875" y="5181600"/>
          <p14:tracePt t="121319" x="6846888" y="5156200"/>
          <p14:tracePt t="121328" x="6985000" y="5130800"/>
          <p14:tracePt t="121335" x="7123113" y="5081588"/>
          <p14:tracePt t="121344" x="7259638" y="5043488"/>
          <p14:tracePt t="121351" x="7397750" y="5005388"/>
          <p14:tracePt t="121360" x="7510463" y="4981575"/>
          <p14:tracePt t="121367" x="7572375" y="4956175"/>
          <p14:tracePt t="121375" x="7610475" y="4943475"/>
          <p14:tracePt t="121400" x="7623175" y="4930775"/>
          <p14:tracePt t="121440" x="7635875" y="4943475"/>
          <p14:tracePt t="121447" x="7635875" y="4956175"/>
          <p14:tracePt t="121456" x="7661275" y="4968875"/>
          <p14:tracePt t="121463" x="7661275" y="4981575"/>
          <p14:tracePt t="121472" x="7697788" y="4992688"/>
          <p14:tracePt t="121479" x="7723188" y="5005388"/>
          <p14:tracePt t="121487" x="7748588" y="5030788"/>
          <p14:tracePt t="121504" x="7761288" y="5030788"/>
          <p14:tracePt t="121512" x="7761288" y="5043488"/>
          <p14:tracePt t="121536" x="7761288" y="5068888"/>
          <p14:tracePt t="121544" x="7685088" y="5092700"/>
          <p14:tracePt t="121551" x="7648575" y="5092700"/>
          <p14:tracePt t="121560" x="7610475" y="5118100"/>
          <p14:tracePt t="121567" x="7610475" y="5130800"/>
          <p14:tracePt t="121872" x="7610475" y="5118100"/>
          <p14:tracePt t="121925" x="7610475" y="5105400"/>
          <p14:tracePt t="121976" x="7610475" y="5092700"/>
          <p14:tracePt t="121983" x="7610475" y="5081588"/>
          <p14:tracePt t="121991" x="7623175" y="5081588"/>
          <p14:tracePt t="121999" x="7635875" y="5081588"/>
          <p14:tracePt t="122007" x="7661275" y="5081588"/>
          <p14:tracePt t="122015" x="7673975" y="5081588"/>
          <p14:tracePt t="122024" x="7697788" y="5068888"/>
          <p14:tracePt t="122031" x="7735888" y="5068888"/>
          <p14:tracePt t="122039" x="7761288" y="5068888"/>
          <p14:tracePt t="122047" x="7785100" y="5068888"/>
          <p14:tracePt t="122055" x="7810500" y="5056188"/>
          <p14:tracePt t="122063" x="7835900" y="5056188"/>
          <p14:tracePt t="122071" x="7861300" y="5043488"/>
          <p14:tracePt t="122080" x="7910513" y="5043488"/>
          <p14:tracePt t="122087" x="7948613" y="5030788"/>
          <p14:tracePt t="122096" x="7999413" y="5030788"/>
          <p14:tracePt t="122103" x="8035925" y="5018088"/>
          <p14:tracePt t="122112" x="8074025" y="5018088"/>
          <p14:tracePt t="122119" x="8099425" y="5005388"/>
          <p14:tracePt t="122127" x="8123238" y="5005388"/>
          <p14:tracePt t="122135" x="8135938" y="5005388"/>
          <p14:tracePt t="122144" x="8174038" y="4992688"/>
          <p14:tracePt t="122159" x="8186738" y="4981575"/>
          <p14:tracePt t="122176" x="8199438" y="4981575"/>
          <p14:tracePt t="122183" x="8212138" y="4981575"/>
          <p14:tracePt t="122191" x="8235950" y="4981575"/>
          <p14:tracePt t="122199" x="8248650" y="4981575"/>
          <p14:tracePt t="122208" x="8261350" y="4981575"/>
          <p14:tracePt t="122215" x="8299450" y="4981575"/>
          <p14:tracePt t="122223" x="8324850" y="4981575"/>
          <p14:tracePt t="122231" x="8348663" y="4981575"/>
          <p14:tracePt t="122239" x="8374063" y="4981575"/>
          <p14:tracePt t="122247" x="8386763" y="4981575"/>
          <p14:tracePt t="122255" x="8412163" y="4956175"/>
          <p14:tracePt t="122263" x="8435975" y="4956175"/>
          <p14:tracePt t="122280" x="8461375" y="4943475"/>
          <p14:tracePt t="122312" x="8474075" y="4930775"/>
          <p14:tracePt t="122360" x="8499475" y="4930775"/>
          <p14:tracePt t="122439" x="8512175" y="4930775"/>
          <p14:tracePt t="122632" x="8524875" y="4930775"/>
          <p14:tracePt t="122640" x="8537575" y="4930775"/>
          <p14:tracePt t="122696" x="8548688" y="4930775"/>
          <p14:tracePt t="122735" x="8561388" y="4930775"/>
          <p14:tracePt t="122752" x="8586788" y="4930775"/>
          <p14:tracePt t="122768" x="8612188" y="4930775"/>
          <p14:tracePt t="122776" x="8624888" y="4930775"/>
          <p14:tracePt t="122783" x="8637588" y="4930775"/>
          <p14:tracePt t="122791" x="8661400" y="4930775"/>
          <p14:tracePt t="122799" x="8686800" y="4930775"/>
          <p14:tracePt t="122807" x="8763000" y="4956175"/>
          <p14:tracePt t="122816" x="8774113" y="4956175"/>
          <p14:tracePt t="122823" x="8812213" y="4968875"/>
          <p14:tracePt t="122832" x="8850313" y="4968875"/>
          <p14:tracePt t="122839" x="8899525" y="4968875"/>
          <p14:tracePt t="122848" x="8937625" y="4981575"/>
          <p14:tracePt t="122855" x="8975725" y="4981575"/>
          <p14:tracePt t="122864" x="9012238" y="4981575"/>
          <p14:tracePt t="122872" x="9063038" y="4981575"/>
          <p14:tracePt t="122880" x="9099550" y="4981575"/>
          <p14:tracePt t="122887" x="9150350" y="4981575"/>
          <p14:tracePt t="122895" x="9175750" y="4981575"/>
          <p14:tracePt t="122904" x="9199563" y="4981575"/>
          <p14:tracePt t="122912" x="9224963" y="4981575"/>
          <p14:tracePt t="122928" x="9250363" y="4981575"/>
          <p14:tracePt t="122944" x="9275763" y="4981575"/>
          <p14:tracePt t="122952" x="9288463" y="4981575"/>
          <p14:tracePt t="122960" x="9301163" y="4981575"/>
          <p14:tracePt t="123063" x="9312275" y="4981575"/>
          <p14:tracePt t="123103" x="9324975" y="4981575"/>
          <p14:tracePt t="123112" x="9337675" y="4981575"/>
          <p14:tracePt t="123128" x="9350375" y="4981575"/>
          <p14:tracePt t="123135" x="9363075" y="4981575"/>
          <p14:tracePt t="123144" x="9388475" y="4981575"/>
          <p14:tracePt t="123151" x="9424988" y="4981575"/>
          <p14:tracePt t="123168" x="9437688" y="4981575"/>
          <p14:tracePt t="123175" x="9463088" y="4981575"/>
          <p14:tracePt t="123232" x="9475788" y="4981575"/>
          <p14:tracePt t="123239" x="9475788" y="4968875"/>
          <p14:tracePt t="123256" x="9488488" y="4968875"/>
          <p14:tracePt t="123272" x="9513888" y="4968875"/>
          <p14:tracePt t="123336" x="9525000" y="4956175"/>
          <p14:tracePt t="123384" x="9537700" y="4956175"/>
          <p14:tracePt t="123391" x="9550400" y="4956175"/>
          <p14:tracePt t="123408" x="9575800" y="4956175"/>
          <p14:tracePt t="123416" x="9613900" y="4956175"/>
          <p14:tracePt t="123423" x="9637713" y="4956175"/>
          <p14:tracePt t="123432" x="9663113" y="4956175"/>
          <p14:tracePt t="123439" x="9675813" y="4956175"/>
          <p14:tracePt t="123447" x="9701213" y="4968875"/>
          <p14:tracePt t="123455" x="9713913" y="4968875"/>
          <p14:tracePt t="123496" x="9726613" y="4968875"/>
          <p14:tracePt t="123512" x="9750425" y="4968875"/>
          <p14:tracePt t="123519" x="9788525" y="4981575"/>
          <p14:tracePt t="123528" x="9863138" y="4981575"/>
          <p14:tracePt t="123535" x="9913938" y="4992688"/>
          <p14:tracePt t="123543" x="9988550" y="5005388"/>
          <p14:tracePt t="123551" x="10013950" y="5005388"/>
          <p14:tracePt t="123559" x="10052050" y="5005388"/>
          <p14:tracePt t="123567" x="10075863" y="5005388"/>
          <p14:tracePt t="123575" x="10113963" y="5005388"/>
          <p14:tracePt t="123584" x="10139363" y="5005388"/>
          <p14:tracePt t="123591" x="10164763" y="5005388"/>
          <p14:tracePt t="123600" x="10188575" y="5005388"/>
          <p14:tracePt t="123607" x="10201275" y="5005388"/>
          <p14:tracePt t="123616" x="10213975" y="5005388"/>
          <p14:tracePt t="123623" x="10226675" y="5005388"/>
          <p14:tracePt t="123631" x="10239375" y="5005388"/>
          <p14:tracePt t="123647" x="10252075" y="5005388"/>
          <p14:tracePt t="123655" x="10264775" y="5005388"/>
          <p14:tracePt t="123664" x="10277475" y="5005388"/>
          <p14:tracePt t="123671" x="10301288" y="5005388"/>
          <p14:tracePt t="123680" x="10326688" y="5005388"/>
          <p14:tracePt t="123759" x="10352088" y="5005388"/>
          <p14:tracePt t="123768" x="10364788" y="5005388"/>
          <p14:tracePt t="123775" x="10390188" y="5005388"/>
          <p14:tracePt t="123791" x="10401300" y="5005388"/>
          <p14:tracePt t="123864" x="10414000" y="5005388"/>
          <p14:tracePt t="123912" x="10414000" y="4981575"/>
          <p14:tracePt t="123919" x="10401300" y="4956175"/>
          <p14:tracePt t="123927" x="10377488" y="4943475"/>
          <p14:tracePt t="123936" x="10364788" y="4918075"/>
          <p14:tracePt t="123943" x="10326688" y="4892675"/>
          <p14:tracePt t="123951" x="10288588" y="4879975"/>
          <p14:tracePt t="123959" x="10252075" y="4868863"/>
          <p14:tracePt t="123968" x="10239375" y="4843463"/>
          <p14:tracePt t="123984" x="10226675" y="4843463"/>
          <p14:tracePt t="123991" x="10213975" y="4843463"/>
          <p14:tracePt t="124013" x="10201275" y="4843463"/>
          <p14:tracePt t="124064" x="10188575" y="4843463"/>
          <p14:tracePt t="124144" x="10213975" y="4892675"/>
          <p14:tracePt t="124151" x="10226675" y="4905375"/>
          <p14:tracePt t="124159" x="10252075" y="4930775"/>
          <p14:tracePt t="124168" x="10264775" y="4956175"/>
          <p14:tracePt t="124175" x="10301288" y="5005388"/>
          <p14:tracePt t="124184" x="10326688" y="5030788"/>
          <p14:tracePt t="124191" x="10364788" y="5043488"/>
          <p14:tracePt t="124200" x="10401300" y="5056188"/>
          <p14:tracePt t="124207" x="10439400" y="5081588"/>
          <p14:tracePt t="124215" x="10490200" y="5081588"/>
          <p14:tracePt t="124224" x="10514013" y="5081588"/>
          <p14:tracePt t="124232" x="10564813" y="5081588"/>
          <p14:tracePt t="124239" x="10602913" y="5092700"/>
          <p14:tracePt t="124248" x="10639425" y="5092700"/>
          <p14:tracePt t="124255" x="10664825" y="5092700"/>
          <p14:tracePt t="124264" x="10702925" y="5092700"/>
          <p14:tracePt t="124271" x="10739438" y="5092700"/>
          <p14:tracePt t="124327" x="10752138" y="5092700"/>
          <p14:tracePt t="124352" x="10752138" y="5081588"/>
          <p14:tracePt t="124368" x="10752138" y="5068888"/>
          <p14:tracePt t="124384" x="10752138" y="5056188"/>
          <p14:tracePt t="124400" x="10752138" y="5043488"/>
          <p14:tracePt t="124408" x="10752138" y="5030788"/>
          <p14:tracePt t="124416" x="10752138" y="5018088"/>
          <p14:tracePt t="124432" x="10739438" y="5005388"/>
          <p14:tracePt t="124439" x="10739438" y="4992688"/>
          <p14:tracePt t="124448" x="10726738" y="4981575"/>
          <p14:tracePt t="124455" x="10726738" y="4968875"/>
          <p14:tracePt t="124464" x="10715625" y="4956175"/>
          <p14:tracePt t="124471" x="10715625" y="4943475"/>
          <p14:tracePt t="124479" x="10702925" y="4930775"/>
          <p14:tracePt t="124495" x="10690225" y="4918075"/>
          <p14:tracePt t="124511" x="10690225" y="4892675"/>
          <p14:tracePt t="124528" x="10677525" y="4892675"/>
          <p14:tracePt t="125311" x="10690225" y="4892675"/>
          <p14:tracePt t="125328" x="10702925" y="4892675"/>
          <p14:tracePt t="125352" x="10715625" y="4892675"/>
          <p14:tracePt t="125360" x="10726738" y="4892675"/>
          <p14:tracePt t="125375" x="10739438" y="4892675"/>
          <p14:tracePt t="125392" x="10764838" y="4892675"/>
          <p14:tracePt t="125407" x="10777538" y="4892675"/>
          <p14:tracePt t="125423" x="10790238" y="4905375"/>
          <p14:tracePt t="125431" x="10802938" y="4918075"/>
          <p14:tracePt t="125440" x="10815638" y="4918075"/>
          <p14:tracePt t="125480" x="10828338" y="4930775"/>
          <p14:tracePt t="125495" x="10839450" y="4930775"/>
          <p14:tracePt t="125528" x="10852150" y="4930775"/>
          <p14:tracePt t="125552" x="10864850" y="4930775"/>
          <p14:tracePt t="125560" x="10877550" y="4930775"/>
          <p14:tracePt t="125567" x="10890250" y="4930775"/>
          <p14:tracePt t="125575" x="10902950" y="4930775"/>
          <p14:tracePt t="125584" x="10915650" y="4930775"/>
          <p14:tracePt t="125591" x="10928350" y="4918075"/>
          <p14:tracePt t="125608" x="10939463" y="4918075"/>
          <p14:tracePt t="125615" x="10952163" y="4918075"/>
          <p14:tracePt t="125624" x="10964863" y="4918075"/>
          <p14:tracePt t="125688" x="10977563" y="4918075"/>
          <p14:tracePt t="125719" x="11002963" y="4905375"/>
          <p14:tracePt t="125760" x="11015663" y="4905375"/>
          <p14:tracePt t="125768" x="11041063" y="4905375"/>
          <p14:tracePt t="125784" x="11052175" y="4905375"/>
          <p14:tracePt t="125800" x="11064875" y="4905375"/>
          <p14:tracePt t="125816" x="11077575" y="4905375"/>
          <p14:tracePt t="125823" x="11090275" y="4905375"/>
          <p14:tracePt t="125840" x="11102975" y="4905375"/>
          <p14:tracePt t="125847" x="11128375" y="4905375"/>
          <p14:tracePt t="125863" x="11153775" y="4918075"/>
          <p14:tracePt t="125872" x="11164888" y="4918075"/>
          <p14:tracePt t="125879" x="11177588" y="4930775"/>
          <p14:tracePt t="125887" x="11190288" y="4930775"/>
          <p14:tracePt t="125919" x="11202988" y="4930775"/>
          <p14:tracePt t="125936" x="11215688" y="4943475"/>
          <p14:tracePt t="125943" x="11228388" y="4943475"/>
          <p14:tracePt t="125959" x="11241088" y="4943475"/>
          <p14:tracePt t="125969" x="11266488" y="4943475"/>
          <p14:tracePt t="125975" x="11290300" y="4943475"/>
          <p14:tracePt t="125984" x="11328400" y="4943475"/>
          <p14:tracePt t="125991" x="11366500" y="4943475"/>
          <p14:tracePt t="125999" x="11403013" y="4943475"/>
          <p14:tracePt t="126007" x="11428413" y="4943475"/>
          <p14:tracePt t="126015" x="11441113" y="4943475"/>
          <p14:tracePt t="126024" x="11453813" y="4943475"/>
          <p14:tracePt t="126040" x="11466513" y="4943475"/>
          <p14:tracePt t="126047" x="11479213" y="4943475"/>
          <p14:tracePt t="126056" x="11503025" y="4930775"/>
          <p14:tracePt t="126063" x="11528425" y="4918075"/>
          <p14:tracePt t="126079" x="11553825" y="4905375"/>
          <p14:tracePt t="126088" x="11553825" y="4892675"/>
          <p14:tracePt t="126103" x="11566525" y="4892675"/>
          <p14:tracePt t="126111" x="11566525" y="4879975"/>
          <p14:tracePt t="126144" x="11579225" y="4879975"/>
          <p14:tracePt t="126152" x="11591925" y="4879975"/>
          <p14:tracePt t="126183" x="11603038" y="4856163"/>
          <p14:tracePt t="126191" x="11615738" y="4856163"/>
          <p14:tracePt t="126208" x="11641138" y="4843463"/>
          <p14:tracePt t="126215" x="11666538" y="4830763"/>
          <p14:tracePt t="126224" x="11679238" y="4830763"/>
          <p14:tracePt t="126231" x="11691938" y="4805363"/>
          <p14:tracePt t="126240" x="11703050" y="4805363"/>
          <p14:tracePt t="126247" x="11715750" y="4805363"/>
          <p14:tracePt t="126399" x="11715750" y="4818063"/>
          <p14:tracePt t="126415" x="11691938" y="4830763"/>
          <p14:tracePt t="126431" x="11679238" y="4843463"/>
          <p14:tracePt t="126447" x="11679238" y="4856163"/>
          <p14:tracePt t="126455" x="11666538" y="4868863"/>
          <p14:tracePt t="126471" x="11653838" y="4879975"/>
          <p14:tracePt t="126479" x="11653838" y="4892675"/>
          <p14:tracePt t="126495" x="11653838" y="4918075"/>
          <p14:tracePt t="126503" x="11653838" y="4930775"/>
          <p14:tracePt t="126520" x="11653838" y="4956175"/>
          <p14:tracePt t="126535" x="11653838" y="4968875"/>
          <p14:tracePt t="126663" x="11666538" y="4968875"/>
          <p14:tracePt t="126696" x="11666538" y="4956175"/>
          <p14:tracePt t="126711" x="11679238" y="4930775"/>
          <p14:tracePt t="126721" x="11691938" y="4918075"/>
          <p14:tracePt t="126728" x="11691938" y="4905375"/>
          <p14:tracePt t="126744" x="11703050" y="4905375"/>
          <p14:tracePt t="126959" x="11691938" y="4905375"/>
          <p14:tracePt t="126967" x="11666538" y="4905375"/>
          <p14:tracePt t="126976" x="11653838" y="4918075"/>
          <p14:tracePt t="126983" x="11628438" y="4930775"/>
          <p14:tracePt t="126992" x="11603038" y="4930775"/>
          <p14:tracePt t="126999" x="11566525" y="4943475"/>
          <p14:tracePt t="127007" x="11515725" y="4981575"/>
          <p14:tracePt t="127015" x="11441113" y="4992688"/>
          <p14:tracePt t="127023" x="11315700" y="5030788"/>
          <p14:tracePt t="127032" x="11164888" y="5043488"/>
          <p14:tracePt t="127039" x="10977563" y="5081588"/>
          <p14:tracePt t="127047" x="10726738" y="5105400"/>
          <p14:tracePt t="127056" x="10364788" y="5143500"/>
          <p14:tracePt t="127064" x="9801225" y="5243513"/>
          <p14:tracePt t="127072" x="9237663" y="5330825"/>
          <p14:tracePt t="127080" x="8750300" y="5407025"/>
          <p14:tracePt t="127088" x="8324850" y="5468938"/>
          <p14:tracePt t="127095" x="7986713" y="5543550"/>
          <p14:tracePt t="127103" x="7797800" y="5581650"/>
          <p14:tracePt t="127111" x="7661275" y="5594350"/>
          <p14:tracePt t="127120" x="7585075" y="5619750"/>
          <p14:tracePt t="127128" x="7561263" y="5619750"/>
          <p14:tracePt t="127135" x="7548563" y="5619750"/>
          <p14:tracePt t="127151" x="7535863" y="5619750"/>
          <p14:tracePt t="127167" x="7523163" y="5619750"/>
          <p14:tracePt t="127176" x="7510463" y="5619750"/>
          <p14:tracePt t="127183" x="7485063" y="5607050"/>
          <p14:tracePt t="127191" x="7448550" y="5607050"/>
          <p14:tracePt t="127199" x="7385050" y="5594350"/>
          <p14:tracePt t="127207" x="7335838" y="5594350"/>
          <p14:tracePt t="127215" x="7285038" y="5568950"/>
          <p14:tracePt t="127224" x="7246938" y="5556250"/>
          <p14:tracePt t="127231" x="7223125" y="5543550"/>
          <p14:tracePt t="127239" x="7185025" y="5518150"/>
          <p14:tracePt t="127247" x="7172325" y="5507038"/>
          <p14:tracePt t="127255" x="7146925" y="5494338"/>
          <p14:tracePt t="127279" x="7134225" y="5481638"/>
          <p14:tracePt t="127311" x="7134225" y="5468938"/>
          <p14:tracePt t="127319" x="7134225" y="5430838"/>
          <p14:tracePt t="127327" x="7134225" y="5394325"/>
          <p14:tracePt t="127335" x="7134225" y="5356225"/>
          <p14:tracePt t="127344" x="7134225" y="5305425"/>
          <p14:tracePt t="127351" x="7134225" y="5256213"/>
          <p14:tracePt t="127360" x="7134225" y="5218113"/>
          <p14:tracePt t="127367" x="7134225" y="5194300"/>
          <p14:tracePt t="127375" x="7134225" y="5156200"/>
          <p14:tracePt t="127383" x="7134225" y="5143500"/>
          <p14:tracePt t="127391" x="7134225" y="5118100"/>
          <p14:tracePt t="127399" x="7134225" y="5105400"/>
          <p14:tracePt t="127528" x="7134225" y="5092700"/>
          <p14:tracePt t="127535" x="7172325" y="5092700"/>
          <p14:tracePt t="127544" x="7185025" y="5092700"/>
          <p14:tracePt t="127551" x="7223125" y="5105400"/>
          <p14:tracePt t="127560" x="7259638" y="5118100"/>
          <p14:tracePt t="127567" x="7323138" y="5143500"/>
          <p14:tracePt t="127575" x="7385050" y="5168900"/>
          <p14:tracePt t="127583" x="7435850" y="5181600"/>
          <p14:tracePt t="127591" x="7510463" y="5181600"/>
          <p14:tracePt t="127599" x="7561263" y="5194300"/>
          <p14:tracePt t="127607" x="7610475" y="5194300"/>
          <p14:tracePt t="127615" x="7648575" y="5194300"/>
          <p14:tracePt t="127624" x="7697788" y="5194300"/>
          <p14:tracePt t="127631" x="7735888" y="5194300"/>
          <p14:tracePt t="127640" x="7785100" y="5194300"/>
          <p14:tracePt t="127647" x="7810500" y="5194300"/>
          <p14:tracePt t="127656" x="7848600" y="5194300"/>
          <p14:tracePt t="127671" x="7861300" y="5194300"/>
          <p14:tracePt t="127712" x="7886700" y="5194300"/>
          <p14:tracePt t="127719" x="7897813" y="5194300"/>
          <p14:tracePt t="127728" x="7923213" y="5194300"/>
          <p14:tracePt t="127735" x="7974013" y="5194300"/>
          <p14:tracePt t="127744" x="8010525" y="5194300"/>
          <p14:tracePt t="127751" x="8074025" y="5194300"/>
          <p14:tracePt t="127759" x="8123238" y="5194300"/>
          <p14:tracePt t="127767" x="8199438" y="5194300"/>
          <p14:tracePt t="127775" x="8248650" y="5194300"/>
          <p14:tracePt t="127783" x="8299450" y="5194300"/>
          <p14:tracePt t="127791" x="8361363" y="5194300"/>
          <p14:tracePt t="127799" x="8399463" y="5194300"/>
          <p14:tracePt t="127808" x="8448675" y="5194300"/>
          <p14:tracePt t="127815" x="8474075" y="5194300"/>
          <p14:tracePt t="127824" x="8512175" y="5194300"/>
          <p14:tracePt t="127831" x="8537575" y="5194300"/>
          <p14:tracePt t="127848" x="8548688" y="5194300"/>
          <p14:tracePt t="127863" x="8561388" y="5181600"/>
          <p14:tracePt t="127928" x="8574088" y="5181600"/>
          <p14:tracePt t="127984" x="8586788" y="5181600"/>
          <p14:tracePt t="128015" x="8612188" y="5181600"/>
          <p14:tracePt t="128024" x="8624888" y="5181600"/>
          <p14:tracePt t="128031" x="8637588" y="5181600"/>
          <p14:tracePt t="128039" x="8661400" y="5181600"/>
          <p14:tracePt t="128047" x="8674100" y="5181600"/>
          <p14:tracePt t="128055" x="8699500" y="5181600"/>
          <p14:tracePt t="128063" x="8724900" y="5181600"/>
          <p14:tracePt t="128071" x="8737600" y="5181600"/>
          <p14:tracePt t="128080" x="8750300" y="5181600"/>
          <p14:tracePt t="128087" x="8763000" y="5181600"/>
          <p14:tracePt t="128096" x="8786813" y="5181600"/>
          <p14:tracePt t="128112" x="8799513" y="5181600"/>
          <p14:tracePt t="128128" x="8812213" y="5181600"/>
          <p14:tracePt t="128151" x="8824913" y="5181600"/>
          <p14:tracePt t="128159" x="8837613" y="5181600"/>
          <p14:tracePt t="128192" x="8850313" y="5181600"/>
          <p14:tracePt t="128303" x="8874125" y="5181600"/>
          <p14:tracePt t="128312" x="8899525" y="5181600"/>
          <p14:tracePt t="128319" x="8912225" y="5181600"/>
          <p14:tracePt t="128327" x="8924925" y="5181600"/>
          <p14:tracePt t="128335" x="8950325" y="5181600"/>
          <p14:tracePt t="128344" x="8986838" y="5181600"/>
          <p14:tracePt t="128351" x="8999538" y="5181600"/>
          <p14:tracePt t="128360" x="9024938" y="5181600"/>
          <p14:tracePt t="128367" x="9037638" y="5181600"/>
          <p14:tracePt t="128416" x="9050338" y="5181600"/>
          <p14:tracePt t="128423" x="9075738" y="5181600"/>
          <p14:tracePt t="128431" x="9099550" y="5181600"/>
          <p14:tracePt t="128439" x="9124950" y="5181600"/>
          <p14:tracePt t="128447" x="9163050" y="5181600"/>
          <p14:tracePt t="128455" x="9212263" y="5181600"/>
          <p14:tracePt t="128464" x="9250363" y="5181600"/>
          <p14:tracePt t="128471" x="9263063" y="5181600"/>
          <p14:tracePt t="128480" x="9288463" y="5181600"/>
          <p14:tracePt t="128487" x="9312275" y="5181600"/>
          <p14:tracePt t="128495" x="9324975" y="5181600"/>
          <p14:tracePt t="128511" x="9350375" y="5181600"/>
          <p14:tracePt t="128519" x="9388475" y="5181600"/>
          <p14:tracePt t="128528" x="9413875" y="5181600"/>
          <p14:tracePt t="128535" x="9437688" y="5181600"/>
          <p14:tracePt t="128543" x="9463088" y="5181600"/>
          <p14:tracePt t="128551" x="9475788" y="5181600"/>
          <p14:tracePt t="128559" x="9513888" y="5181600"/>
          <p14:tracePt t="128567" x="9525000" y="5181600"/>
          <p14:tracePt t="128639" x="9537700" y="5181600"/>
          <p14:tracePt t="128647" x="9550400" y="5181600"/>
          <p14:tracePt t="128655" x="9563100" y="5181600"/>
          <p14:tracePt t="128664" x="9588500" y="5181600"/>
          <p14:tracePt t="128671" x="9601200" y="5181600"/>
          <p14:tracePt t="128680" x="9626600" y="5181600"/>
          <p14:tracePt t="128687" x="9637713" y="5181600"/>
          <p14:tracePt t="128703" x="9663113" y="5181600"/>
          <p14:tracePt t="128719" x="9675813" y="5181600"/>
          <p14:tracePt t="128735" x="9701213" y="5181600"/>
          <p14:tracePt t="128744" x="9713913" y="5181600"/>
          <p14:tracePt t="128751" x="9739313" y="5181600"/>
          <p14:tracePt t="128767" x="9750425" y="5181600"/>
          <p14:tracePt t="128776" x="9763125" y="5181600"/>
          <p14:tracePt t="128831" x="9775825" y="5181600"/>
          <p14:tracePt t="128839" x="9788525" y="5181600"/>
          <p14:tracePt t="128848" x="9801225" y="5181600"/>
          <p14:tracePt t="128855" x="9813925" y="5181600"/>
          <p14:tracePt t="128879" x="9826625" y="5181600"/>
          <p14:tracePt t="128895" x="9839325" y="5181600"/>
          <p14:tracePt t="128903" x="9863138" y="5181600"/>
          <p14:tracePt t="128920" x="9875838" y="5181600"/>
          <p14:tracePt t="128927" x="9888538" y="5181600"/>
          <p14:tracePt t="128944" x="9926638" y="5181600"/>
          <p14:tracePt t="128951" x="9952038" y="5181600"/>
          <p14:tracePt t="128960" x="9988550" y="5181600"/>
          <p14:tracePt t="128967" x="10001250" y="5181600"/>
          <p14:tracePt t="128975" x="10013950" y="5181600"/>
          <p14:tracePt t="128983" x="10026650" y="5181600"/>
          <p14:tracePt t="129015" x="10039350" y="5181600"/>
          <p14:tracePt t="129023" x="10052050" y="5181600"/>
          <p14:tracePt t="129032" x="10064750" y="5181600"/>
          <p14:tracePt t="129048" x="10088563" y="5181600"/>
          <p14:tracePt t="129055" x="10101263" y="5181600"/>
          <p14:tracePt t="129063" x="10113963" y="5181600"/>
          <p14:tracePt t="129071" x="10139363" y="5181600"/>
          <p14:tracePt t="129079" x="10152063" y="5181600"/>
          <p14:tracePt t="129087" x="10177463" y="5181600"/>
          <p14:tracePt t="129095" x="10201275" y="5168900"/>
          <p14:tracePt t="129103" x="10213975" y="5168900"/>
          <p14:tracePt t="129111" x="10226675" y="5168900"/>
          <p14:tracePt t="129119" x="10264775" y="5156200"/>
          <p14:tracePt t="129128" x="10277475" y="5156200"/>
          <p14:tracePt t="129135" x="10301288" y="5156200"/>
          <p14:tracePt t="129160" x="10313988" y="5156200"/>
          <p14:tracePt t="129175" x="10326688" y="5156200"/>
          <p14:tracePt t="129216" x="10326688" y="5143500"/>
          <p14:tracePt t="129223" x="10339388" y="5143500"/>
          <p14:tracePt t="129232" x="10352088" y="5143500"/>
          <p14:tracePt t="129239" x="10364788" y="5143500"/>
          <p14:tracePt t="129255" x="10377488" y="5143500"/>
          <p14:tracePt t="129503" x="10390188" y="5143500"/>
          <p14:tracePt t="129648" x="10401300" y="5156200"/>
          <p14:tracePt t="129655" x="10426700" y="5156200"/>
          <p14:tracePt t="129663" x="10464800" y="5156200"/>
          <p14:tracePt t="129671" x="10502900" y="5156200"/>
          <p14:tracePt t="129680" x="10539413" y="5156200"/>
          <p14:tracePt t="129687" x="10577513" y="5156200"/>
          <p14:tracePt t="129696" x="10614025" y="5181600"/>
          <p14:tracePt t="129703" x="10626725" y="5181600"/>
          <p14:tracePt t="129712" x="10639425" y="5181600"/>
          <p14:tracePt t="129719" x="10664825" y="5181600"/>
          <p14:tracePt t="129728" x="10677525" y="5181600"/>
          <p14:tracePt t="129735" x="10690225" y="5181600"/>
          <p14:tracePt t="129743" x="10702925" y="5181600"/>
          <p14:tracePt t="129775" x="10726738" y="5181600"/>
          <p14:tracePt t="129791" x="10739438" y="5181600"/>
          <p14:tracePt t="129800" x="10764838" y="5181600"/>
          <p14:tracePt t="129807" x="10777538" y="5181600"/>
          <p14:tracePt t="129896" x="10802938" y="5181600"/>
          <p14:tracePt t="129903" x="10815638" y="5181600"/>
          <p14:tracePt t="129912" x="10839450" y="5181600"/>
          <p14:tracePt t="129930" x="10902950" y="5181600"/>
          <p14:tracePt t="129935" x="10915650" y="5181600"/>
          <p14:tracePt t="129968" x="10928350" y="5181600"/>
          <p14:tracePt t="129975" x="10939463" y="5181600"/>
          <p14:tracePt t="129984" x="10964863" y="5181600"/>
          <p14:tracePt t="129991" x="10990263" y="5181600"/>
          <p14:tracePt t="129999" x="11015663" y="5181600"/>
          <p14:tracePt t="130007" x="11041063" y="5168900"/>
          <p14:tracePt t="130015" x="11077575" y="5156200"/>
          <p14:tracePt t="130023" x="11090275" y="5143500"/>
          <p14:tracePt t="130032" x="11115675" y="5143500"/>
          <p14:tracePt t="130112" x="11141075" y="5143500"/>
          <p14:tracePt t="130119" x="11164888" y="5143500"/>
          <p14:tracePt t="130127" x="11190288" y="5143500"/>
          <p14:tracePt t="130135" x="11215688" y="5143500"/>
          <p14:tracePt t="130143" x="11241088" y="5143500"/>
          <p14:tracePt t="130152" x="11277600" y="5143500"/>
          <p14:tracePt t="130159" x="11290300" y="5143500"/>
          <p14:tracePt t="130168" x="11328400" y="5143500"/>
          <p14:tracePt t="130175" x="11366500" y="5143500"/>
          <p14:tracePt t="130183" x="11377613" y="5143500"/>
          <p14:tracePt t="130191" x="11415713" y="5143500"/>
          <p14:tracePt t="130199" x="11428413" y="5130800"/>
          <p14:tracePt t="130207" x="11453813" y="5130800"/>
          <p14:tracePt t="130215" x="11466513" y="5130800"/>
          <p14:tracePt t="130223" x="11503025" y="5118100"/>
          <p14:tracePt t="130239" x="11515725" y="5118100"/>
          <p14:tracePt t="130247" x="11553825" y="5118100"/>
          <p14:tracePt t="130255" x="11591925" y="5118100"/>
          <p14:tracePt t="130264" x="11628438" y="5118100"/>
          <p14:tracePt t="130271" x="11691938" y="5118100"/>
          <p14:tracePt t="130281" x="11753850" y="5118100"/>
          <p14:tracePt t="130287" x="11815763" y="5118100"/>
          <p14:tracePt t="130295" x="11853863" y="5118100"/>
          <p14:tracePt t="130303" x="11866563" y="5118100"/>
          <p14:tracePt t="130311" x="11879263" y="5118100"/>
          <p14:tracePt t="130408" x="11891963" y="5105400"/>
          <p14:tracePt t="131007" x="11891963" y="5143500"/>
          <p14:tracePt t="131015" x="11866563" y="5156200"/>
          <p14:tracePt t="131023" x="11828463" y="5194300"/>
          <p14:tracePt t="131032" x="11791950" y="5230813"/>
          <p14:tracePt t="131039" x="11715750" y="5281613"/>
          <p14:tracePt t="131047" x="11603038" y="5330825"/>
          <p14:tracePt t="131056" x="11479213" y="5407025"/>
          <p14:tracePt t="131063" x="11341100" y="5456238"/>
          <p14:tracePt t="131071" x="11164888" y="5518150"/>
          <p14:tracePt t="131079" x="10939463" y="5568950"/>
          <p14:tracePt t="131088" x="10802938" y="5594350"/>
          <p14:tracePt t="131095" x="10690225" y="5607050"/>
          <p14:tracePt t="131104" x="10602913" y="5607050"/>
          <p14:tracePt t="131111" x="10464800" y="5607050"/>
          <p14:tracePt t="131120" x="10288588" y="5607050"/>
          <p14:tracePt t="131127" x="10139363" y="5607050"/>
          <p14:tracePt t="131135" x="9988550" y="5607050"/>
          <p14:tracePt t="131143" x="9826625" y="5607050"/>
          <p14:tracePt t="131151" x="9650413" y="5607050"/>
          <p14:tracePt t="131159" x="9475788" y="5607050"/>
          <p14:tracePt t="131167" x="9324975" y="5607050"/>
          <p14:tracePt t="131175" x="9188450" y="5607050"/>
          <p14:tracePt t="131183" x="9037638" y="5607050"/>
          <p14:tracePt t="131191" x="8912225" y="5607050"/>
          <p14:tracePt t="131200" x="8763000" y="5607050"/>
          <p14:tracePt t="131207" x="8624888" y="5607050"/>
          <p14:tracePt t="131216" x="8499475" y="5607050"/>
          <p14:tracePt t="131223" x="8324850" y="5607050"/>
          <p14:tracePt t="131231" x="8174038" y="5607050"/>
          <p14:tracePt t="131239" x="8061325" y="5607050"/>
          <p14:tracePt t="131247" x="7961313" y="5607050"/>
          <p14:tracePt t="131255" x="7910513" y="5607050"/>
          <p14:tracePt t="131263" x="7874000" y="5607050"/>
          <p14:tracePt t="131271" x="7848600" y="5607050"/>
          <p14:tracePt t="131279" x="7810500" y="5594350"/>
          <p14:tracePt t="131288" x="7785100" y="5581650"/>
          <p14:tracePt t="131295" x="7761288" y="5556250"/>
          <p14:tracePt t="131304" x="7735888" y="5530850"/>
          <p14:tracePt t="131311" x="7710488" y="5518150"/>
          <p14:tracePt t="131319" x="7673975" y="5494338"/>
          <p14:tracePt t="131327" x="7648575" y="5481638"/>
          <p14:tracePt t="131335" x="7623175" y="5468938"/>
          <p14:tracePt t="131343" x="7597775" y="5456238"/>
          <p14:tracePt t="131352" x="7585075" y="5456238"/>
          <p14:tracePt t="131359" x="7561263" y="5456238"/>
          <p14:tracePt t="131367" x="7548563" y="5456238"/>
          <p14:tracePt t="131376" x="7523163" y="5456238"/>
          <p14:tracePt t="131384" x="7510463" y="5456238"/>
          <p14:tracePt t="131401" x="7485063" y="5456238"/>
          <p14:tracePt t="131407" x="7459663" y="5456238"/>
          <p14:tracePt t="131415" x="7435850" y="5456238"/>
          <p14:tracePt t="131424" x="7423150" y="5456238"/>
          <p14:tracePt t="131431" x="7410450" y="5456238"/>
          <p14:tracePt t="131439" x="7385050" y="5456238"/>
          <p14:tracePt t="131496" x="7372350" y="5456238"/>
          <p14:tracePt t="131552" x="7359650" y="5443538"/>
          <p14:tracePt t="131623" x="7359650" y="5430838"/>
          <p14:tracePt t="131744" x="7385050" y="5430838"/>
          <p14:tracePt t="131752" x="7423150" y="5430838"/>
          <p14:tracePt t="131759" x="7448550" y="5430838"/>
          <p14:tracePt t="131768" x="7497763" y="5430838"/>
          <p14:tracePt t="131775" x="7585075" y="5430838"/>
          <p14:tracePt t="131783" x="7673975" y="5430838"/>
          <p14:tracePt t="131791" x="7773988" y="5430838"/>
          <p14:tracePt t="131799" x="7874000" y="5430838"/>
          <p14:tracePt t="131808" x="7974013" y="5430838"/>
          <p14:tracePt t="131815" x="8023225" y="5430838"/>
          <p14:tracePt t="131823" x="8048625" y="5430838"/>
          <p14:tracePt t="131831" x="8061325" y="5430838"/>
          <p14:tracePt t="131840" x="8074025" y="5430838"/>
          <p14:tracePt t="131919" x="8099425" y="5430838"/>
          <p14:tracePt t="131936" x="8110538" y="5430838"/>
          <p14:tracePt t="131943" x="8123238" y="5430838"/>
          <p14:tracePt t="131968" x="8135938" y="5443538"/>
          <p14:tracePt t="132007" x="8148638" y="5443538"/>
          <p14:tracePt t="132031" x="8174038" y="5443538"/>
          <p14:tracePt t="132047" x="8186738" y="5443538"/>
          <p14:tracePt t="132056" x="8223250" y="5443538"/>
          <p14:tracePt t="132063" x="8235950" y="5456238"/>
          <p14:tracePt t="132071" x="8274050" y="5456238"/>
          <p14:tracePt t="132079" x="8299450" y="5456238"/>
          <p14:tracePt t="132087" x="8312150" y="5456238"/>
          <p14:tracePt t="132095" x="8324850" y="5456238"/>
          <p14:tracePt t="132103" x="8348663" y="5456238"/>
          <p14:tracePt t="132119" x="8361363" y="5456238"/>
          <p14:tracePt t="132136" x="8374063" y="5456238"/>
          <p14:tracePt t="132143" x="8386763" y="5456238"/>
          <p14:tracePt t="132167" x="8412163" y="5456238"/>
          <p14:tracePt t="132183" x="8424863" y="5456238"/>
          <p14:tracePt t="132256" x="8448675" y="5456238"/>
          <p14:tracePt t="132263" x="8474075" y="5468938"/>
          <p14:tracePt t="132271" x="8499475" y="5481638"/>
          <p14:tracePt t="132279" x="8512175" y="5481638"/>
          <p14:tracePt t="132287" x="8524875" y="5481638"/>
          <p14:tracePt t="132295" x="8548688" y="5481638"/>
          <p14:tracePt t="132359" x="8561388" y="5481638"/>
          <p14:tracePt t="132367" x="8586788" y="5481638"/>
          <p14:tracePt t="132383" x="8599488" y="5481638"/>
          <p14:tracePt t="132391" x="8612188" y="5481638"/>
          <p14:tracePt t="132408" x="8624888" y="5481638"/>
          <p14:tracePt t="132623" x="8637588" y="5481638"/>
          <p14:tracePt t="132703" x="8650288" y="5481638"/>
          <p14:tracePt t="132768" x="8661400" y="5481638"/>
          <p14:tracePt t="132863" x="8674100" y="5481638"/>
          <p14:tracePt t="132871" x="8699500" y="5481638"/>
          <p14:tracePt t="132879" x="8737600" y="5481638"/>
          <p14:tracePt t="132887" x="8786813" y="5481638"/>
          <p14:tracePt t="132895" x="8824913" y="5481638"/>
          <p14:tracePt t="132905" x="8850313" y="5481638"/>
          <p14:tracePt t="132911" x="8886825" y="5481638"/>
          <p14:tracePt t="132919" x="8924925" y="5481638"/>
          <p14:tracePt t="132967" x="8937625" y="5481638"/>
          <p14:tracePt t="132976" x="8950325" y="5481638"/>
          <p14:tracePt t="132991" x="8975725" y="5468938"/>
          <p14:tracePt t="132999" x="8986838" y="5468938"/>
          <p14:tracePt t="133007" x="9012238" y="5456238"/>
          <p14:tracePt t="133023" x="9037638" y="5456238"/>
          <p14:tracePt t="133031" x="9050338" y="5456238"/>
          <p14:tracePt t="133112" x="9075738" y="5443538"/>
          <p14:tracePt t="133136" x="9088438" y="5443538"/>
          <p14:tracePt t="133248" x="9112250" y="5443538"/>
          <p14:tracePt t="133255" x="9124950" y="5443538"/>
          <p14:tracePt t="133295" x="9188450" y="5443538"/>
          <p14:tracePt t="133303" x="9237663" y="5443538"/>
          <p14:tracePt t="133311" x="9324975" y="5443538"/>
          <p14:tracePt t="133319" x="9375775" y="5443538"/>
          <p14:tracePt t="133327" x="9413875" y="5443538"/>
          <p14:tracePt t="133335" x="9450388" y="5430838"/>
          <p14:tracePt t="133344" x="9463088" y="5430838"/>
          <p14:tracePt t="133351" x="9475788" y="5430838"/>
          <p14:tracePt t="133360" x="9488488" y="5418138"/>
          <p14:tracePt t="133367" x="9513888" y="5418138"/>
          <p14:tracePt t="133375" x="9525000" y="5418138"/>
          <p14:tracePt t="133383" x="9563100" y="5418138"/>
          <p14:tracePt t="133399" x="9575800" y="5407025"/>
          <p14:tracePt t="133431" x="9588500" y="5407025"/>
          <p14:tracePt t="133544" x="9601200" y="5407025"/>
          <p14:tracePt t="133551" x="9613900" y="5407025"/>
          <p14:tracePt t="133559" x="9626600" y="5407025"/>
          <p14:tracePt t="133567" x="9637713" y="5407025"/>
          <p14:tracePt t="133575" x="9663113" y="5407025"/>
          <p14:tracePt t="133583" x="9688513" y="5407025"/>
          <p14:tracePt t="133591" x="9726613" y="5407025"/>
          <p14:tracePt t="133599" x="9763125" y="5407025"/>
          <p14:tracePt t="133607" x="9813925" y="5407025"/>
          <p14:tracePt t="133615" x="9875838" y="5418138"/>
          <p14:tracePt t="133624" x="9939338" y="5418138"/>
          <p14:tracePt t="133631" x="9988550" y="5418138"/>
          <p14:tracePt t="133640" x="10039350" y="5418138"/>
          <p14:tracePt t="133647" x="10075863" y="5418138"/>
          <p14:tracePt t="133728" x="10088563" y="5418138"/>
          <p14:tracePt t="133863" x="10101263" y="5418138"/>
          <p14:tracePt t="133871" x="10113963" y="5418138"/>
          <p14:tracePt t="133879" x="10139363" y="5418138"/>
          <p14:tracePt t="133887" x="10177463" y="5418138"/>
          <p14:tracePt t="133896" x="10213975" y="5418138"/>
          <p14:tracePt t="133903" x="10252075" y="5418138"/>
          <p14:tracePt t="133912" x="10277475" y="5418138"/>
          <p14:tracePt t="133919" x="10313988" y="5418138"/>
          <p14:tracePt t="133928" x="10364788" y="5418138"/>
          <p14:tracePt t="133941" x="10401300" y="5418138"/>
          <p14:tracePt t="133943" x="10414000" y="5418138"/>
          <p14:tracePt t="133951" x="10439400" y="5418138"/>
          <p14:tracePt t="133959" x="10452100" y="5418138"/>
          <p14:tracePt t="133991" x="10477500" y="5418138"/>
          <p14:tracePt t="133999" x="10502900" y="5418138"/>
          <p14:tracePt t="134008" x="10526713" y="5418138"/>
          <p14:tracePt t="134015" x="10552113" y="5418138"/>
          <p14:tracePt t="134024" x="10577513" y="5418138"/>
          <p14:tracePt t="134359" x="10590213" y="5418138"/>
          <p14:tracePt t="134423" x="10602913" y="5418138"/>
          <p14:tracePt t="134432" x="10614025" y="5418138"/>
          <p14:tracePt t="134447" x="10626725" y="5418138"/>
          <p14:tracePt t="134464" x="10626725" y="5430838"/>
          <p14:tracePt t="134503" x="10639425" y="5443538"/>
          <p14:tracePt t="134512" x="10652125" y="5443538"/>
          <p14:tracePt t="134519" x="10677525" y="5443538"/>
          <p14:tracePt t="134527" x="10726738" y="5481638"/>
          <p14:tracePt t="134535" x="10752138" y="5481638"/>
          <p14:tracePt t="134543" x="10802938" y="5494338"/>
          <p14:tracePt t="134551" x="10815638" y="5494338"/>
          <p14:tracePt t="134559" x="10839450" y="5494338"/>
          <p14:tracePt t="134576" x="10852150" y="5494338"/>
          <p14:tracePt t="134735" x="10877550" y="5494338"/>
          <p14:tracePt t="134744" x="10915650" y="5494338"/>
          <p14:tracePt t="134751" x="10928350" y="5494338"/>
          <p14:tracePt t="134807" x="10939463" y="5494338"/>
          <p14:tracePt t="134815" x="10952163" y="5494338"/>
          <p14:tracePt t="134823" x="10964863" y="5494338"/>
          <p14:tracePt t="134832" x="11002963" y="5494338"/>
          <p14:tracePt t="134839" x="11041063" y="5494338"/>
          <p14:tracePt t="134848" x="11064875" y="5494338"/>
          <p14:tracePt t="134855" x="11102975" y="5494338"/>
          <p14:tracePt t="134872" x="11128375" y="5494338"/>
          <p14:tracePt t="134879" x="11141075" y="5494338"/>
          <p14:tracePt t="134887" x="11164888" y="5494338"/>
          <p14:tracePt t="134895" x="11190288" y="5494338"/>
          <p14:tracePt t="134903" x="11277600" y="5494338"/>
          <p14:tracePt t="134911" x="11341100" y="5494338"/>
          <p14:tracePt t="134919" x="11403013" y="5494338"/>
          <p14:tracePt t="134927" x="11479213" y="5494338"/>
          <p14:tracePt t="134944" x="11528425" y="5494338"/>
          <p14:tracePt t="134951" x="11541125" y="5494338"/>
          <p14:tracePt t="134960" x="11553825" y="5494338"/>
          <p14:tracePt t="134967" x="11566525" y="5481638"/>
          <p14:tracePt t="134975" x="11579225" y="5481638"/>
          <p14:tracePt t="135096" x="11591925" y="5481638"/>
          <p14:tracePt t="135103" x="11603038" y="5481638"/>
          <p14:tracePt t="135144" x="11603038" y="5468938"/>
          <p14:tracePt t="135175" x="11615738" y="5468938"/>
          <p14:tracePt t="135199" x="11628438" y="5468938"/>
          <p14:tracePt t="135248" x="11641138" y="5468938"/>
          <p14:tracePt t="135263" x="11641138" y="5456238"/>
          <p14:tracePt t="135391" x="11653838" y="5443538"/>
          <p14:tracePt t="135743" x="11628438" y="5443538"/>
          <p14:tracePt t="135751" x="11566525" y="5456238"/>
          <p14:tracePt t="135759" x="11479213" y="5518150"/>
          <p14:tracePt t="135767" x="11353800" y="5568950"/>
          <p14:tracePt t="135775" x="11241088" y="5594350"/>
          <p14:tracePt t="135784" x="11102975" y="5668963"/>
          <p14:tracePt t="135791" x="10852150" y="5743575"/>
          <p14:tracePt t="135800" x="10526713" y="5807075"/>
          <p14:tracePt t="135807" x="10326688" y="5832475"/>
          <p14:tracePt t="135815" x="10177463" y="5843588"/>
          <p14:tracePt t="135823" x="10064750" y="5868988"/>
          <p14:tracePt t="135831" x="9988550" y="5868988"/>
          <p14:tracePt t="135839" x="9926638" y="5868988"/>
          <p14:tracePt t="135847" x="9839325" y="5868988"/>
          <p14:tracePt t="135855" x="9739313" y="5868988"/>
          <p14:tracePt t="135863" x="9637713" y="5843588"/>
          <p14:tracePt t="135871" x="9550400" y="5843588"/>
          <p14:tracePt t="135880" x="9413875" y="5819775"/>
          <p14:tracePt t="135887" x="9301163" y="5819775"/>
          <p14:tracePt t="135896" x="9163050" y="5819775"/>
          <p14:tracePt t="135903" x="9012238" y="5819775"/>
          <p14:tracePt t="135911" x="8786813" y="5819775"/>
          <p14:tracePt t="135930" x="8212138" y="5819775"/>
          <p14:tracePt t="135935" x="8123238" y="5819775"/>
          <p14:tracePt t="135943" x="8086725" y="5819775"/>
          <p14:tracePt t="135951" x="8061325" y="5819775"/>
          <p14:tracePt t="135959" x="8048625" y="5819775"/>
          <p14:tracePt t="135968" x="8035925" y="5819775"/>
          <p14:tracePt t="135975" x="8010525" y="5807075"/>
          <p14:tracePt t="135984" x="7986713" y="5807075"/>
          <p14:tracePt t="135991" x="7974013" y="5807075"/>
          <p14:tracePt t="136000" x="7923213" y="5807075"/>
          <p14:tracePt t="136007" x="7835900" y="5794375"/>
          <p14:tracePt t="136015" x="7735888" y="5794375"/>
          <p14:tracePt t="136023" x="7635875" y="5794375"/>
          <p14:tracePt t="136032" x="7548563" y="5794375"/>
          <p14:tracePt t="136039" x="7535863" y="5794375"/>
          <p14:tracePt t="136064" x="7510463" y="5768975"/>
          <p14:tracePt t="136080" x="7497763" y="5756275"/>
          <p14:tracePt t="136119" x="7485063" y="5756275"/>
          <p14:tracePt t="136127" x="7472363" y="5756275"/>
          <p14:tracePt t="136287" x="7485063" y="5732463"/>
          <p14:tracePt t="136295" x="7510463" y="5732463"/>
          <p14:tracePt t="136303" x="7548563" y="5732463"/>
          <p14:tracePt t="136311" x="7585075" y="5732463"/>
          <p14:tracePt t="136319" x="7635875" y="5732463"/>
          <p14:tracePt t="136327" x="7697788" y="5732463"/>
          <p14:tracePt t="136336" x="7773988" y="5732463"/>
          <p14:tracePt t="136343" x="7823200" y="5732463"/>
          <p14:tracePt t="136352" x="7886700" y="5732463"/>
          <p14:tracePt t="136359" x="7986713" y="5732463"/>
          <p14:tracePt t="136367" x="8135938" y="5732463"/>
          <p14:tracePt t="136375" x="8261350" y="5732463"/>
          <p14:tracePt t="136383" x="8335963" y="5732463"/>
          <p14:tracePt t="136391" x="8424863" y="5732463"/>
          <p14:tracePt t="136400" x="8448675" y="5732463"/>
          <p14:tracePt t="136407" x="8474075" y="5732463"/>
          <p14:tracePt t="136599" x="8486775" y="5732463"/>
          <p14:tracePt t="136607" x="8537575" y="5732463"/>
          <p14:tracePt t="136615" x="8561388" y="5732463"/>
          <p14:tracePt t="136623" x="8586788" y="5732463"/>
          <p14:tracePt t="136632" x="8624888" y="5732463"/>
          <p14:tracePt t="136639" x="8661400" y="5732463"/>
          <p14:tracePt t="136648" x="8712200" y="5732463"/>
          <p14:tracePt t="136655" x="8750300" y="5732463"/>
          <p14:tracePt t="136663" x="8774113" y="5732463"/>
          <p14:tracePt t="136671" x="8799513" y="5732463"/>
          <p14:tracePt t="136679" x="8812213" y="5732463"/>
          <p14:tracePt t="136687" x="8837613" y="5732463"/>
          <p14:tracePt t="136695" x="8863013" y="5732463"/>
          <p14:tracePt t="136711" x="8886825" y="5732463"/>
          <p14:tracePt t="136823" x="8912225" y="5732463"/>
          <p14:tracePt t="136832" x="8924925" y="5732463"/>
          <p14:tracePt t="136847" x="8950325" y="5732463"/>
          <p14:tracePt t="136855" x="8986838" y="5732463"/>
          <p14:tracePt t="136863" x="9024938" y="5732463"/>
          <p14:tracePt t="136871" x="9099550" y="5732463"/>
          <p14:tracePt t="136879" x="9199563" y="5732463"/>
          <p14:tracePt t="136887" x="9324975" y="5732463"/>
          <p14:tracePt t="136895" x="9450388" y="5732463"/>
          <p14:tracePt t="136904" x="9537700" y="5719763"/>
          <p14:tracePt t="136911" x="9613900" y="5707063"/>
          <p14:tracePt t="136920" x="9663113" y="5681663"/>
          <p14:tracePt t="137008" x="9675813" y="5681663"/>
          <p14:tracePt t="137079" x="9675813" y="5668963"/>
          <p14:tracePt t="138695" x="9688513" y="5668963"/>
          <p14:tracePt t="138727" x="9688513" y="5656263"/>
          <p14:tracePt t="139400" x="9701213" y="5643563"/>
          <p14:tracePt t="139992" x="9675813" y="5619750"/>
          <p14:tracePt t="139999" x="9575800" y="5507038"/>
          <p14:tracePt t="140007" x="9501188" y="5381625"/>
          <p14:tracePt t="140015" x="9337675" y="5181600"/>
          <p14:tracePt t="140024" x="9163050" y="4918075"/>
          <p14:tracePt t="140031" x="9050338" y="4630738"/>
          <p14:tracePt t="140039" x="8963025" y="4192588"/>
          <p14:tracePt t="140047" x="8912225" y="3967163"/>
          <p14:tracePt t="140055" x="8874125" y="3703638"/>
          <p14:tracePt t="140063" x="8812213" y="3503613"/>
          <p14:tracePt t="140071" x="8799513" y="3328988"/>
          <p14:tracePt t="140080" x="8799513" y="3203575"/>
          <p14:tracePt t="140087" x="8799513" y="3065463"/>
          <p14:tracePt t="140096" x="8799513" y="2952750"/>
          <p14:tracePt t="140103" x="8786813" y="2865438"/>
          <p14:tracePt t="140111" x="8763000" y="2778125"/>
          <p14:tracePt t="140119" x="8763000" y="2752725"/>
          <p14:tracePt t="140127" x="8750300" y="2728913"/>
          <p14:tracePt t="140135" x="8737600" y="2716213"/>
          <p14:tracePt t="140143" x="8712200" y="2716213"/>
          <p14:tracePt t="140151" x="8650288" y="2716213"/>
          <p14:tracePt t="140159" x="8524875" y="2716213"/>
          <p14:tracePt t="140167" x="8348663" y="2716213"/>
          <p14:tracePt t="140175" x="8110538" y="2765425"/>
          <p14:tracePt t="140183" x="7823200" y="2903538"/>
          <p14:tracePt t="140192" x="7648575" y="3016250"/>
          <p14:tracePt t="140199" x="7435850" y="3165475"/>
          <p14:tracePt t="140208" x="7310438" y="3267075"/>
          <p14:tracePt t="140215" x="7159625" y="3416300"/>
          <p14:tracePt t="140223" x="7072313" y="3554413"/>
          <p14:tracePt t="140231" x="7059613" y="3667125"/>
          <p14:tracePt t="140239" x="7034213" y="3792538"/>
          <p14:tracePt t="140247" x="7034213" y="3879850"/>
          <p14:tracePt t="140255" x="7046913" y="3954463"/>
          <p14:tracePt t="140263" x="7110413" y="4017963"/>
          <p14:tracePt t="140271" x="7134225" y="4041775"/>
          <p14:tracePt t="140280" x="7197725" y="4067175"/>
          <p14:tracePt t="140287" x="7210425" y="4079875"/>
          <p14:tracePt t="140295" x="7246938" y="4079875"/>
          <p14:tracePt t="140303" x="7285038" y="4079875"/>
          <p14:tracePt t="140311" x="7323138" y="4079875"/>
          <p14:tracePt t="140319" x="7372350" y="4079875"/>
          <p14:tracePt t="140327" x="7423150" y="4041775"/>
          <p14:tracePt t="140335" x="7485063" y="3992563"/>
          <p14:tracePt t="140343" x="7548563" y="3929063"/>
          <p14:tracePt t="140351" x="7610475" y="3867150"/>
          <p14:tracePt t="140359" x="7635875" y="3792538"/>
          <p14:tracePt t="140367" x="7673975" y="3716338"/>
          <p14:tracePt t="140376" x="7685088" y="3692525"/>
          <p14:tracePt t="140383" x="7697788" y="3667125"/>
          <p14:tracePt t="140392" x="7697788" y="3641725"/>
          <p14:tracePt t="140399" x="7697788" y="3629025"/>
          <p14:tracePt t="140431" x="7697788" y="3603625"/>
          <p14:tracePt t="140496" x="7697788" y="3616325"/>
          <p14:tracePt t="140503" x="7697788" y="3629025"/>
          <p14:tracePt t="140511" x="7697788" y="3641725"/>
          <p14:tracePt t="140527" x="7661275" y="3667125"/>
          <p14:tracePt t="140535" x="7597775" y="3679825"/>
          <p14:tracePt t="140544" x="7497763" y="3729038"/>
          <p14:tracePt t="140551" x="7372350" y="3829050"/>
          <p14:tracePt t="140783" x="7359650" y="3829050"/>
          <p14:tracePt t="140791" x="7310438" y="3829050"/>
          <p14:tracePt t="140807" x="7310438" y="3816350"/>
          <p14:tracePt t="140823" x="7323138" y="3779838"/>
          <p14:tracePt t="140831" x="7323138" y="3741738"/>
          <p14:tracePt t="140839" x="7323138" y="3729038"/>
          <p14:tracePt t="140848" x="7323138" y="3692525"/>
          <p14:tracePt t="140855" x="7348538" y="3616325"/>
          <p14:tracePt t="140864" x="7359650" y="3554413"/>
          <p14:tracePt t="140871" x="7397750" y="3441700"/>
          <p14:tracePt t="140879" x="7459663" y="3328988"/>
          <p14:tracePt t="140887" x="7510463" y="3203575"/>
          <p14:tracePt t="140895" x="7597775" y="3065463"/>
          <p14:tracePt t="140903" x="7661275" y="2903538"/>
          <p14:tracePt t="140912" x="7710488" y="2752725"/>
          <p14:tracePt t="140919" x="7761288" y="2603500"/>
          <p14:tracePt t="140927" x="7761288" y="2490788"/>
          <p14:tracePt t="140945" x="7761288" y="2290763"/>
          <p14:tracePt t="140951" x="7761288" y="2227263"/>
          <p14:tracePt t="140960" x="7761288" y="2190750"/>
          <p14:tracePt t="140967" x="7761288" y="2139950"/>
          <p14:tracePt t="140975" x="7761288" y="2101850"/>
          <p14:tracePt t="140983" x="7761288" y="2089150"/>
          <p14:tracePt t="140991" x="7773988" y="2078038"/>
          <p14:tracePt t="140999" x="7773988" y="2065338"/>
          <p14:tracePt t="141023" x="7785100" y="2065338"/>
          <p14:tracePt t="141039" x="7785100" y="2078038"/>
          <p14:tracePt t="141048" x="7785100" y="2089150"/>
          <p14:tracePt t="141055" x="7785100" y="2127250"/>
          <p14:tracePt t="141063" x="7773988" y="2152650"/>
          <p14:tracePt t="141071" x="7735888" y="2178050"/>
          <p14:tracePt t="141079" x="7723188" y="2239963"/>
          <p14:tracePt t="141087" x="7697788" y="2252663"/>
          <p14:tracePt t="141096" x="7685088" y="2265363"/>
          <p14:tracePt t="141103" x="7685088" y="2290763"/>
          <p14:tracePt t="141111" x="7673975" y="2290763"/>
          <p14:tracePt t="141119" x="7661275" y="2314575"/>
          <p14:tracePt t="141128" x="7648575" y="2327275"/>
          <p14:tracePt t="141135" x="7648575" y="2339975"/>
          <p14:tracePt t="141144" x="7610475" y="2365375"/>
          <p14:tracePt t="141151" x="7597775" y="2365375"/>
          <p14:tracePt t="141159" x="7572375" y="2378075"/>
          <p14:tracePt t="141167" x="7548563" y="2390775"/>
          <p14:tracePt t="141191" x="7535863" y="2390775"/>
          <p14:tracePt t="141199" x="7523163" y="2390775"/>
          <p14:tracePt t="141207" x="7510463" y="2390775"/>
          <p14:tracePt t="141216" x="7497763" y="2390775"/>
          <p14:tracePt t="141223" x="7485063" y="2390775"/>
          <p14:tracePt t="141327" x="7485063" y="2403475"/>
          <p14:tracePt t="141335" x="7497763" y="2403475"/>
          <p14:tracePt t="141343" x="7535863" y="2414588"/>
          <p14:tracePt t="141351" x="7610475" y="2427288"/>
          <p14:tracePt t="141359" x="7748588" y="2465388"/>
          <p14:tracePt t="141367" x="7961313" y="2527300"/>
          <p14:tracePt t="141375" x="8186738" y="2552700"/>
          <p14:tracePt t="141383" x="8435975" y="2565400"/>
          <p14:tracePt t="141391" x="8612188" y="2578100"/>
          <p14:tracePt t="141400" x="8812213" y="2578100"/>
          <p14:tracePt t="141407" x="8986838" y="2578100"/>
          <p14:tracePt t="141416" x="9088438" y="2578100"/>
          <p14:tracePt t="141423" x="9124950" y="2578100"/>
          <p14:tracePt t="141464" x="9137650" y="2590800"/>
          <p14:tracePt t="141535" x="9137650" y="2603500"/>
          <p14:tracePt t="141559" x="9124950" y="2603500"/>
          <p14:tracePt t="141567" x="9112250" y="2603500"/>
          <p14:tracePt t="141575" x="9075738" y="2603500"/>
          <p14:tracePt t="141584" x="9024938" y="2603500"/>
          <p14:tracePt t="141591" x="8937625" y="2590800"/>
          <p14:tracePt t="141600" x="8863013" y="2565400"/>
          <p14:tracePt t="141607" x="8763000" y="2516188"/>
          <p14:tracePt t="141615" x="8674100" y="2490788"/>
          <p14:tracePt t="141623" x="8574088" y="2452688"/>
          <p14:tracePt t="141631" x="8524875" y="2427288"/>
          <p14:tracePt t="141639" x="8461375" y="2414588"/>
          <p14:tracePt t="141647" x="8435975" y="2403475"/>
          <p14:tracePt t="141752" x="8424863" y="2403475"/>
          <p14:tracePt t="141792" x="8412163" y="2403475"/>
          <p14:tracePt t="141823" x="8412163" y="2427288"/>
          <p14:tracePt t="141871" x="8412163" y="2439988"/>
          <p14:tracePt t="141879" x="8424863" y="2452688"/>
          <p14:tracePt t="141896" x="8424863" y="2465388"/>
          <p14:tracePt t="141903" x="8424863" y="2478088"/>
          <p14:tracePt t="141911" x="8435975" y="2478088"/>
          <p14:tracePt t="141919" x="8448675" y="2478088"/>
          <p14:tracePt t="141930" x="8474075" y="2490788"/>
          <p14:tracePt t="141935" x="8537575" y="2516188"/>
          <p14:tracePt t="141943" x="8586788" y="2527300"/>
          <p14:tracePt t="141951" x="8699500" y="2540000"/>
          <p14:tracePt t="141959" x="8824913" y="2552700"/>
          <p14:tracePt t="141968" x="8937625" y="2578100"/>
          <p14:tracePt t="141975" x="9088438" y="2578100"/>
          <p14:tracePt t="141983" x="9237663" y="2578100"/>
          <p14:tracePt t="141991" x="9375775" y="2578100"/>
          <p14:tracePt t="141999" x="9501188" y="2578100"/>
          <p14:tracePt t="142007" x="9626600" y="2552700"/>
          <p14:tracePt t="142015" x="9739313" y="2516188"/>
          <p14:tracePt t="142023" x="9826625" y="2490788"/>
          <p14:tracePt t="142031" x="9888538" y="2452688"/>
          <p14:tracePt t="142039" x="9939338" y="2403475"/>
          <p14:tracePt t="142047" x="9952038" y="2390775"/>
          <p14:tracePt t="142055" x="9963150" y="2378075"/>
          <p14:tracePt t="142080" x="9963150" y="2365375"/>
          <p14:tracePt t="142119" x="9975850" y="2352675"/>
          <p14:tracePt t="142135" x="9988550" y="2352675"/>
          <p14:tracePt t="142143" x="10013950" y="2352675"/>
          <p14:tracePt t="142159" x="10026650" y="2352675"/>
          <p14:tracePt t="142168" x="10052050" y="2352675"/>
          <p14:tracePt t="142175" x="10075863" y="2365375"/>
          <p14:tracePt t="142183" x="10126663" y="2378075"/>
          <p14:tracePt t="142191" x="10177463" y="2414588"/>
          <p14:tracePt t="142199" x="10252075" y="2439988"/>
          <p14:tracePt t="142207" x="10339388" y="2465388"/>
          <p14:tracePt t="142216" x="10414000" y="2478088"/>
          <p14:tracePt t="142223" x="10477500" y="2490788"/>
          <p14:tracePt t="142231" x="10552113" y="2490788"/>
          <p14:tracePt t="142239" x="10602913" y="2490788"/>
          <p14:tracePt t="142247" x="10652125" y="2490788"/>
          <p14:tracePt t="142255" x="10690225" y="2490788"/>
          <p14:tracePt t="142264" x="10726738" y="2490788"/>
          <p14:tracePt t="142271" x="10764838" y="2490788"/>
          <p14:tracePt t="142280" x="10790238" y="2490788"/>
          <p14:tracePt t="142287" x="10839450" y="2490788"/>
          <p14:tracePt t="142295" x="10877550" y="2490788"/>
          <p14:tracePt t="142303" x="10902950" y="2490788"/>
          <p14:tracePt t="142311" x="10928350" y="2490788"/>
          <p14:tracePt t="142319" x="10964863" y="2490788"/>
          <p14:tracePt t="142327" x="10990263" y="2490788"/>
          <p14:tracePt t="142336" x="11015663" y="2490788"/>
          <p14:tracePt t="142343" x="11028363" y="2490788"/>
          <p14:tracePt t="142352" x="11041063" y="2490788"/>
          <p14:tracePt t="142359" x="11052175" y="2490788"/>
          <p14:tracePt t="142383" x="11077575" y="2490788"/>
          <p14:tracePt t="142391" x="11102975" y="2490788"/>
          <p14:tracePt t="142432" x="11115675" y="2490788"/>
          <p14:tracePt t="142448" x="11128375" y="2490788"/>
          <p14:tracePt t="142464" x="11141075" y="2490788"/>
          <p14:tracePt t="142471" x="11153775" y="2490788"/>
          <p14:tracePt t="142479" x="11164888" y="2490788"/>
          <p14:tracePt t="142487" x="11177588" y="2490788"/>
          <p14:tracePt t="142495" x="11190288" y="2490788"/>
          <p14:tracePt t="142503" x="11202988" y="2490788"/>
          <p14:tracePt t="142511" x="11228388" y="2490788"/>
          <p14:tracePt t="142519" x="11253788" y="2490788"/>
          <p14:tracePt t="142527" x="11290300" y="2490788"/>
          <p14:tracePt t="142536" x="11328400" y="2490788"/>
          <p14:tracePt t="142543" x="11366500" y="2490788"/>
          <p14:tracePt t="142551" x="11390313" y="2490788"/>
          <p14:tracePt t="142560" x="11415713" y="2490788"/>
          <p14:tracePt t="142575" x="11441113" y="2490788"/>
          <p14:tracePt t="142591" x="11453813" y="2490788"/>
          <p14:tracePt t="142599" x="11466513" y="2478088"/>
          <p14:tracePt t="142839" x="11479213" y="2452688"/>
          <p14:tracePt t="142863" x="11479213" y="2439988"/>
          <p14:tracePt t="142912" x="11479213" y="2427288"/>
          <p14:tracePt t="142959" x="11503025" y="2403475"/>
          <p14:tracePt t="143279" x="11515725" y="2390775"/>
          <p14:tracePt t="143512" x="11503025" y="2390775"/>
          <p14:tracePt t="143519" x="11490325" y="2390775"/>
          <p14:tracePt t="143527" x="11479213" y="2390775"/>
          <p14:tracePt t="143559" x="11466513" y="2390775"/>
          <p14:tracePt t="143823" x="11428413" y="2390775"/>
          <p14:tracePt t="143831" x="11353800" y="2365375"/>
          <p14:tracePt t="143840" x="11253788" y="2352675"/>
          <p14:tracePt t="143847" x="11128375" y="2339975"/>
          <p14:tracePt t="143856" x="11028363" y="2327275"/>
          <p14:tracePt t="143863" x="10864850" y="2303463"/>
          <p14:tracePt t="143871" x="10677525" y="2290763"/>
          <p14:tracePt t="143879" x="10464800" y="2252663"/>
          <p14:tracePt t="143887" x="10277475" y="2227263"/>
          <p14:tracePt t="143895" x="10075863" y="2190750"/>
          <p14:tracePt t="143903" x="9839325" y="2178050"/>
          <p14:tracePt t="143911" x="9401175" y="2114550"/>
          <p14:tracePt t="143919" x="9063038" y="2114550"/>
          <p14:tracePt t="143927" x="8886825" y="2101850"/>
          <p14:tracePt t="143936" x="8699500" y="2089150"/>
          <p14:tracePt t="143943" x="8499475" y="2089150"/>
          <p14:tracePt t="143952" x="8312150" y="2089150"/>
          <p14:tracePt t="143959" x="8099425" y="2039938"/>
          <p14:tracePt t="143967" x="7910513" y="2027238"/>
          <p14:tracePt t="143975" x="7761288" y="2014538"/>
          <p14:tracePt t="143983" x="7610475" y="1965325"/>
          <p14:tracePt t="143991" x="7459663" y="1952625"/>
          <p14:tracePt t="143999" x="7310438" y="1901825"/>
          <p14:tracePt t="144007" x="7172325" y="1876425"/>
          <p14:tracePt t="144015" x="7046913" y="1839913"/>
          <p14:tracePt t="144024" x="6921500" y="1801813"/>
          <p14:tracePt t="144031" x="6797675" y="1765300"/>
          <p14:tracePt t="144040" x="6584950" y="1752600"/>
          <p14:tracePt t="144047" x="6446838" y="1714500"/>
          <p14:tracePt t="144055" x="6208713" y="1676400"/>
          <p14:tracePt t="144063" x="5970588" y="1663700"/>
          <p14:tracePt t="144071" x="5695950" y="1614488"/>
          <p14:tracePt t="144079" x="5445125" y="1576388"/>
          <p14:tracePt t="144087" x="5219700" y="1539875"/>
          <p14:tracePt t="144095" x="5057775" y="1514475"/>
          <p14:tracePt t="144103" x="4906963" y="1501775"/>
          <p14:tracePt t="144111" x="4781550" y="1476375"/>
          <p14:tracePt t="144119" x="4681538" y="1463675"/>
          <p14:tracePt t="144127" x="4630738" y="1463675"/>
          <p14:tracePt t="144136" x="4568825" y="1450975"/>
          <p14:tracePt t="144143" x="4543425" y="1450975"/>
          <p14:tracePt t="144152" x="4518025" y="1450975"/>
          <p14:tracePt t="144159" x="4481513" y="1450975"/>
          <p14:tracePt t="144167" x="4443413" y="1450975"/>
          <p14:tracePt t="144175" x="4394200" y="1450975"/>
          <p14:tracePt t="144183" x="4330700" y="1450975"/>
          <p14:tracePt t="144191" x="4192588" y="1476375"/>
          <p14:tracePt t="144199" x="4068763" y="1501775"/>
          <p14:tracePt t="144208" x="3956050" y="1552575"/>
          <p14:tracePt t="144215" x="3830638" y="1576388"/>
          <p14:tracePt t="144224" x="3679825" y="1614488"/>
          <p14:tracePt t="144231" x="3554413" y="1627188"/>
          <p14:tracePt t="144240" x="3429000" y="1639888"/>
          <p14:tracePt t="144247" x="3328988" y="1639888"/>
          <p14:tracePt t="144255" x="3216275" y="1663700"/>
          <p14:tracePt t="144263" x="3116263" y="1663700"/>
          <p14:tracePt t="144271" x="3054350" y="1676400"/>
          <p14:tracePt t="144279" x="3003550" y="1676400"/>
          <p14:tracePt t="144288" x="2941638" y="1676400"/>
          <p14:tracePt t="144295" x="2890838" y="1676400"/>
          <p14:tracePt t="144303" x="2854325" y="1676400"/>
          <p14:tracePt t="144311" x="2790825" y="1689100"/>
          <p14:tracePt t="144319" x="2741613" y="1689100"/>
          <p14:tracePt t="144327" x="2641600" y="1689100"/>
          <p14:tracePt t="144336" x="2554288" y="1689100"/>
          <p14:tracePt t="144343" x="2478088" y="1689100"/>
          <p14:tracePt t="144351" x="2403475" y="1689100"/>
          <p14:tracePt t="144359" x="2339975" y="1701800"/>
          <p14:tracePt t="144367" x="2265363" y="1701800"/>
          <p14:tracePt t="144375" x="2228850" y="1727200"/>
          <p14:tracePt t="144383" x="2190750" y="1727200"/>
          <p14:tracePt t="144391" x="2165350" y="1739900"/>
          <p14:tracePt t="144399" x="2127250" y="1752600"/>
          <p14:tracePt t="144415" x="2103438" y="1765300"/>
          <p14:tracePt t="144423" x="2103438" y="1776413"/>
          <p14:tracePt t="144439" x="2103438" y="1801813"/>
          <p14:tracePt t="144447" x="2103438" y="1814513"/>
          <p14:tracePt t="144463" x="2103438" y="1839913"/>
          <p14:tracePt t="144479" x="2103438" y="1852613"/>
          <p14:tracePt t="144495" x="2103438" y="1876425"/>
          <p14:tracePt t="144503" x="2078038" y="1901825"/>
          <p14:tracePt t="144511" x="2078038" y="1914525"/>
          <p14:tracePt t="144520" x="2078038" y="1927225"/>
          <p14:tracePt t="144527" x="2052638" y="1939925"/>
          <p14:tracePt t="144535" x="2039938" y="1965325"/>
          <p14:tracePt t="144543" x="2027238" y="1989138"/>
          <p14:tracePt t="144551" x="2014538" y="1989138"/>
          <p14:tracePt t="144559" x="2003425" y="2001838"/>
          <p14:tracePt t="144567" x="1965325" y="2014538"/>
          <p14:tracePt t="144575" x="1927225" y="2014538"/>
          <p14:tracePt t="144583" x="1903413" y="2014538"/>
          <p14:tracePt t="144592" x="1865313" y="2014538"/>
          <p14:tracePt t="144599" x="1814513" y="2014538"/>
          <p14:tracePt t="144608" x="1765300" y="2014538"/>
          <p14:tracePt t="144615" x="1727200" y="2027238"/>
          <p14:tracePt t="144623" x="1689100" y="2027238"/>
          <p14:tracePt t="144631" x="1652588" y="2027238"/>
          <p14:tracePt t="144639" x="1614488" y="2027238"/>
          <p14:tracePt t="144647" x="1577975" y="2027238"/>
          <p14:tracePt t="144655" x="1539875" y="2027238"/>
          <p14:tracePt t="144663" x="1501775" y="2027238"/>
          <p14:tracePt t="144671" x="1476375" y="2027238"/>
          <p14:tracePt t="144679" x="1452563" y="2027238"/>
          <p14:tracePt t="144687" x="1427163" y="2027238"/>
          <p14:tracePt t="144695" x="1389063" y="2027238"/>
          <p14:tracePt t="144704" x="1363663" y="2027238"/>
          <p14:tracePt t="144711" x="1352550" y="2027238"/>
          <p14:tracePt t="144719" x="1327150" y="2027238"/>
          <p14:tracePt t="144727" x="1314450" y="2027238"/>
          <p14:tracePt t="144735" x="1289050" y="2027238"/>
          <p14:tracePt t="144743" x="1263650" y="2027238"/>
          <p14:tracePt t="144767" x="1239838" y="2027238"/>
          <p14:tracePt t="144783" x="1227138" y="2027238"/>
          <p14:tracePt t="144799" x="1201738" y="2027238"/>
          <p14:tracePt t="144815" x="1189038" y="2027238"/>
          <p14:tracePt t="144823" x="1150938" y="2027238"/>
          <p14:tracePt t="144831" x="1139825" y="2027238"/>
          <p14:tracePt t="144839" x="1101725" y="2027238"/>
          <p14:tracePt t="144855" x="1089025" y="2027238"/>
          <p14:tracePt t="144928" x="1076325" y="2027238"/>
          <p14:tracePt t="144935" x="1063625" y="2027238"/>
          <p14:tracePt t="144955" x="1038225" y="2027238"/>
          <p14:tracePt t="144967" x="1027113" y="2027238"/>
          <p14:tracePt t="144976" x="1014413" y="2027238"/>
          <p14:tracePt t="145007" x="1001713" y="2027238"/>
          <p14:tracePt t="145023" x="989013" y="2027238"/>
          <p14:tracePt t="145031" x="976313" y="2014538"/>
          <p14:tracePt t="145039" x="963613" y="2014538"/>
          <p14:tracePt t="145095" x="963613" y="2001838"/>
          <p14:tracePt t="145119" x="963613" y="1978025"/>
          <p14:tracePt t="145135" x="950913" y="1952625"/>
          <p14:tracePt t="145151" x="938213" y="1927225"/>
          <p14:tracePt t="145167" x="914400" y="1889125"/>
          <p14:tracePt t="145183" x="901700" y="1889125"/>
          <p14:tracePt t="145191" x="901700" y="1865313"/>
          <p14:tracePt t="145199" x="876300" y="1839913"/>
          <p14:tracePt t="145207" x="863600" y="1814513"/>
          <p14:tracePt t="145215" x="863600" y="1801813"/>
          <p14:tracePt t="145223" x="850900" y="1765300"/>
          <p14:tracePt t="145231" x="825500" y="1727200"/>
          <p14:tracePt t="145239" x="825500" y="1701800"/>
          <p14:tracePt t="145247" x="801688" y="1663700"/>
          <p14:tracePt t="145255" x="776288" y="1627188"/>
          <p14:tracePt t="145263" x="763588" y="1614488"/>
          <p14:tracePt t="145272" x="725488" y="1563688"/>
          <p14:tracePt t="145279" x="725488" y="1552575"/>
          <p14:tracePt t="145287" x="712788" y="1552575"/>
          <p14:tracePt t="145295" x="712788" y="1539875"/>
          <p14:tracePt t="145303" x="712788" y="1527175"/>
          <p14:tracePt t="145311" x="688975" y="1501775"/>
          <p14:tracePt t="145319" x="676275" y="1476375"/>
          <p14:tracePt t="145327" x="663575" y="1476375"/>
          <p14:tracePt t="145335" x="625475" y="1439863"/>
          <p14:tracePt t="145344" x="600075" y="1389063"/>
          <p14:tracePt t="145351" x="576263" y="1376363"/>
          <p14:tracePt t="145359" x="538163" y="1339850"/>
          <p14:tracePt t="145367" x="525463" y="1339850"/>
          <p14:tracePt t="145375" x="500063" y="1327150"/>
          <p14:tracePt t="145383" x="488950" y="1314450"/>
          <p14:tracePt t="145391" x="476250" y="1314450"/>
          <p14:tracePt t="145399" x="463550" y="1314450"/>
          <p14:tracePt t="145447" x="450850" y="1314450"/>
          <p14:tracePt t="145463" x="438150" y="1314450"/>
          <p14:tracePt t="145591" x="425450" y="1314450"/>
          <p14:tracePt t="145743" x="412750" y="1314450"/>
          <p14:tracePt t="145751" x="400050" y="1314450"/>
          <p14:tracePt t="145783" x="387350" y="1314450"/>
          <p14:tracePt t="145791" x="376238" y="1314450"/>
          <p14:tracePt t="145807" x="363538" y="1314450"/>
          <p14:tracePt t="145815" x="350838" y="1314450"/>
          <p14:tracePt t="145831" x="338138" y="1314450"/>
          <p14:tracePt t="145840" x="325438" y="1314450"/>
          <p14:tracePt t="145855" x="312738" y="1314450"/>
          <p14:tracePt t="145863" x="312738" y="1327150"/>
          <p14:tracePt t="145871" x="300038" y="1339850"/>
          <p14:tracePt t="145879" x="300038" y="1363663"/>
          <p14:tracePt t="145887" x="263525" y="1401763"/>
          <p14:tracePt t="145896" x="263525" y="1427163"/>
          <p14:tracePt t="145903" x="263525" y="1463675"/>
          <p14:tracePt t="145912" x="250825" y="1501775"/>
          <p14:tracePt t="145919" x="250825" y="1539875"/>
          <p14:tracePt t="145927" x="250825" y="1563688"/>
          <p14:tracePt t="145935" x="250825" y="1576388"/>
          <p14:tracePt t="145943" x="250825" y="1601788"/>
          <p14:tracePt t="145951" x="263525" y="1627188"/>
          <p14:tracePt t="145959" x="263525" y="1639888"/>
          <p14:tracePt t="145967" x="274638" y="1652588"/>
          <p14:tracePt t="145975" x="287338" y="1652588"/>
          <p14:tracePt t="145983" x="300038" y="1663700"/>
          <p14:tracePt t="145991" x="312738" y="1663700"/>
          <p14:tracePt t="146071" x="325438" y="1652588"/>
          <p14:tracePt t="146080" x="325438" y="1614488"/>
          <p14:tracePt t="146087" x="325438" y="1589088"/>
          <p14:tracePt t="146096" x="300038" y="1527175"/>
          <p14:tracePt t="146103" x="287338" y="1489075"/>
          <p14:tracePt t="146111" x="274638" y="1414463"/>
          <p14:tracePt t="146119" x="263525" y="1363663"/>
          <p14:tracePt t="146127" x="238125" y="1289050"/>
          <p14:tracePt t="146135" x="238125" y="1238250"/>
          <p14:tracePt t="146143" x="225425" y="1214438"/>
          <p14:tracePt t="146151" x="225425" y="1176338"/>
          <p14:tracePt t="146167" x="212725" y="1150938"/>
          <p14:tracePt t="146272" x="200025" y="1163638"/>
          <p14:tracePt t="146279" x="187325" y="1227138"/>
          <p14:tracePt t="146287" x="187325" y="1238250"/>
          <p14:tracePt t="146296" x="174625" y="1289050"/>
          <p14:tracePt t="146303" x="163513" y="1350963"/>
          <p14:tracePt t="146311" x="163513" y="1401763"/>
          <p14:tracePt t="146319" x="163513" y="1450975"/>
          <p14:tracePt t="146327" x="163513" y="1489075"/>
          <p14:tracePt t="146335" x="163513" y="1527175"/>
          <p14:tracePt t="146343" x="163513" y="1539875"/>
          <p14:tracePt t="146351" x="174625" y="1576388"/>
          <p14:tracePt t="146359" x="187325" y="1589088"/>
          <p14:tracePt t="146367" x="212725" y="1601788"/>
          <p14:tracePt t="146375" x="250825" y="1601788"/>
          <p14:tracePt t="146383" x="274638" y="1614488"/>
          <p14:tracePt t="146392" x="312738" y="1614488"/>
          <p14:tracePt t="146399" x="325438" y="1614488"/>
          <p14:tracePt t="146408" x="338138" y="1614488"/>
          <p14:tracePt t="146415" x="350838" y="1614488"/>
          <p14:tracePt t="146423" x="363538" y="1614488"/>
          <p14:tracePt t="146455" x="350838" y="1576388"/>
          <p14:tracePt t="146471" x="338138" y="1563688"/>
          <p14:tracePt t="146480" x="325438" y="1552575"/>
          <p14:tracePt t="146487" x="312738" y="1539875"/>
          <p14:tracePt t="146503" x="312738" y="1514475"/>
          <p14:tracePt t="146511" x="287338" y="1501775"/>
          <p14:tracePt t="146544" x="287338" y="1489075"/>
          <p14:tracePt t="146911" x="287338" y="1476375"/>
          <p14:tracePt t="146919" x="287338" y="1439863"/>
          <p14:tracePt t="146927" x="287338" y="1401763"/>
          <p14:tracePt t="146944" x="287338" y="1339850"/>
          <p14:tracePt t="146951" x="287338" y="1327150"/>
          <p14:tracePt t="146960" x="287338" y="1301750"/>
          <p14:tracePt t="146967" x="287338" y="1289050"/>
          <p14:tracePt t="146975" x="287338" y="1276350"/>
          <p14:tracePt t="146983" x="300038" y="1263650"/>
          <p14:tracePt t="146991" x="300038" y="1250950"/>
          <p14:tracePt t="146999" x="300038" y="1238250"/>
          <p14:tracePt t="147071" x="312738" y="1238250"/>
          <p14:tracePt t="147080" x="325438" y="1238250"/>
          <p14:tracePt t="147087" x="338138" y="1238250"/>
          <p14:tracePt t="147095" x="350838" y="1238250"/>
          <p14:tracePt t="147103" x="376238" y="1238250"/>
          <p14:tracePt t="147119" x="400050" y="1250950"/>
          <p14:tracePt t="147127" x="400050" y="1263650"/>
          <p14:tracePt t="147135" x="425450" y="1263650"/>
          <p14:tracePt t="147144" x="450850" y="1276350"/>
          <p14:tracePt t="147151" x="463550" y="1289050"/>
          <p14:tracePt t="147159" x="500063" y="1289050"/>
          <p14:tracePt t="147167" x="538163" y="1289050"/>
          <p14:tracePt t="147175" x="588963" y="1301750"/>
          <p14:tracePt t="147183" x="650875" y="1314450"/>
          <p14:tracePt t="147191" x="701675" y="1314450"/>
          <p14:tracePt t="147199" x="750888" y="1314450"/>
          <p14:tracePt t="147207" x="801688" y="1314450"/>
          <p14:tracePt t="147216" x="863600" y="1314450"/>
          <p14:tracePt t="147223" x="925513" y="1314450"/>
          <p14:tracePt t="147232" x="989013" y="1314450"/>
          <p14:tracePt t="147239" x="1076325" y="1314450"/>
          <p14:tracePt t="147247" x="1139825" y="1314450"/>
          <p14:tracePt t="147255" x="1189038" y="1314450"/>
          <p14:tracePt t="147263" x="1263650" y="1314450"/>
          <p14:tracePt t="147271" x="1327150" y="1314450"/>
          <p14:tracePt t="147279" x="1414463" y="1314450"/>
          <p14:tracePt t="147287" x="1501775" y="1314450"/>
          <p14:tracePt t="147295" x="1565275" y="1314450"/>
          <p14:tracePt t="147303" x="1652588" y="1339850"/>
          <p14:tracePt t="147311" x="1739900" y="1350963"/>
          <p14:tracePt t="147319" x="1852613" y="1350963"/>
          <p14:tracePt t="147328" x="1903413" y="1350963"/>
          <p14:tracePt t="147335" x="1965325" y="1363663"/>
          <p14:tracePt t="147343" x="2027238" y="1376363"/>
          <p14:tracePt t="147351" x="2103438" y="1376363"/>
          <p14:tracePt t="147359" x="2165350" y="1401763"/>
          <p14:tracePt t="147367" x="2252663" y="1401763"/>
          <p14:tracePt t="147375" x="2339975" y="1414463"/>
          <p14:tracePt t="147383" x="2378075" y="1414463"/>
          <p14:tracePt t="147391" x="2478088" y="1414463"/>
          <p14:tracePt t="147400" x="2603500" y="1414463"/>
          <p14:tracePt t="147407" x="2703513" y="1414463"/>
          <p14:tracePt t="147416" x="2867025" y="1439863"/>
          <p14:tracePt t="147423" x="3028950" y="1439863"/>
          <p14:tracePt t="147432" x="3228975" y="1489075"/>
          <p14:tracePt t="147439" x="3392488" y="1501775"/>
          <p14:tracePt t="147447" x="3554413" y="1527175"/>
          <p14:tracePt t="147455" x="3730625" y="1552575"/>
          <p14:tracePt t="147464" x="3867150" y="1563688"/>
          <p14:tracePt t="147471" x="3943350" y="1576388"/>
          <p14:tracePt t="147479" x="4043363" y="1614488"/>
          <p14:tracePt t="147487" x="4092575" y="1639888"/>
          <p14:tracePt t="147495" x="4117975" y="1663700"/>
          <p14:tracePt t="147503" x="4156075" y="1676400"/>
          <p14:tracePt t="147511" x="4168775" y="1689100"/>
          <p14:tracePt t="147519" x="4192588" y="1727200"/>
          <p14:tracePt t="147528" x="4256088" y="1776413"/>
          <p14:tracePt t="147535" x="4305300" y="1814513"/>
          <p14:tracePt t="147543" x="4356100" y="1852613"/>
          <p14:tracePt t="147551" x="4468813" y="1927225"/>
          <p14:tracePt t="147559" x="4530725" y="1978025"/>
          <p14:tracePt t="147567" x="4619625" y="2052638"/>
          <p14:tracePt t="147575" x="4694238" y="2101850"/>
          <p14:tracePt t="147583" x="4756150" y="2139950"/>
          <p14:tracePt t="147591" x="4781550" y="2178050"/>
          <p14:tracePt t="147600" x="4832350" y="2214563"/>
          <p14:tracePt t="147607" x="4843463" y="2252663"/>
          <p14:tracePt t="147615" x="4856163" y="2278063"/>
          <p14:tracePt t="147623" x="4868863" y="2314575"/>
          <p14:tracePt t="147631" x="4868863" y="2339975"/>
          <p14:tracePt t="147639" x="4868863" y="2390775"/>
          <p14:tracePt t="147647" x="4894263" y="2452688"/>
          <p14:tracePt t="147655" x="4919663" y="2503488"/>
          <p14:tracePt t="147663" x="4919663" y="2527300"/>
          <p14:tracePt t="147671" x="4932363" y="2552700"/>
          <p14:tracePt t="147679" x="4956175" y="2603500"/>
          <p14:tracePt t="147687" x="4968875" y="2616200"/>
          <p14:tracePt t="147695" x="4968875" y="2627313"/>
          <p14:tracePt t="147703" x="4981575" y="2652713"/>
          <p14:tracePt t="147712" x="4981575" y="2665413"/>
          <p14:tracePt t="147719" x="4981575" y="2678113"/>
          <p14:tracePt t="147735" x="4981575" y="2690813"/>
          <p14:tracePt t="147751" x="4981575" y="2703513"/>
          <p14:tracePt t="147903" x="4981575" y="2728913"/>
          <p14:tracePt t="147967" x="4956175" y="2728913"/>
          <p14:tracePt t="148023" x="4945063" y="2728913"/>
          <p14:tracePt t="148055" x="4932363" y="2728913"/>
          <p14:tracePt t="148127" x="4932363" y="2740025"/>
          <p14:tracePt t="148135" x="4919663" y="2752725"/>
          <p14:tracePt t="148143" x="4919663" y="2765425"/>
          <p14:tracePt t="148152" x="4906963" y="2790825"/>
          <p14:tracePt t="148159" x="4906963" y="2828925"/>
          <p14:tracePt t="148168" x="4881563" y="2852738"/>
          <p14:tracePt t="148175" x="4881563" y="2865438"/>
          <p14:tracePt t="148183" x="4881563" y="2890838"/>
          <p14:tracePt t="148191" x="4868863" y="2916238"/>
          <p14:tracePt t="148207" x="4868863" y="2928938"/>
          <p14:tracePt t="148215" x="4868863" y="2952750"/>
          <p14:tracePt t="148231" x="4868863" y="2965450"/>
          <p14:tracePt t="148247" x="4868863" y="2978150"/>
          <p14:tracePt t="153727" x="4868863" y="2990850"/>
          <p14:tracePt t="153735" x="4881563" y="3016250"/>
          <p14:tracePt t="153751" x="4894263" y="3016250"/>
          <p14:tracePt t="153759" x="4906963" y="3016250"/>
          <p14:tracePt t="153767" x="4919663" y="3016250"/>
          <p14:tracePt t="153791" x="4945063" y="3028950"/>
          <p14:tracePt t="153807" x="4956175" y="3041650"/>
          <p14:tracePt t="153815" x="4968875" y="3041650"/>
          <p14:tracePt t="153831" x="4994275" y="3054350"/>
          <p14:tracePt t="153847" x="5006975" y="3054350"/>
          <p14:tracePt t="153855" x="5006975" y="3065463"/>
          <p14:tracePt t="153863" x="5019675" y="3078163"/>
          <p14:tracePt t="153927" x="5032375" y="3078163"/>
          <p14:tracePt t="153975" x="5045075" y="3078163"/>
          <p14:tracePt t="154031" x="5057775" y="3078163"/>
          <p14:tracePt t="154039" x="5081588" y="3078163"/>
          <p14:tracePt t="154047" x="5106988" y="3090863"/>
          <p14:tracePt t="154055" x="5170488" y="3103563"/>
          <p14:tracePt t="154063" x="5257800" y="3103563"/>
          <p14:tracePt t="154071" x="5370513" y="3103563"/>
          <p14:tracePt t="154080" x="5483225" y="3103563"/>
          <p14:tracePt t="154087" x="5607050" y="3103563"/>
          <p14:tracePt t="154095" x="5719763" y="3103563"/>
          <p14:tracePt t="154103" x="5908675" y="3103563"/>
          <p14:tracePt t="154111" x="6134100" y="3103563"/>
          <p14:tracePt t="154119" x="6408738" y="3103563"/>
          <p14:tracePt t="154127" x="6808788" y="3103563"/>
          <p14:tracePt t="154135" x="7223125" y="3090863"/>
          <p14:tracePt t="154143" x="7585075" y="3028950"/>
          <p14:tracePt t="154152" x="7874000" y="2990850"/>
          <p14:tracePt t="154159" x="8048625" y="2941638"/>
          <p14:tracePt t="154168" x="8235950" y="2878138"/>
          <p14:tracePt t="154175" x="8348663" y="2852738"/>
          <p14:tracePt t="154183" x="8424863" y="2816225"/>
          <p14:tracePt t="154191" x="8474075" y="2816225"/>
          <p14:tracePt t="154199" x="8524875" y="2816225"/>
          <p14:tracePt t="154207" x="8586788" y="2803525"/>
          <p14:tracePt t="154215" x="8637588" y="2790825"/>
          <p14:tracePt t="154223" x="8650288" y="2790825"/>
          <p14:tracePt t="154231" x="8674100" y="2778125"/>
          <p14:tracePt t="154247" x="8686800" y="2765425"/>
          <p14:tracePt t="154264" x="8712200" y="2765425"/>
          <p14:tracePt t="154287" x="8724900" y="2765425"/>
          <p14:tracePt t="154583" x="8750300" y="2765425"/>
          <p14:tracePt t="154591" x="8812213" y="2765425"/>
          <p14:tracePt t="154599" x="8874125" y="2765425"/>
          <p14:tracePt t="154607" x="8950325" y="2765425"/>
          <p14:tracePt t="154615" x="8999538" y="2765425"/>
          <p14:tracePt t="154623" x="9050338" y="2765425"/>
          <p14:tracePt t="154632" x="9137650" y="2765425"/>
          <p14:tracePt t="154639" x="9199563" y="2765425"/>
          <p14:tracePt t="154648" x="9301163" y="2765425"/>
          <p14:tracePt t="154655" x="9413875" y="2765425"/>
          <p14:tracePt t="154663" x="9601200" y="2765425"/>
          <p14:tracePt t="154671" x="9763125" y="2752725"/>
          <p14:tracePt t="154679" x="9963150" y="2716213"/>
          <p14:tracePt t="154687" x="10126663" y="2678113"/>
          <p14:tracePt t="154695" x="10264775" y="2640013"/>
          <p14:tracePt t="154703" x="10401300" y="2603500"/>
          <p14:tracePt t="154711" x="10502900" y="2578100"/>
          <p14:tracePt t="154720" x="10577513" y="2552700"/>
          <p14:tracePt t="154727" x="10626725" y="2540000"/>
          <p14:tracePt t="154735" x="10690225" y="2503488"/>
          <p14:tracePt t="154743" x="10715625" y="2490788"/>
          <p14:tracePt t="154751" x="10739438" y="2478088"/>
          <p14:tracePt t="154759" x="10790238" y="2439988"/>
          <p14:tracePt t="154767" x="10839450" y="2427288"/>
          <p14:tracePt t="154775" x="10890250" y="2390775"/>
          <p14:tracePt t="154783" x="10964863" y="2339975"/>
          <p14:tracePt t="154791" x="11064875" y="2290763"/>
          <p14:tracePt t="154799" x="11177588" y="2214563"/>
          <p14:tracePt t="154807" x="11303000" y="2152650"/>
          <p14:tracePt t="154815" x="11390313" y="2089150"/>
          <p14:tracePt t="154823" x="11479213" y="1989138"/>
          <p14:tracePt t="154832" x="11591925" y="1876425"/>
          <p14:tracePt t="154839" x="11715750" y="1739900"/>
          <p14:tracePt t="154847" x="11791950" y="1601788"/>
          <p14:tracePt t="154855" x="11928475" y="1450975"/>
          <p14:tracePt t="154863" x="12091988" y="1214438"/>
        </p14:tracePtLst>
      </p14:laserTrace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First law of Thermodynamics-Mathematical Problems</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64404" y="105672"/>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15037" y="1488158"/>
            <a:ext cx="5653751" cy="923330"/>
          </a:xfrm>
          <a:prstGeom prst="rect">
            <a:avLst/>
          </a:prstGeom>
        </p:spPr>
        <p:txBody>
          <a:bodyPr wrap="square">
            <a:spAutoFit/>
          </a:bodyPr>
          <a:lstStyle/>
          <a:p>
            <a:pPr marL="228600" indent="-228600" algn="just"/>
            <a:r>
              <a:rPr lang="en-US" b="1" dirty="0">
                <a:solidFill>
                  <a:srgbClr val="002060"/>
                </a:solidFill>
                <a:latin typeface="Times New Roman" panose="02020603050405020304" pitchFamily="18" charset="0"/>
              </a:rPr>
              <a:t>1. </a:t>
            </a:r>
            <a:r>
              <a:rPr lang="en-US" dirty="0">
                <a:solidFill>
                  <a:srgbClr val="002060"/>
                </a:solidFill>
                <a:latin typeface="Times New Roman" panose="02020603050405020304" pitchFamily="18" charset="0"/>
              </a:rPr>
              <a:t>3000 J of heat is added to a system and 2500 J of work is done by the system. What is the change in internal energy of the system?</a:t>
            </a:r>
            <a:endParaRPr lang="en-US" dirty="0">
              <a:solidFill>
                <a:srgbClr val="002060"/>
              </a:solidFill>
            </a:endParaRPr>
          </a:p>
        </p:txBody>
      </p:sp>
      <p:sp>
        <p:nvSpPr>
          <p:cNvPr id="9" name="Rectangle 8"/>
          <p:cNvSpPr/>
          <p:nvPr/>
        </p:nvSpPr>
        <p:spPr>
          <a:xfrm>
            <a:off x="6078071" y="1488158"/>
            <a:ext cx="5909245" cy="1200329"/>
          </a:xfrm>
          <a:prstGeom prst="rect">
            <a:avLst/>
          </a:prstGeom>
        </p:spPr>
        <p:txBody>
          <a:bodyPr wrap="square">
            <a:spAutoFit/>
          </a:bodyPr>
          <a:lstStyle/>
          <a:p>
            <a:pPr marL="228600" indent="-228600" algn="just"/>
            <a:r>
              <a:rPr lang="en-US" b="1" dirty="0">
                <a:solidFill>
                  <a:srgbClr val="002060"/>
                </a:solidFill>
                <a:latin typeface="Times New Roman" panose="02020603050405020304" pitchFamily="18" charset="0"/>
              </a:rPr>
              <a:t>2. </a:t>
            </a:r>
            <a:r>
              <a:rPr lang="en-US" dirty="0">
                <a:solidFill>
                  <a:srgbClr val="002060"/>
                </a:solidFill>
                <a:latin typeface="Times New Roman" panose="02020603050405020304" pitchFamily="18" charset="0"/>
              </a:rPr>
              <a:t>3.0-g bullet traveling at a speed of 400 m/s enters a tree and exits the other side with a speed of 200 m/s. Where did the bullet’s lost kinetic energy go, and how much energy was transferred?</a:t>
            </a:r>
            <a:endParaRPr lang="en-US" dirty="0">
              <a:solidFill>
                <a:srgbClr val="002060"/>
              </a:solidFill>
            </a:endParaRPr>
          </a:p>
        </p:txBody>
      </p:sp>
      <p:sp>
        <p:nvSpPr>
          <p:cNvPr id="7" name="Rounded Rectangle 6"/>
          <p:cNvSpPr/>
          <p:nvPr/>
        </p:nvSpPr>
        <p:spPr>
          <a:xfrm flipH="1">
            <a:off x="5858883" y="2201236"/>
            <a:ext cx="45719" cy="19901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115037" y="2411488"/>
            <a:ext cx="5850079" cy="1107996"/>
          </a:xfrm>
          <a:prstGeom prst="rect">
            <a:avLst/>
          </a:prstGeom>
        </p:spPr>
        <p:txBody>
          <a:bodyPr wrap="square">
            <a:spAutoFit/>
          </a:bodyPr>
          <a:lstStyle/>
          <a:p>
            <a:pPr algn="just" fontAlgn="base"/>
            <a:r>
              <a:rPr lang="en-US" b="1" dirty="0">
                <a:solidFill>
                  <a:srgbClr val="002060"/>
                </a:solidFill>
                <a:latin typeface="Times New Roman" panose="02020603050405020304" pitchFamily="18" charset="0"/>
                <a:cs typeface="Times New Roman" panose="02020603050405020304" pitchFamily="18" charset="0"/>
              </a:rPr>
              <a:t>Known :</a:t>
            </a:r>
          </a:p>
          <a:p>
            <a:pPr marL="860425" indent="-860425" algn="just" fontAlgn="base"/>
            <a:r>
              <a:rPr lang="en-US" sz="1600" dirty="0">
                <a:solidFill>
                  <a:srgbClr val="00206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Heat (Q) = +3000 Joule</a:t>
            </a:r>
          </a:p>
          <a:p>
            <a:pPr marL="860425" indent="-860425" algn="just" fontAlgn="base"/>
            <a:r>
              <a:rPr lang="en-US" sz="1600" dirty="0">
                <a:latin typeface="Times New Roman" panose="02020603050405020304" pitchFamily="18" charset="0"/>
                <a:cs typeface="Times New Roman" panose="02020603050405020304" pitchFamily="18" charset="0"/>
              </a:rPr>
              <a:t>               Work (W) = +2500 Joule</a:t>
            </a:r>
          </a:p>
          <a:p>
            <a:pPr marL="860425" indent="-860425" algn="just" fontAlgn="base"/>
            <a:r>
              <a:rPr lang="en-US" sz="1600" dirty="0">
                <a:latin typeface="Times New Roman" panose="02020603050405020304" pitchFamily="18" charset="0"/>
                <a:cs typeface="Times New Roman" panose="02020603050405020304" pitchFamily="18" charset="0"/>
              </a:rPr>
              <a:t>               Wanted: the change in internal energy of the system</a:t>
            </a:r>
            <a:endParaRPr lang="en-US" sz="1600" b="0" i="0" dirty="0">
              <a:effectLst/>
              <a:latin typeface="Times New Roman" panose="02020603050405020304" pitchFamily="18" charset="0"/>
              <a:cs typeface="Times New Roman" panose="02020603050405020304" pitchFamily="18" charset="0"/>
            </a:endParaRPr>
          </a:p>
        </p:txBody>
      </p:sp>
      <p:sp>
        <p:nvSpPr>
          <p:cNvPr id="10" name="Rectangle 9"/>
          <p:cNvSpPr/>
          <p:nvPr/>
        </p:nvSpPr>
        <p:spPr>
          <a:xfrm>
            <a:off x="115037" y="3488706"/>
            <a:ext cx="6096000" cy="3046988"/>
          </a:xfrm>
          <a:prstGeom prst="rect">
            <a:avLst/>
          </a:prstGeom>
        </p:spPr>
        <p:txBody>
          <a:bodyPr>
            <a:spAutoFit/>
          </a:bodyPr>
          <a:lstStyle/>
          <a:p>
            <a:pPr algn="just" fontAlgn="base"/>
            <a:r>
              <a:rPr lang="en-US" b="1" dirty="0">
                <a:solidFill>
                  <a:srgbClr val="FF0000"/>
                </a:solidFill>
                <a:latin typeface="Times New Roman" panose="02020603050405020304" pitchFamily="18" charset="0"/>
                <a:cs typeface="Times New Roman" panose="02020603050405020304" pitchFamily="18" charset="0"/>
              </a:rPr>
              <a:t>Solution :</a:t>
            </a:r>
          </a:p>
          <a:p>
            <a:pPr fontAlgn="base"/>
            <a:r>
              <a:rPr lang="en-US" sz="1400" b="1" dirty="0">
                <a:latin typeface="Times New Roman" panose="02020603050405020304" pitchFamily="18" charset="0"/>
                <a:cs typeface="Times New Roman" panose="02020603050405020304" pitchFamily="18" charset="0"/>
              </a:rPr>
              <a:t>The equation of the first law of thermodynamics is</a:t>
            </a:r>
            <a:endParaRPr lang="en-US" sz="1400" dirty="0">
              <a:latin typeface="Times New Roman" panose="02020603050405020304" pitchFamily="18" charset="0"/>
              <a:cs typeface="Times New Roman" panose="02020603050405020304" pitchFamily="18" charset="0"/>
            </a:endParaRPr>
          </a:p>
          <a:p>
            <a:pPr fontAlgn="base"/>
            <a:r>
              <a:rPr lang="en-US" sz="1600" dirty="0">
                <a:latin typeface="Times New Roman" panose="02020603050405020304" pitchFamily="18" charset="0"/>
                <a:cs typeface="Times New Roman" panose="02020603050405020304" pitchFamily="18" charset="0"/>
              </a:rPr>
              <a:t>                                   Δ U = Q-W</a:t>
            </a:r>
          </a:p>
          <a:p>
            <a:pPr fontAlgn="base"/>
            <a:r>
              <a:rPr lang="en-US" sz="1600" dirty="0">
                <a:latin typeface="Times New Roman" panose="02020603050405020304" pitchFamily="18" charset="0"/>
                <a:cs typeface="Times New Roman" panose="02020603050405020304" pitchFamily="18" charset="0"/>
              </a:rPr>
              <a:t>              The sign conventions :</a:t>
            </a:r>
          </a:p>
          <a:p>
            <a:pPr fontAlgn="base"/>
            <a:r>
              <a:rPr lang="en-US" sz="1600" dirty="0">
                <a:latin typeface="Times New Roman" panose="02020603050405020304" pitchFamily="18" charset="0"/>
                <a:cs typeface="Times New Roman" panose="02020603050405020304" pitchFamily="18" charset="0"/>
              </a:rPr>
              <a:t>              Q is positive if the heat added to the system</a:t>
            </a:r>
          </a:p>
          <a:p>
            <a:pPr fontAlgn="base"/>
            <a:r>
              <a:rPr lang="en-US" sz="1600" dirty="0">
                <a:latin typeface="Times New Roman" panose="02020603050405020304" pitchFamily="18" charset="0"/>
                <a:cs typeface="Times New Roman" panose="02020603050405020304" pitchFamily="18" charset="0"/>
              </a:rPr>
              <a:t>              W is positive if work is done by the system</a:t>
            </a:r>
          </a:p>
          <a:p>
            <a:pPr fontAlgn="base"/>
            <a:r>
              <a:rPr lang="en-US" sz="1600" dirty="0">
                <a:latin typeface="Times New Roman" panose="02020603050405020304" pitchFamily="18" charset="0"/>
                <a:cs typeface="Times New Roman" panose="02020603050405020304" pitchFamily="18" charset="0"/>
              </a:rPr>
              <a:t>              Q is negative if heat leaves the system</a:t>
            </a:r>
          </a:p>
          <a:p>
            <a:pPr fontAlgn="base"/>
            <a:r>
              <a:rPr lang="en-US" sz="1600" dirty="0">
                <a:latin typeface="Times New Roman" panose="02020603050405020304" pitchFamily="18" charset="0"/>
                <a:cs typeface="Times New Roman" panose="02020603050405020304" pitchFamily="18" charset="0"/>
              </a:rPr>
              <a:t>              W is negative if work is done on the system</a:t>
            </a:r>
          </a:p>
          <a:p>
            <a:pPr fontAlgn="base"/>
            <a:r>
              <a:rPr lang="en-US" sz="1600" dirty="0">
                <a:latin typeface="Times New Roman" panose="02020603050405020304" pitchFamily="18" charset="0"/>
                <a:cs typeface="Times New Roman" panose="02020603050405020304" pitchFamily="18" charset="0"/>
              </a:rPr>
              <a:t>              The change in internal energy of the system :</a:t>
            </a:r>
          </a:p>
          <a:p>
            <a:pPr fontAlgn="base"/>
            <a:r>
              <a:rPr lang="en-US" sz="1600" dirty="0">
                <a:latin typeface="Times New Roman" panose="02020603050405020304" pitchFamily="18" charset="0"/>
                <a:cs typeface="Times New Roman" panose="02020603050405020304" pitchFamily="18" charset="0"/>
              </a:rPr>
              <a:t>              ΔU = 3000-2500</a:t>
            </a:r>
          </a:p>
          <a:p>
            <a:pPr fontAlgn="base"/>
            <a:r>
              <a:rPr lang="en-US" sz="1600" dirty="0">
                <a:latin typeface="Times New Roman" panose="02020603050405020304" pitchFamily="18" charset="0"/>
                <a:cs typeface="Times New Roman" panose="02020603050405020304" pitchFamily="18" charset="0"/>
              </a:rPr>
              <a:t>              ΔU = 500 Joule</a:t>
            </a:r>
          </a:p>
          <a:p>
            <a:pPr fontAlgn="base"/>
            <a:r>
              <a:rPr lang="en-US" sz="1600" dirty="0">
                <a:latin typeface="Times New Roman" panose="02020603050405020304" pitchFamily="18" charset="0"/>
                <a:cs typeface="Times New Roman" panose="02020603050405020304" pitchFamily="18" charset="0"/>
              </a:rPr>
              <a:t>               Internal energy increases by 500 Joule.</a:t>
            </a:r>
            <a:endParaRPr lang="en-US" sz="1600" b="0" i="0" dirty="0">
              <a:effectLst/>
              <a:latin typeface="Times New Roman" panose="02020603050405020304" pitchFamily="18" charset="0"/>
              <a:cs typeface="Times New Roman" panose="02020603050405020304" pitchFamily="18" charset="0"/>
            </a:endParaRPr>
          </a:p>
        </p:txBody>
      </p:sp>
      <p:sp>
        <p:nvSpPr>
          <p:cNvPr id="11" name="Rectangle 10"/>
          <p:cNvSpPr/>
          <p:nvPr/>
        </p:nvSpPr>
        <p:spPr>
          <a:xfrm>
            <a:off x="6078071" y="2719264"/>
            <a:ext cx="1037463" cy="369332"/>
          </a:xfrm>
          <a:prstGeom prst="rect">
            <a:avLst/>
          </a:prstGeom>
        </p:spPr>
        <p:txBody>
          <a:bodyPr wrap="none">
            <a:spAutoFit/>
          </a:bodyPr>
          <a:lstStyle/>
          <a:p>
            <a:pPr algn="just" fontAlgn="base"/>
            <a:r>
              <a:rPr lang="en-US" b="1" dirty="0">
                <a:solidFill>
                  <a:srgbClr val="002060"/>
                </a:solidFill>
                <a:latin typeface="Times New Roman" panose="02020603050405020304" pitchFamily="18" charset="0"/>
                <a:cs typeface="Times New Roman" panose="02020603050405020304" pitchFamily="18" charset="0"/>
              </a:rPr>
              <a:t>Known :</a:t>
            </a:r>
          </a:p>
        </p:txBody>
      </p:sp>
      <p:sp>
        <p:nvSpPr>
          <p:cNvPr id="12" name="Rectangle 11"/>
          <p:cNvSpPr/>
          <p:nvPr/>
        </p:nvSpPr>
        <p:spPr>
          <a:xfrm>
            <a:off x="7010059" y="2873153"/>
            <a:ext cx="2826415" cy="646331"/>
          </a:xfrm>
          <a:prstGeom prst="rect">
            <a:avLst/>
          </a:prstGeom>
        </p:spPr>
        <p:txBody>
          <a:bodyPr wrap="none">
            <a:spAutoFit/>
          </a:bodyPr>
          <a:lstStyle/>
          <a:p>
            <a:r>
              <a:rPr lang="da-DK" dirty="0">
                <a:latin typeface="Times New Roman" panose="02020603050405020304" pitchFamily="18" charset="0"/>
                <a:cs typeface="Times New Roman" panose="02020603050405020304" pitchFamily="18" charset="0"/>
              </a:rPr>
              <a:t>v</a:t>
            </a:r>
            <a:r>
              <a:rPr lang="da-DK" baseline="-25000" dirty="0">
                <a:latin typeface="Times New Roman" panose="02020603050405020304" pitchFamily="18" charset="0"/>
                <a:cs typeface="Times New Roman" panose="02020603050405020304" pitchFamily="18" charset="0"/>
              </a:rPr>
              <a:t>i</a:t>
            </a:r>
            <a:r>
              <a:rPr lang="da-DK" dirty="0">
                <a:latin typeface="Times New Roman" panose="02020603050405020304" pitchFamily="18" charset="0"/>
                <a:cs typeface="Times New Roman" panose="02020603050405020304" pitchFamily="18" charset="0"/>
              </a:rPr>
              <a:t> = 400 m/s, v</a:t>
            </a:r>
            <a:r>
              <a:rPr lang="da-DK" baseline="-25000" dirty="0">
                <a:latin typeface="Times New Roman" panose="02020603050405020304" pitchFamily="18" charset="0"/>
                <a:cs typeface="Times New Roman" panose="02020603050405020304" pitchFamily="18" charset="0"/>
              </a:rPr>
              <a:t>f</a:t>
            </a:r>
            <a:r>
              <a:rPr lang="da-DK" dirty="0">
                <a:latin typeface="Times New Roman" panose="02020603050405020304" pitchFamily="18" charset="0"/>
                <a:cs typeface="Times New Roman" panose="02020603050405020304" pitchFamily="18" charset="0"/>
              </a:rPr>
              <a:t> = 200 m/s</a:t>
            </a:r>
          </a:p>
          <a:p>
            <a:r>
              <a:rPr lang="da-DK" dirty="0">
                <a:latin typeface="Times New Roman" panose="02020603050405020304" pitchFamily="18" charset="0"/>
                <a:cs typeface="Times New Roman" panose="02020603050405020304" pitchFamily="18" charset="0"/>
              </a:rPr>
              <a:t>K.Ei – K.Ef = ½ m (v</a:t>
            </a:r>
            <a:r>
              <a:rPr lang="da-DK" baseline="-25000" dirty="0">
                <a:latin typeface="Times New Roman" panose="02020603050405020304" pitchFamily="18" charset="0"/>
                <a:cs typeface="Times New Roman" panose="02020603050405020304" pitchFamily="18" charset="0"/>
              </a:rPr>
              <a:t>i</a:t>
            </a:r>
            <a:r>
              <a:rPr lang="da-DK" baseline="30000" dirty="0">
                <a:latin typeface="Times New Roman" panose="02020603050405020304" pitchFamily="18" charset="0"/>
                <a:cs typeface="Times New Roman" panose="02020603050405020304" pitchFamily="18" charset="0"/>
              </a:rPr>
              <a:t>2</a:t>
            </a:r>
            <a:r>
              <a:rPr lang="da-DK" dirty="0">
                <a:latin typeface="Times New Roman" panose="02020603050405020304" pitchFamily="18" charset="0"/>
                <a:cs typeface="Times New Roman" panose="02020603050405020304" pitchFamily="18" charset="0"/>
              </a:rPr>
              <a:t>-v</a:t>
            </a:r>
            <a:r>
              <a:rPr lang="da-DK" baseline="-25000" dirty="0">
                <a:latin typeface="Times New Roman" panose="02020603050405020304" pitchFamily="18" charset="0"/>
                <a:cs typeface="Times New Roman" panose="02020603050405020304" pitchFamily="18" charset="0"/>
              </a:rPr>
              <a:t>f</a:t>
            </a:r>
            <a:r>
              <a:rPr lang="da-DK" dirty="0">
                <a:latin typeface="Times New Roman" panose="02020603050405020304" pitchFamily="18" charset="0"/>
                <a:cs typeface="Times New Roman" panose="02020603050405020304" pitchFamily="18" charset="0"/>
              </a:rPr>
              <a:t> </a:t>
            </a:r>
            <a:r>
              <a:rPr lang="da-DK" baseline="30000" dirty="0">
                <a:latin typeface="Times New Roman" panose="02020603050405020304" pitchFamily="18" charset="0"/>
                <a:cs typeface="Times New Roman" panose="02020603050405020304" pitchFamily="18" charset="0"/>
              </a:rPr>
              <a:t>2</a:t>
            </a:r>
            <a:r>
              <a:rPr lang="da-DK"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13" name="Rectangle 12"/>
          <p:cNvSpPr/>
          <p:nvPr/>
        </p:nvSpPr>
        <p:spPr>
          <a:xfrm>
            <a:off x="6078071" y="3396373"/>
            <a:ext cx="1140056" cy="369332"/>
          </a:xfrm>
          <a:prstGeom prst="rect">
            <a:avLst/>
          </a:prstGeom>
        </p:spPr>
        <p:txBody>
          <a:bodyPr wrap="none">
            <a:spAutoFit/>
          </a:bodyPr>
          <a:lstStyle/>
          <a:p>
            <a:pPr algn="just" fontAlgn="base"/>
            <a:r>
              <a:rPr lang="en-US" b="1" dirty="0">
                <a:solidFill>
                  <a:srgbClr val="FF0000"/>
                </a:solidFill>
                <a:latin typeface="Times New Roman" panose="02020603050405020304" pitchFamily="18" charset="0"/>
                <a:cs typeface="Times New Roman" panose="02020603050405020304" pitchFamily="18" charset="0"/>
              </a:rPr>
              <a:t>Solution :</a:t>
            </a:r>
          </a:p>
        </p:txBody>
      </p:sp>
      <p:sp>
        <p:nvSpPr>
          <p:cNvPr id="14" name="Rectangle 13"/>
          <p:cNvSpPr/>
          <p:nvPr/>
        </p:nvSpPr>
        <p:spPr>
          <a:xfrm>
            <a:off x="6699348" y="4073482"/>
            <a:ext cx="4694366" cy="923330"/>
          </a:xfrm>
          <a:prstGeom prst="rect">
            <a:avLst/>
          </a:prstGeom>
        </p:spPr>
        <p:txBody>
          <a:bodyPr wrap="square">
            <a:spAutoFit/>
          </a:bodyPr>
          <a:lstStyle/>
          <a:p>
            <a:r>
              <a:rPr lang="da-DK" dirty="0">
                <a:latin typeface="Times New Roman" panose="02020603050405020304" pitchFamily="18" charset="0"/>
                <a:cs typeface="Times New Roman" panose="02020603050405020304" pitchFamily="18" charset="0"/>
              </a:rPr>
              <a:t>K.Ei – K.Ef  = ½ m (v</a:t>
            </a:r>
            <a:r>
              <a:rPr lang="da-DK" baseline="-25000" dirty="0">
                <a:latin typeface="Times New Roman" panose="02020603050405020304" pitchFamily="18" charset="0"/>
                <a:cs typeface="Times New Roman" panose="02020603050405020304" pitchFamily="18" charset="0"/>
              </a:rPr>
              <a:t>i</a:t>
            </a:r>
            <a:r>
              <a:rPr lang="da-DK" baseline="30000" dirty="0">
                <a:latin typeface="Times New Roman" panose="02020603050405020304" pitchFamily="18" charset="0"/>
                <a:cs typeface="Times New Roman" panose="02020603050405020304" pitchFamily="18" charset="0"/>
              </a:rPr>
              <a:t>2</a:t>
            </a:r>
            <a:r>
              <a:rPr lang="da-DK" dirty="0">
                <a:latin typeface="Times New Roman" panose="02020603050405020304" pitchFamily="18" charset="0"/>
                <a:cs typeface="Times New Roman" panose="02020603050405020304" pitchFamily="18" charset="0"/>
              </a:rPr>
              <a:t>-v</a:t>
            </a:r>
            <a:r>
              <a:rPr lang="da-DK" baseline="-25000" dirty="0">
                <a:latin typeface="Times New Roman" panose="02020603050405020304" pitchFamily="18" charset="0"/>
                <a:cs typeface="Times New Roman" panose="02020603050405020304" pitchFamily="18" charset="0"/>
              </a:rPr>
              <a:t>f</a:t>
            </a:r>
            <a:r>
              <a:rPr lang="da-DK" dirty="0">
                <a:latin typeface="Times New Roman" panose="02020603050405020304" pitchFamily="18" charset="0"/>
                <a:cs typeface="Times New Roman" panose="02020603050405020304" pitchFamily="18" charset="0"/>
              </a:rPr>
              <a:t> </a:t>
            </a:r>
            <a:r>
              <a:rPr lang="da-DK" baseline="30000" dirty="0">
                <a:latin typeface="Times New Roman" panose="02020603050405020304" pitchFamily="18" charset="0"/>
                <a:cs typeface="Times New Roman" panose="02020603050405020304" pitchFamily="18" charset="0"/>
              </a:rPr>
              <a:t>2</a:t>
            </a:r>
            <a:r>
              <a:rPr lang="da-DK"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da-DK" dirty="0"/>
              <a:t>                   </a:t>
            </a:r>
            <a:r>
              <a:rPr lang="da-DK" dirty="0">
                <a:latin typeface="Times New Roman" panose="02020603050405020304" pitchFamily="18" charset="0"/>
                <a:cs typeface="Times New Roman" panose="02020603050405020304" pitchFamily="18" charset="0"/>
              </a:rPr>
              <a:t>= ½ 3x10</a:t>
            </a:r>
            <a:r>
              <a:rPr lang="da-DK" baseline="30000" dirty="0">
                <a:latin typeface="Times New Roman" panose="02020603050405020304" pitchFamily="18" charset="0"/>
                <a:cs typeface="Times New Roman" panose="02020603050405020304" pitchFamily="18" charset="0"/>
              </a:rPr>
              <a:t>-3</a:t>
            </a:r>
            <a:r>
              <a:rPr lang="da-DK" dirty="0">
                <a:latin typeface="Times New Roman" panose="02020603050405020304" pitchFamily="18" charset="0"/>
                <a:cs typeface="Times New Roman" panose="02020603050405020304" pitchFamily="18" charset="0"/>
              </a:rPr>
              <a:t> (16-4)x10</a:t>
            </a:r>
            <a:r>
              <a:rPr lang="da-DK" baseline="30000" dirty="0">
                <a:latin typeface="Times New Roman" panose="02020603050405020304" pitchFamily="18" charset="0"/>
                <a:cs typeface="Times New Roman" panose="02020603050405020304" pitchFamily="18" charset="0"/>
              </a:rPr>
              <a:t>4</a:t>
            </a:r>
            <a:r>
              <a:rPr lang="da-DK" dirty="0">
                <a:latin typeface="Times New Roman" panose="02020603050405020304" pitchFamily="18" charset="0"/>
                <a:cs typeface="Times New Roman" panose="02020603050405020304" pitchFamily="18" charset="0"/>
              </a:rPr>
              <a:t> J </a:t>
            </a:r>
          </a:p>
          <a:p>
            <a:r>
              <a:rPr lang="da-DK" dirty="0">
                <a:latin typeface="Times New Roman" panose="02020603050405020304" pitchFamily="18" charset="0"/>
                <a:cs typeface="Times New Roman" panose="02020603050405020304" pitchFamily="18" charset="0"/>
              </a:rPr>
              <a:t>                   = </a:t>
            </a:r>
            <a:r>
              <a:rPr lang="da-DK" b="1" dirty="0">
                <a:solidFill>
                  <a:srgbClr val="002060"/>
                </a:solidFill>
                <a:latin typeface="Times New Roman" panose="02020603050405020304" pitchFamily="18" charset="0"/>
                <a:cs typeface="Times New Roman" panose="02020603050405020304" pitchFamily="18" charset="0"/>
              </a:rPr>
              <a:t>180 J  </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15" name="Rectangle 14"/>
          <p:cNvSpPr/>
          <p:nvPr/>
        </p:nvSpPr>
        <p:spPr>
          <a:xfrm>
            <a:off x="6696167" y="3770981"/>
            <a:ext cx="1295291" cy="307777"/>
          </a:xfrm>
          <a:prstGeom prst="rect">
            <a:avLst/>
          </a:prstGeom>
        </p:spPr>
        <p:txBody>
          <a:bodyPr wrap="none">
            <a:spAutoFit/>
          </a:bodyPr>
          <a:lstStyle/>
          <a:p>
            <a:pPr fontAlgn="base"/>
            <a:r>
              <a:rPr lang="en-US" sz="1400" b="1" dirty="0">
                <a:latin typeface="Times New Roman" panose="02020603050405020304" pitchFamily="18" charset="0"/>
                <a:cs typeface="Times New Roman" panose="02020603050405020304" pitchFamily="18" charset="0"/>
              </a:rPr>
              <a:t>We know that,</a:t>
            </a:r>
            <a:endParaRPr lang="en-US" sz="1400" dirty="0">
              <a:latin typeface="Times New Roman" panose="02020603050405020304" pitchFamily="18" charset="0"/>
              <a:cs typeface="Times New Roman" panose="02020603050405020304" pitchFamily="18" charset="0"/>
            </a:endParaRPr>
          </a:p>
        </p:txBody>
      </p:sp>
      <p:sp>
        <p:nvSpPr>
          <p:cNvPr id="16" name="Rectangle 15"/>
          <p:cNvSpPr/>
          <p:nvPr/>
        </p:nvSpPr>
        <p:spPr>
          <a:xfrm>
            <a:off x="5315132" y="5478870"/>
            <a:ext cx="6570584" cy="1077218"/>
          </a:xfrm>
          <a:prstGeom prst="rect">
            <a:avLst/>
          </a:prstGeom>
        </p:spPr>
        <p:txBody>
          <a:bodyPr wrap="square">
            <a:spAutoFit/>
          </a:bodyPr>
          <a:lstStyle/>
          <a:p>
            <a:pPr marL="285750" indent="-285750" algn="just">
              <a:buFont typeface="Wingdings" panose="05000000000000000000" pitchFamily="2" charset="2"/>
              <a:buChar char="ü"/>
            </a:pPr>
            <a:r>
              <a:rPr lang="en-US" sz="1600" dirty="0">
                <a:solidFill>
                  <a:srgbClr val="C00000"/>
                </a:solidFill>
                <a:latin typeface="Times New Roman" panose="02020603050405020304" pitchFamily="18" charset="0"/>
                <a:cs typeface="Times New Roman" panose="02020603050405020304" pitchFamily="18" charset="0"/>
              </a:rPr>
              <a:t>A 5.00-gm lead bullet traveling at 300 m/s is stopped by a large tree. If half the kinetic energy of the bullet is transformed into internal energy and remains with the bullet while the other half is transmitted to the tree, what is the increase in temperature of the bullet?</a:t>
            </a:r>
          </a:p>
        </p:txBody>
      </p:sp>
      <p:sp>
        <p:nvSpPr>
          <p:cNvPr id="17" name="TextBox 16"/>
          <p:cNvSpPr txBox="1"/>
          <p:nvPr/>
        </p:nvSpPr>
        <p:spPr>
          <a:xfrm>
            <a:off x="5315132" y="5158287"/>
            <a:ext cx="1911614" cy="369332"/>
          </a:xfrm>
          <a:prstGeom prst="rect">
            <a:avLst/>
          </a:prstGeom>
          <a:noFill/>
        </p:spPr>
        <p:txBody>
          <a:bodyPr wrap="none" rtlCol="0">
            <a:spAutoFit/>
          </a:bodyPr>
          <a:lstStyle/>
          <a:p>
            <a:pPr marL="285750" indent="-285750">
              <a:buFont typeface="Courier New" panose="02070309020205020404" pitchFamily="49" charset="0"/>
              <a:buChar char="o"/>
            </a:pPr>
            <a:r>
              <a:rPr lang="en-US" b="1" dirty="0">
                <a:solidFill>
                  <a:srgbClr val="00B050"/>
                </a:solidFill>
                <a:latin typeface="Times New Roman" panose="02020603050405020304" pitchFamily="18" charset="0"/>
                <a:cs typeface="Times New Roman" panose="02020603050405020304" pitchFamily="18" charset="0"/>
              </a:rPr>
              <a:t>Try yourself!!!</a:t>
            </a:r>
          </a:p>
        </p:txBody>
      </p:sp>
    </p:spTree>
    <p:custDataLst>
      <p:tags r:id="rId1"/>
    </p:custDataLst>
    <p:extLst>
      <p:ext uri="{BB962C8B-B14F-4D97-AF65-F5344CB8AC3E}">
        <p14:creationId xmlns:p14="http://schemas.microsoft.com/office/powerpoint/2010/main" val="869580594"/>
      </p:ext>
    </p:extLst>
  </p:cSld>
  <p:clrMapOvr>
    <a:masterClrMapping/>
  </p:clrMapOvr>
  <mc:AlternateContent xmlns:mc="http://schemas.openxmlformats.org/markup-compatibility/2006" xmlns:p14="http://schemas.microsoft.com/office/powerpoint/2010/main">
    <mc:Choice Requires="p14">
      <p:transition p14:dur="10" advTm="253353"/>
    </mc:Choice>
    <mc:Fallback xmlns="">
      <p:transition advTm="25335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7" grpId="0" animBg="1"/>
      <p:bldP spid="8" grpId="0"/>
      <p:bldP spid="10" grpId="0"/>
      <p:bldP spid="11" grpId="0"/>
      <p:bldP spid="12" grpId="0"/>
      <p:bldP spid="13" grpId="0"/>
      <p:bldP spid="14" grpId="0"/>
      <p:bldP spid="15" grpId="0"/>
      <p:bldP spid="16" grpId="0"/>
      <p:bldP spid="17" grpId="0"/>
    </p:bldLst>
  </p:timing>
  <p:extLst>
    <p:ext uri="{3A86A75C-4F4B-4683-9AE1-C65F6400EC91}">
      <p14:laserTraceLst xmlns:p14="http://schemas.microsoft.com/office/powerpoint/2010/main">
        <p14:tracePtLst>
          <p14:tracePt t="2403" x="4530725" y="3503613"/>
          <p14:tracePt t="2411" x="4681538" y="3567113"/>
          <p14:tracePt t="2419" x="4756150" y="3579813"/>
          <p14:tracePt t="2427" x="4819650" y="3579813"/>
          <p14:tracePt t="2435" x="4868863" y="3579813"/>
          <p14:tracePt t="2443" x="4932363" y="3603625"/>
          <p14:tracePt t="2451" x="4968875" y="3603625"/>
          <p14:tracePt t="2460" x="5019675" y="3603625"/>
          <p14:tracePt t="2467" x="5081588" y="3603625"/>
          <p14:tracePt t="2475" x="5219700" y="3603625"/>
          <p14:tracePt t="2483" x="5407025" y="3516313"/>
          <p14:tracePt t="2491" x="5619750" y="3416300"/>
          <p14:tracePt t="2499" x="6083300" y="3165475"/>
          <p14:tracePt t="2507" x="6421438" y="2978150"/>
          <p14:tracePt t="2515" x="6846888" y="2778125"/>
          <p14:tracePt t="2523" x="7085013" y="2603500"/>
          <p14:tracePt t="2532" x="7297738" y="2465388"/>
          <p14:tracePt t="2539" x="7472363" y="2327275"/>
          <p14:tracePt t="2547" x="7548563" y="2239963"/>
          <p14:tracePt t="2555" x="7585075" y="2165350"/>
          <p14:tracePt t="2563" x="7597775" y="2101850"/>
          <p14:tracePt t="2571" x="7610475" y="2039938"/>
          <p14:tracePt t="2579" x="7623175" y="1989138"/>
          <p14:tracePt t="2587" x="7623175" y="1952625"/>
          <p14:tracePt t="2595" x="7623175" y="1889125"/>
          <p14:tracePt t="2603" x="7623175" y="1801813"/>
          <p14:tracePt t="2611" x="7623175" y="1676400"/>
          <p14:tracePt t="2619" x="7648575" y="1539875"/>
          <p14:tracePt t="2627" x="7648575" y="1389063"/>
          <p14:tracePt t="2635" x="7648575" y="1238250"/>
          <p14:tracePt t="2644" x="7635875" y="1114425"/>
          <p14:tracePt t="2651" x="7585075" y="1001713"/>
          <p14:tracePt t="2659" x="7523163" y="863600"/>
          <p14:tracePt t="2667" x="7472363" y="750888"/>
          <p14:tracePt t="2675" x="7385050" y="625475"/>
          <p14:tracePt t="2683" x="7335838" y="525463"/>
          <p14:tracePt t="2691" x="7259638" y="450850"/>
          <p14:tracePt t="2699" x="7223125" y="387350"/>
          <p14:tracePt t="2707" x="7146925" y="325438"/>
          <p14:tracePt t="2715" x="7110413" y="287338"/>
          <p14:tracePt t="2723" x="7072313" y="274638"/>
          <p14:tracePt t="2739" x="7034213" y="250825"/>
          <p14:tracePt t="2747" x="7010400" y="250825"/>
          <p14:tracePt t="2755" x="6959600" y="250825"/>
          <p14:tracePt t="2763" x="6884988" y="274638"/>
          <p14:tracePt t="2771" x="6797675" y="338138"/>
          <p14:tracePt t="2779" x="6734175" y="387350"/>
          <p14:tracePt t="2787" x="6672263" y="476250"/>
          <p14:tracePt t="2795" x="6596063" y="550863"/>
          <p14:tracePt t="2803" x="6559550" y="625475"/>
          <p14:tracePt t="2811" x="6534150" y="688975"/>
          <p14:tracePt t="2819" x="6508750" y="750888"/>
          <p14:tracePt t="2828" x="6508750" y="801688"/>
          <p14:tracePt t="2835" x="6508750" y="838200"/>
          <p14:tracePt t="2843" x="6572250" y="876300"/>
          <p14:tracePt t="2851" x="6708775" y="901700"/>
          <p14:tracePt t="2859" x="6921500" y="912813"/>
          <p14:tracePt t="2867" x="7223125" y="912813"/>
          <p14:tracePt t="2875" x="7561263" y="912813"/>
          <p14:tracePt t="2883" x="7835900" y="912813"/>
          <p14:tracePt t="2891" x="8086725" y="912813"/>
          <p14:tracePt t="2899" x="8248650" y="912813"/>
          <p14:tracePt t="2907" x="8386763" y="889000"/>
          <p14:tracePt t="2916" x="8461375" y="850900"/>
          <p14:tracePt t="2928" x="8474075" y="838200"/>
          <p14:tracePt t="2932" x="8512175" y="801688"/>
          <p14:tracePt t="2939" x="8512175" y="750888"/>
          <p14:tracePt t="2947" x="8512175" y="738188"/>
          <p14:tracePt t="2955" x="8512175" y="712788"/>
          <p14:tracePt t="2963" x="8512175" y="688975"/>
          <p14:tracePt t="2971" x="8499475" y="688975"/>
          <p14:tracePt t="2979" x="8474075" y="663575"/>
          <p14:tracePt t="2987" x="8435975" y="663575"/>
          <p14:tracePt t="2995" x="8386763" y="663575"/>
          <p14:tracePt t="3003" x="8324850" y="663575"/>
          <p14:tracePt t="3012" x="8223250" y="676275"/>
          <p14:tracePt t="3019" x="8099425" y="750888"/>
          <p14:tracePt t="3028" x="7948613" y="876300"/>
          <p14:tracePt t="3035" x="7823200" y="1001713"/>
          <p14:tracePt t="3043" x="7735888" y="1163638"/>
          <p14:tracePt t="3051" x="7661275" y="1301750"/>
          <p14:tracePt t="3059" x="7661275" y="1376363"/>
          <p14:tracePt t="3067" x="7661275" y="1463675"/>
          <p14:tracePt t="3075" x="7673975" y="1489075"/>
          <p14:tracePt t="3083" x="7810500" y="1501775"/>
          <p14:tracePt t="3091" x="7974013" y="1501775"/>
          <p14:tracePt t="3100" x="8135938" y="1501775"/>
          <p14:tracePt t="3107" x="8324850" y="1501775"/>
          <p14:tracePt t="3115" x="8474075" y="1427163"/>
          <p14:tracePt t="3123" x="8661400" y="1339850"/>
          <p14:tracePt t="3131" x="8799513" y="1238250"/>
          <p14:tracePt t="3139" x="8924925" y="1150938"/>
          <p14:tracePt t="3147" x="9012238" y="1089025"/>
          <p14:tracePt t="3155" x="9088438" y="1025525"/>
          <p14:tracePt t="3163" x="9137650" y="989013"/>
          <p14:tracePt t="3171" x="9150350" y="925513"/>
          <p14:tracePt t="3179" x="9150350" y="912813"/>
          <p14:tracePt t="3187" x="9150350" y="901700"/>
          <p14:tracePt t="3235" x="9150350" y="889000"/>
          <p14:tracePt t="3251" x="9124950" y="889000"/>
          <p14:tracePt t="3259" x="9124950" y="938213"/>
          <p14:tracePt t="3267" x="9124950" y="1001713"/>
          <p14:tracePt t="3275" x="9124950" y="1063625"/>
          <p14:tracePt t="3284" x="9163050" y="1125538"/>
          <p14:tracePt t="3291" x="9199563" y="1163638"/>
          <p14:tracePt t="3299" x="9250363" y="1214438"/>
          <p14:tracePt t="3307" x="9312275" y="1227138"/>
          <p14:tracePt t="3315" x="9401175" y="1238250"/>
          <p14:tracePt t="3323" x="9501188" y="1238250"/>
          <p14:tracePt t="3331" x="9613900" y="1238250"/>
          <p14:tracePt t="3339" x="9701213" y="1238250"/>
          <p14:tracePt t="3347" x="9801225" y="1238250"/>
          <p14:tracePt t="3355" x="9901238" y="1238250"/>
          <p14:tracePt t="3363" x="9988550" y="1189038"/>
          <p14:tracePt t="3371" x="10064750" y="1150938"/>
          <p14:tracePt t="3379" x="10075863" y="1125538"/>
          <p14:tracePt t="3387" x="10088563" y="1114425"/>
          <p14:tracePt t="3396" x="10088563" y="1101725"/>
          <p14:tracePt t="3403" x="10088563" y="1076325"/>
          <p14:tracePt t="3411" x="10088563" y="1063625"/>
          <p14:tracePt t="3419" x="10075863" y="1038225"/>
          <p14:tracePt t="3427" x="10026650" y="1014413"/>
          <p14:tracePt t="3435" x="9963150" y="1001713"/>
          <p14:tracePt t="3443" x="9888538" y="976313"/>
          <p14:tracePt t="3451" x="9852025" y="976313"/>
          <p14:tracePt t="3459" x="9813925" y="976313"/>
          <p14:tracePt t="3468" x="9801225" y="976313"/>
          <p14:tracePt t="3515" x="9788525" y="976313"/>
          <p14:tracePt t="3707" x="9801225" y="976313"/>
          <p14:tracePt t="3755" x="9813925" y="976313"/>
          <p14:tracePt t="3955" x="9813925" y="989013"/>
          <p14:tracePt t="3963" x="9813925" y="1014413"/>
          <p14:tracePt t="3971" x="9801225" y="1089025"/>
          <p14:tracePt t="3979" x="9726613" y="1138238"/>
          <p14:tracePt t="3987" x="9601200" y="1214438"/>
          <p14:tracePt t="3995" x="9413875" y="1327150"/>
          <p14:tracePt t="4003" x="9099550" y="1439863"/>
          <p14:tracePt t="4011" x="8686800" y="1576388"/>
          <p14:tracePt t="4019" x="8248650" y="1701800"/>
          <p14:tracePt t="4027" x="7761288" y="1865313"/>
          <p14:tracePt t="4036" x="7223125" y="2027238"/>
          <p14:tracePt t="4043" x="6746875" y="2165350"/>
          <p14:tracePt t="4051" x="6334125" y="2314575"/>
          <p14:tracePt t="4059" x="6134100" y="2365375"/>
          <p14:tracePt t="4067" x="5995988" y="2403475"/>
          <p14:tracePt t="4075" x="5883275" y="2427288"/>
          <p14:tracePt t="4083" x="5783263" y="2478088"/>
          <p14:tracePt t="4091" x="5719763" y="2490788"/>
          <p14:tracePt t="4099" x="5695950" y="2527300"/>
          <p14:tracePt t="4107" x="5657850" y="2527300"/>
          <p14:tracePt t="4123" x="5632450" y="2552700"/>
          <p14:tracePt t="4132" x="5619750" y="2552700"/>
          <p14:tracePt t="4148" x="5595938" y="2565400"/>
          <p14:tracePt t="4163" x="5583238" y="2578100"/>
          <p14:tracePt t="4179" x="5570538" y="2578100"/>
          <p14:tracePt t="4187" x="5557838" y="2578100"/>
          <p14:tracePt t="4203" x="5545138" y="2578100"/>
          <p14:tracePt t="4220" x="5532438" y="2578100"/>
          <p14:tracePt t="4235" x="5519738" y="2578100"/>
          <p14:tracePt t="4275" x="5495925" y="2578100"/>
          <p14:tracePt t="4291" x="5483225" y="2578100"/>
          <p14:tracePt t="4323" x="5457825" y="2603500"/>
          <p14:tracePt t="4339" x="5407025" y="2603500"/>
          <p14:tracePt t="4347" x="5383213" y="2627313"/>
          <p14:tracePt t="4355" x="5345113" y="2665413"/>
          <p14:tracePt t="4363" x="5257800" y="2728913"/>
          <p14:tracePt t="4371" x="5157788" y="2790825"/>
          <p14:tracePt t="4379" x="5045075" y="2878138"/>
          <p14:tracePt t="4387" x="4919663" y="2952750"/>
          <p14:tracePt t="4395" x="4794250" y="3054350"/>
          <p14:tracePt t="4404" x="4694238" y="3116263"/>
          <p14:tracePt t="4411" x="4619625" y="3178175"/>
          <p14:tracePt t="4419" x="4556125" y="3216275"/>
          <p14:tracePt t="4427" x="4494213" y="3241675"/>
          <p14:tracePt t="4435" x="4481513" y="3254375"/>
          <p14:tracePt t="4443" x="4468813" y="3254375"/>
          <p14:tracePt t="4507" x="4456113" y="3254375"/>
          <p14:tracePt t="4515" x="4456113" y="3278188"/>
          <p14:tracePt t="4523" x="4443413" y="3290888"/>
          <p14:tracePt t="4531" x="4430713" y="3290888"/>
          <p14:tracePt t="4571" x="4430713" y="3316288"/>
          <p14:tracePt t="4651" x="4430713" y="3328988"/>
          <p14:tracePt t="4819" x="4443413" y="3328988"/>
          <p14:tracePt t="4875" x="4456113" y="3328988"/>
          <p14:tracePt t="4931" x="4468813" y="3328988"/>
          <p14:tracePt t="4963" x="4481513" y="3328988"/>
          <p14:tracePt t="5027" x="4506913" y="3354388"/>
          <p14:tracePt t="5051" x="4506913" y="3367088"/>
          <p14:tracePt t="5107" x="4518025" y="3367088"/>
          <p14:tracePt t="5307" x="4518025" y="3378200"/>
          <p14:tracePt t="5403" x="4506913" y="3378200"/>
          <p14:tracePt t="5435" x="4494213" y="3378200"/>
          <p14:tracePt t="5451" x="4481513" y="3378200"/>
          <p14:tracePt t="5483" x="4468813" y="3378200"/>
          <p14:tracePt t="5499" x="4456113" y="3378200"/>
          <p14:tracePt t="5539" x="4443413" y="3378200"/>
          <p14:tracePt t="5555" x="4430713" y="3378200"/>
          <p14:tracePt t="5563" x="4418013" y="3378200"/>
          <p14:tracePt t="5571" x="4394200" y="3378200"/>
          <p14:tracePt t="5587" x="4368800" y="3378200"/>
          <p14:tracePt t="5595" x="4330700" y="3378200"/>
          <p14:tracePt t="5603" x="4305300" y="3378200"/>
          <p14:tracePt t="5611" x="4268788" y="3378200"/>
          <p14:tracePt t="5619" x="4205288" y="3403600"/>
          <p14:tracePt t="5627" x="4143375" y="3416300"/>
          <p14:tracePt t="5636" x="4092575" y="3416300"/>
          <p14:tracePt t="5643" x="3992563" y="3429000"/>
          <p14:tracePt t="5651" x="3905250" y="3429000"/>
          <p14:tracePt t="5659" x="3792538" y="3429000"/>
          <p14:tracePt t="5667" x="3705225" y="3429000"/>
          <p14:tracePt t="5675" x="3617913" y="3429000"/>
          <p14:tracePt t="5683" x="3530600" y="3429000"/>
          <p14:tracePt t="5691" x="3417888" y="3367088"/>
          <p14:tracePt t="5699" x="3267075" y="3267075"/>
          <p14:tracePt t="5707" x="3128963" y="3178175"/>
          <p14:tracePt t="5715" x="2941638" y="3078163"/>
          <p14:tracePt t="5724" x="2767013" y="2952750"/>
          <p14:tracePt t="5731" x="2603500" y="2840038"/>
          <p14:tracePt t="5739" x="2452688" y="2728913"/>
          <p14:tracePt t="5747" x="2328863" y="2652713"/>
          <p14:tracePt t="5755" x="2203450" y="2565400"/>
          <p14:tracePt t="5763" x="2103438" y="2516188"/>
          <p14:tracePt t="5771" x="1965325" y="2465388"/>
          <p14:tracePt t="5779" x="1839913" y="2427288"/>
          <p14:tracePt t="5787" x="1714500" y="2365375"/>
          <p14:tracePt t="5795" x="1614488" y="2327275"/>
          <p14:tracePt t="5803" x="1476375" y="2314575"/>
          <p14:tracePt t="5811" x="1376363" y="2303463"/>
          <p14:tracePt t="5820" x="1289050" y="2290763"/>
          <p14:tracePt t="5827" x="1189038" y="2290763"/>
          <p14:tracePt t="5836" x="1127125" y="2290763"/>
          <p14:tracePt t="5843" x="1014413" y="2265363"/>
          <p14:tracePt t="5851" x="950913" y="2265363"/>
          <p14:tracePt t="5859" x="876300" y="2265363"/>
          <p14:tracePt t="5867" x="814388" y="2265363"/>
          <p14:tracePt t="5875" x="763588" y="2265363"/>
          <p14:tracePt t="5883" x="712788" y="2265363"/>
          <p14:tracePt t="5891" x="663575" y="2278063"/>
          <p14:tracePt t="5899" x="625475" y="2278063"/>
          <p14:tracePt t="5963" x="612775" y="2278063"/>
          <p14:tracePt t="5971" x="600075" y="2278063"/>
          <p14:tracePt t="5979" x="576263" y="2278063"/>
          <p14:tracePt t="5987" x="550863" y="2278063"/>
          <p14:tracePt t="5995" x="525463" y="2278063"/>
          <p14:tracePt t="6003" x="500063" y="2278063"/>
          <p14:tracePt t="6011" x="488950" y="2278063"/>
          <p14:tracePt t="6020" x="476250" y="2278063"/>
          <p14:tracePt t="6027" x="463550" y="2278063"/>
          <p14:tracePt t="6035" x="450850" y="2278063"/>
          <p14:tracePt t="6075" x="438150" y="2278063"/>
          <p14:tracePt t="6187" x="450850" y="2278063"/>
          <p14:tracePt t="6195" x="576263" y="2314575"/>
          <p14:tracePt t="6203" x="750888" y="2339975"/>
          <p14:tracePt t="6211" x="914400" y="2390775"/>
          <p14:tracePt t="6219" x="1063625" y="2390775"/>
          <p14:tracePt t="6227" x="1214438" y="2414588"/>
          <p14:tracePt t="6235" x="1489075" y="2465388"/>
          <p14:tracePt t="6243" x="1752600" y="2465388"/>
          <p14:tracePt t="6251" x="2278063" y="2490788"/>
          <p14:tracePt t="6259" x="2716213" y="2490788"/>
          <p14:tracePt t="6267" x="3292475" y="2490788"/>
          <p14:tracePt t="6276" x="3905250" y="2490788"/>
          <p14:tracePt t="6283" x="4556125" y="2427288"/>
          <p14:tracePt t="6292" x="5157788" y="2327275"/>
          <p14:tracePt t="6299" x="5645150" y="2290763"/>
          <p14:tracePt t="6308" x="6108700" y="2201863"/>
          <p14:tracePt t="6315" x="6584950" y="2178050"/>
          <p14:tracePt t="6323" x="6997700" y="2152650"/>
          <p14:tracePt t="6331" x="7348538" y="2152650"/>
          <p14:tracePt t="6339" x="7685088" y="2152650"/>
          <p14:tracePt t="6347" x="7886700" y="2152650"/>
          <p14:tracePt t="6355" x="8099425" y="2152650"/>
          <p14:tracePt t="6363" x="8248650" y="2152650"/>
          <p14:tracePt t="6371" x="8348663" y="2152650"/>
          <p14:tracePt t="6379" x="8412163" y="2152650"/>
          <p14:tracePt t="6388" x="8461375" y="2152650"/>
          <p14:tracePt t="6395" x="8486775" y="2152650"/>
          <p14:tracePt t="6404" x="8512175" y="2152650"/>
          <p14:tracePt t="6411" x="8524875" y="2152650"/>
          <p14:tracePt t="6419" x="8537575" y="2152650"/>
          <p14:tracePt t="6427" x="8561388" y="2152650"/>
          <p14:tracePt t="6435" x="8574088" y="2165350"/>
          <p14:tracePt t="6443" x="8612188" y="2178050"/>
          <p14:tracePt t="6451" x="8650288" y="2190750"/>
          <p14:tracePt t="6459" x="8686800" y="2214563"/>
          <p14:tracePt t="6467" x="8712200" y="2227263"/>
          <p14:tracePt t="6476" x="8724900" y="2239963"/>
          <p14:tracePt t="6483" x="8750300" y="2239963"/>
          <p14:tracePt t="6491" x="8774113" y="2265363"/>
          <p14:tracePt t="6507" x="8786813" y="2265363"/>
          <p14:tracePt t="6531" x="8799513" y="2265363"/>
          <p14:tracePt t="6571" x="8812213" y="2265363"/>
          <p14:tracePt t="6587" x="8837613" y="2265363"/>
          <p14:tracePt t="6595" x="8874125" y="2265363"/>
          <p14:tracePt t="6603" x="8924925" y="2265363"/>
          <p14:tracePt t="6611" x="8999538" y="2265363"/>
          <p14:tracePt t="6619" x="9099550" y="2265363"/>
          <p14:tracePt t="6627" x="9199563" y="2265363"/>
          <p14:tracePt t="6635" x="9288463" y="2265363"/>
          <p14:tracePt t="6643" x="9337675" y="2265363"/>
          <p14:tracePt t="6651" x="9375775" y="2265363"/>
          <p14:tracePt t="6660" x="9401175" y="2265363"/>
          <p14:tracePt t="6763" x="9413875" y="2278063"/>
          <p14:tracePt t="6771" x="9424988" y="2303463"/>
          <p14:tracePt t="6779" x="9437688" y="2314575"/>
          <p14:tracePt t="6787" x="9450388" y="2327275"/>
          <p14:tracePt t="6851" x="9475788" y="2339975"/>
          <p14:tracePt t="6867" x="9488488" y="2352675"/>
          <p14:tracePt t="6875" x="9501188" y="2352675"/>
          <p14:tracePt t="6915" x="9513888" y="2352675"/>
          <p14:tracePt t="6923" x="9525000" y="2352675"/>
          <p14:tracePt t="6939" x="9537700" y="2352675"/>
          <p14:tracePt t="6955" x="9550400" y="2352675"/>
          <p14:tracePt t="6971" x="9575800" y="2352675"/>
          <p14:tracePt t="6987" x="9588500" y="2352675"/>
          <p14:tracePt t="6995" x="9613900" y="2352675"/>
          <p14:tracePt t="7003" x="9626600" y="2352675"/>
          <p14:tracePt t="7011" x="9650413" y="2352675"/>
          <p14:tracePt t="7019" x="9675813" y="2352675"/>
          <p14:tracePt t="7028" x="9688513" y="2339975"/>
          <p14:tracePt t="7035" x="9701213" y="2339975"/>
          <p14:tracePt t="7763" x="9713913" y="2327275"/>
          <p14:tracePt t="7771" x="9713913" y="2314575"/>
          <p14:tracePt t="7780" x="9688513" y="2290763"/>
          <p14:tracePt t="7787" x="9575800" y="2252663"/>
          <p14:tracePt t="7796" x="9375775" y="2190750"/>
          <p14:tracePt t="7803" x="9024938" y="2127250"/>
          <p14:tracePt t="7811" x="8324850" y="2027238"/>
          <p14:tracePt t="7819" x="7510463" y="2001838"/>
          <p14:tracePt t="7827" x="6321425" y="2001838"/>
          <p14:tracePt t="7835" x="5081588" y="2001838"/>
          <p14:tracePt t="7843" x="3554413" y="2001838"/>
          <p14:tracePt t="7851" x="2127250" y="2165350"/>
          <p14:tracePt t="7859" x="863600" y="2278063"/>
          <p14:tracePt t="8211" x="225425" y="2527300"/>
          <p14:tracePt t="8219" x="312738" y="2503488"/>
          <p14:tracePt t="8227" x="387350" y="2452688"/>
          <p14:tracePt t="8235" x="412750" y="2427288"/>
          <p14:tracePt t="8243" x="412750" y="2378075"/>
          <p14:tracePt t="8251" x="412750" y="2327275"/>
          <p14:tracePt t="8260" x="376238" y="2265363"/>
          <p14:tracePt t="8267" x="300038" y="2201863"/>
          <p14:tracePt t="8276" x="187325" y="2127250"/>
          <p14:tracePt t="8283" x="112713" y="2065338"/>
          <p14:tracePt t="8291" x="0" y="2014538"/>
          <p14:tracePt t="8675" x="150813" y="2190750"/>
          <p14:tracePt t="8683" x="274638" y="2252663"/>
          <p14:tracePt t="8691" x="363538" y="2303463"/>
          <p14:tracePt t="8699" x="463550" y="2327275"/>
          <p14:tracePt t="8707" x="563563" y="2378075"/>
          <p14:tracePt t="8716" x="663575" y="2414588"/>
          <p14:tracePt t="8723" x="750888" y="2439988"/>
          <p14:tracePt t="8731" x="838200" y="2452688"/>
          <p14:tracePt t="8739" x="889000" y="2452688"/>
          <p14:tracePt t="8747" x="901700" y="2452688"/>
          <p14:tracePt t="8755" x="914400" y="2452688"/>
          <p14:tracePt t="9443" x="925513" y="2452688"/>
          <p14:tracePt t="9459" x="938213" y="2452688"/>
          <p14:tracePt t="9468" x="938213" y="2465388"/>
          <p14:tracePt t="9475" x="950913" y="2478088"/>
          <p14:tracePt t="9491" x="950913" y="2490788"/>
          <p14:tracePt t="9499" x="950913" y="2503488"/>
          <p14:tracePt t="9507" x="950913" y="2516188"/>
          <p14:tracePt t="9515" x="925513" y="2540000"/>
          <p14:tracePt t="9523" x="850900" y="2540000"/>
          <p14:tracePt t="9531" x="801688" y="2540000"/>
          <p14:tracePt t="9539" x="738188" y="2540000"/>
          <p14:tracePt t="9547" x="712788" y="2552700"/>
          <p14:tracePt t="9555" x="712788" y="2565400"/>
          <p14:tracePt t="9755" x="650875" y="2603500"/>
          <p14:tracePt t="9763" x="612775" y="2616200"/>
          <p14:tracePt t="9771" x="576263" y="2616200"/>
          <p14:tracePt t="9779" x="538163" y="2616200"/>
          <p14:tracePt t="9803" x="488950" y="2603500"/>
          <p14:tracePt t="9811" x="463550" y="2590800"/>
          <p14:tracePt t="9819" x="425450" y="2590800"/>
          <p14:tracePt t="9827" x="400050" y="2590800"/>
          <p14:tracePt t="9835" x="387350" y="2590800"/>
          <p14:tracePt t="9852" x="376238" y="2590800"/>
          <p14:tracePt t="9859" x="376238" y="2578100"/>
          <p14:tracePt t="9867" x="387350" y="2565400"/>
          <p14:tracePt t="9875" x="400050" y="2540000"/>
          <p14:tracePt t="9883" x="412750" y="2540000"/>
          <p14:tracePt t="9891" x="412750" y="2527300"/>
          <p14:tracePt t="9899" x="412750" y="2516188"/>
          <p14:tracePt t="9907" x="425450" y="2503488"/>
          <p14:tracePt t="9915" x="425450" y="2478088"/>
          <p14:tracePt t="9923" x="450850" y="2452688"/>
          <p14:tracePt t="9932" x="450850" y="2427288"/>
          <p14:tracePt t="9939" x="476250" y="2390775"/>
          <p14:tracePt t="9948" x="488950" y="2365375"/>
          <p14:tracePt t="9955" x="488950" y="2339975"/>
          <p14:tracePt t="9964" x="500063" y="2303463"/>
          <p14:tracePt t="9971" x="500063" y="2290763"/>
          <p14:tracePt t="9979" x="525463" y="2252663"/>
          <p14:tracePt t="9987" x="525463" y="2239963"/>
          <p14:tracePt t="9995" x="525463" y="2214563"/>
          <p14:tracePt t="10011" x="538163" y="2201863"/>
          <p14:tracePt t="10019" x="550863" y="2190750"/>
          <p14:tracePt t="10036" x="563563" y="2165350"/>
          <p14:tracePt t="10051" x="576263" y="2139950"/>
          <p14:tracePt t="10059" x="576263" y="2127250"/>
          <p14:tracePt t="10067" x="588963" y="2101850"/>
          <p14:tracePt t="10083" x="588963" y="2089150"/>
          <p14:tracePt t="10099" x="588963" y="2065338"/>
          <p14:tracePt t="10115" x="588963" y="2052638"/>
          <p14:tracePt t="10132" x="588963" y="2027238"/>
          <p14:tracePt t="10148" x="588963" y="2014538"/>
          <p14:tracePt t="10163" x="588963" y="2001838"/>
          <p14:tracePt t="10171" x="588963" y="1989138"/>
          <p14:tracePt t="10179" x="588963" y="1978025"/>
          <p14:tracePt t="10187" x="588963" y="1952625"/>
          <p14:tracePt t="10203" x="588963" y="1927225"/>
          <p14:tracePt t="10211" x="576263" y="1927225"/>
          <p14:tracePt t="10220" x="576263" y="1914525"/>
          <p14:tracePt t="10227" x="576263" y="1901825"/>
          <p14:tracePt t="10259" x="576263" y="1889125"/>
          <p14:tracePt t="10267" x="563563" y="1889125"/>
          <p14:tracePt t="10275" x="563563" y="1876425"/>
          <p14:tracePt t="10323" x="538163" y="1876425"/>
          <p14:tracePt t="10347" x="525463" y="1876425"/>
          <p14:tracePt t="10363" x="500063" y="1876425"/>
          <p14:tracePt t="10387" x="488950" y="1876425"/>
          <p14:tracePt t="10403" x="476250" y="1876425"/>
          <p14:tracePt t="10419" x="463550" y="1876425"/>
          <p14:tracePt t="10427" x="450850" y="1876425"/>
          <p14:tracePt t="10651" x="438150" y="1876425"/>
          <p14:tracePt t="10659" x="438150" y="1865313"/>
          <p14:tracePt t="10683" x="463550" y="1852613"/>
          <p14:tracePt t="10715" x="488950" y="1827213"/>
          <p14:tracePt t="10723" x="500063" y="1827213"/>
          <p14:tracePt t="10747" x="525463" y="1827213"/>
          <p14:tracePt t="10787" x="538163" y="1827213"/>
          <p14:tracePt t="10819" x="563563" y="1827213"/>
          <p14:tracePt t="10827" x="576263" y="1827213"/>
          <p14:tracePt t="10843" x="588963" y="1839913"/>
          <p14:tracePt t="10851" x="600075" y="1852613"/>
          <p14:tracePt t="10867" x="625475" y="1865313"/>
          <p14:tracePt t="12427" x="638175" y="1889125"/>
          <p14:tracePt t="12435" x="663575" y="1889125"/>
          <p14:tracePt t="12443" x="701675" y="1889125"/>
          <p14:tracePt t="12451" x="738188" y="1889125"/>
          <p14:tracePt t="12459" x="738188" y="1901825"/>
          <p14:tracePt t="12467" x="776288" y="1914525"/>
          <p14:tracePt t="12476" x="788988" y="1914525"/>
          <p14:tracePt t="12483" x="814388" y="1914525"/>
          <p14:tracePt t="12491" x="838200" y="1914525"/>
          <p14:tracePt t="12499" x="876300" y="1914525"/>
          <p14:tracePt t="12507" x="901700" y="1914525"/>
          <p14:tracePt t="12515" x="950913" y="1914525"/>
          <p14:tracePt t="12523" x="976313" y="1914525"/>
          <p14:tracePt t="12531" x="1014413" y="1914525"/>
          <p14:tracePt t="12547" x="1038225" y="1914525"/>
          <p14:tracePt t="12555" x="1050925" y="1914525"/>
          <p14:tracePt t="12563" x="1076325" y="1914525"/>
          <p14:tracePt t="12579" x="1089025" y="1914525"/>
          <p14:tracePt t="12675" x="1114425" y="1914525"/>
          <p14:tracePt t="12707" x="1127125" y="1914525"/>
          <p14:tracePt t="12795" x="1114425" y="1914525"/>
          <p14:tracePt t="12811" x="1101725" y="1914525"/>
          <p14:tracePt t="12827" x="1089025" y="1914525"/>
          <p14:tracePt t="12851" x="1063625" y="1914525"/>
          <p14:tracePt t="12899" x="1050925" y="1901825"/>
          <p14:tracePt t="12987" x="1038225" y="1901825"/>
          <p14:tracePt t="13003" x="1027113" y="1901825"/>
          <p14:tracePt t="13011" x="1014413" y="1901825"/>
          <p14:tracePt t="13227" x="1027113" y="1901825"/>
          <p14:tracePt t="13235" x="1063625" y="1901825"/>
          <p14:tracePt t="13243" x="1101725" y="1901825"/>
          <p14:tracePt t="13251" x="1139825" y="1865313"/>
          <p14:tracePt t="13259" x="1163638" y="1865313"/>
          <p14:tracePt t="13267" x="1239838" y="1865313"/>
          <p14:tracePt t="13275" x="1339850" y="1852613"/>
          <p14:tracePt t="13283" x="1452563" y="1839913"/>
          <p14:tracePt t="13291" x="1527175" y="1839913"/>
          <p14:tracePt t="13299" x="1565275" y="1839913"/>
          <p14:tracePt t="13307" x="1601788" y="1814513"/>
          <p14:tracePt t="13315" x="1614488" y="1814513"/>
          <p14:tracePt t="13347" x="1627188" y="1814513"/>
          <p14:tracePt t="13403" x="1639888" y="1814513"/>
          <p14:tracePt t="13435" x="1652588" y="1814513"/>
          <p14:tracePt t="13451" x="1665288" y="1814513"/>
          <p14:tracePt t="13531" x="1677988" y="1814513"/>
          <p14:tracePt t="13547" x="1689100" y="1814513"/>
          <p14:tracePt t="13595" x="1714500" y="1814513"/>
          <p14:tracePt t="13643" x="1727200" y="1814513"/>
          <p14:tracePt t="13667" x="1752600" y="1814513"/>
          <p14:tracePt t="13691" x="1765300" y="1827213"/>
          <p14:tracePt t="13723" x="1778000" y="1827213"/>
          <p14:tracePt t="13731" x="1790700" y="1839913"/>
          <p14:tracePt t="13747" x="1801813" y="1852613"/>
          <p14:tracePt t="13755" x="1801813" y="1865313"/>
          <p14:tracePt t="13763" x="1839913" y="1876425"/>
          <p14:tracePt t="13771" x="1852613" y="1889125"/>
          <p14:tracePt t="13779" x="1878013" y="1889125"/>
          <p14:tracePt t="13787" x="1890713" y="1901825"/>
          <p14:tracePt t="13795" x="1903413" y="1914525"/>
          <p14:tracePt t="13803" x="1927225" y="1927225"/>
          <p14:tracePt t="13827" x="1952625" y="1939925"/>
          <p14:tracePt t="13867" x="1965325" y="1939925"/>
          <p14:tracePt t="13875" x="2003425" y="1939925"/>
          <p14:tracePt t="13883" x="2052638" y="1939925"/>
          <p14:tracePt t="13891" x="2090738" y="1939925"/>
          <p14:tracePt t="13899" x="2116138" y="1939925"/>
          <p14:tracePt t="13907" x="2139950" y="1939925"/>
          <p14:tracePt t="13925" x="2165350" y="1939925"/>
          <p14:tracePt t="13931" x="2178050" y="1939925"/>
          <p14:tracePt t="13939" x="2190750" y="1939925"/>
          <p14:tracePt t="13955" x="2203450" y="1939925"/>
          <p14:tracePt t="13971" x="2228850" y="1939925"/>
          <p14:tracePt t="13979" x="2252663" y="1939925"/>
          <p14:tracePt t="13987" x="2265363" y="1939925"/>
          <p14:tracePt t="13995" x="2303463" y="1939925"/>
          <p14:tracePt t="14003" x="2316163" y="1939925"/>
          <p14:tracePt t="14011" x="2339975" y="1939925"/>
          <p14:tracePt t="14019" x="2352675" y="1939925"/>
          <p14:tracePt t="14027" x="2365375" y="1939925"/>
          <p14:tracePt t="14043" x="2378075" y="1939925"/>
          <p14:tracePt t="14067" x="2403475" y="1939925"/>
          <p14:tracePt t="14083" x="2416175" y="1939925"/>
          <p14:tracePt t="14091" x="2428875" y="1939925"/>
          <p14:tracePt t="14107" x="2452688" y="1939925"/>
          <p14:tracePt t="14123" x="2465388" y="1939925"/>
          <p14:tracePt t="14139" x="2490788" y="1939925"/>
          <p14:tracePt t="14155" x="2503488" y="1939925"/>
          <p14:tracePt t="14164" x="2528888" y="1939925"/>
          <p14:tracePt t="14195" x="2541588" y="1939925"/>
          <p14:tracePt t="14235" x="2565400" y="1939925"/>
          <p14:tracePt t="14251" x="2578100" y="1939925"/>
          <p14:tracePt t="14267" x="2603500" y="1939925"/>
          <p14:tracePt t="14275" x="2616200" y="1939925"/>
          <p14:tracePt t="14291" x="2641600" y="1939925"/>
          <p14:tracePt t="14299" x="2654300" y="1939925"/>
          <p14:tracePt t="14315" x="2678113" y="1939925"/>
          <p14:tracePt t="14387" x="2690813" y="1939925"/>
          <p14:tracePt t="14435" x="2716213" y="1939925"/>
          <p14:tracePt t="14451" x="2728913" y="1939925"/>
          <p14:tracePt t="14475" x="2754313" y="1939925"/>
          <p14:tracePt t="14499" x="2767013" y="1939925"/>
          <p14:tracePt t="14507" x="2790825" y="1939925"/>
          <p14:tracePt t="14515" x="2803525" y="1939925"/>
          <p14:tracePt t="14523" x="2828925" y="1939925"/>
          <p14:tracePt t="14532" x="2854325" y="1939925"/>
          <p14:tracePt t="14539" x="2879725" y="1939925"/>
          <p14:tracePt t="14547" x="2916238" y="1939925"/>
          <p14:tracePt t="14555" x="2941638" y="1939925"/>
          <p14:tracePt t="14563" x="2979738" y="1939925"/>
          <p14:tracePt t="14571" x="3016250" y="1939925"/>
          <p14:tracePt t="14579" x="3041650" y="1939925"/>
          <p14:tracePt t="14587" x="3067050" y="1939925"/>
          <p14:tracePt t="14595" x="3079750" y="1939925"/>
          <p14:tracePt t="14603" x="3092450" y="1939925"/>
          <p14:tracePt t="14611" x="3103563" y="1939925"/>
          <p14:tracePt t="14619" x="3116263" y="1939925"/>
          <p14:tracePt t="14627" x="3128963" y="1939925"/>
          <p14:tracePt t="14635" x="3154363" y="1939925"/>
          <p14:tracePt t="14651" x="3179763" y="1939925"/>
          <p14:tracePt t="14659" x="3205163" y="1939925"/>
          <p14:tracePt t="14667" x="3228975" y="1939925"/>
          <p14:tracePt t="14683" x="3241675" y="1939925"/>
          <p14:tracePt t="14691" x="3267075" y="1939925"/>
          <p14:tracePt t="14707" x="3279775" y="1939925"/>
          <p14:tracePt t="14716" x="3292475" y="1939925"/>
          <p14:tracePt t="14723" x="3305175" y="1939925"/>
          <p14:tracePt t="14739" x="3328988" y="1939925"/>
          <p14:tracePt t="14755" x="3341688" y="1939925"/>
          <p14:tracePt t="14771" x="3354388" y="1939925"/>
          <p14:tracePt t="14779" x="3367088" y="1939925"/>
          <p14:tracePt t="14787" x="3379788" y="1939925"/>
          <p14:tracePt t="14795" x="3392488" y="1939925"/>
          <p14:tracePt t="14803" x="3417888" y="1939925"/>
          <p14:tracePt t="14811" x="3429000" y="1939925"/>
          <p14:tracePt t="14819" x="3454400" y="1939925"/>
          <p14:tracePt t="14828" x="3479800" y="1939925"/>
          <p14:tracePt t="14835" x="3492500" y="1939925"/>
          <p14:tracePt t="14843" x="3505200" y="1939925"/>
          <p14:tracePt t="14859" x="3517900" y="1939925"/>
          <p14:tracePt t="14867" x="3530600" y="1939925"/>
          <p14:tracePt t="14875" x="3541713" y="1939925"/>
          <p14:tracePt t="14891" x="3567113" y="1939925"/>
          <p14:tracePt t="14899" x="3579813" y="1939925"/>
          <p14:tracePt t="14907" x="3592513" y="1939925"/>
          <p14:tracePt t="14928" x="3630613" y="1939925"/>
          <p14:tracePt t="14931" x="3643313" y="1939925"/>
          <p14:tracePt t="14939" x="3654425" y="1939925"/>
          <p14:tracePt t="14963" x="3667125" y="1939925"/>
          <p14:tracePt t="14971" x="3679825" y="1939925"/>
          <p14:tracePt t="14979" x="3692525" y="1939925"/>
          <p14:tracePt t="14995" x="3705225" y="1939925"/>
          <p14:tracePt t="15012" x="3717925" y="1939925"/>
          <p14:tracePt t="15971" x="3730625" y="1939925"/>
          <p14:tracePt t="16092" x="3743325" y="1939925"/>
          <p14:tracePt t="16099" x="3767138" y="1939925"/>
          <p14:tracePt t="16107" x="3792538" y="1965325"/>
          <p14:tracePt t="16115" x="3856038" y="1978025"/>
          <p14:tracePt t="16123" x="3917950" y="1989138"/>
          <p14:tracePt t="16131" x="3979863" y="1989138"/>
          <p14:tracePt t="16139" x="4017963" y="1989138"/>
          <p14:tracePt t="16148" x="4068763" y="1989138"/>
          <p14:tracePt t="16155" x="4092575" y="1989138"/>
          <p14:tracePt t="16163" x="4117975" y="1989138"/>
          <p14:tracePt t="16171" x="4130675" y="1989138"/>
          <p14:tracePt t="16195" x="4156075" y="1989138"/>
          <p14:tracePt t="16571" x="4156075" y="1965325"/>
          <p14:tracePt t="16579" x="4168775" y="1927225"/>
          <p14:tracePt t="16595" x="4181475" y="1901825"/>
          <p14:tracePt t="16603" x="4181475" y="1889125"/>
          <p14:tracePt t="16619" x="4181475" y="1876425"/>
          <p14:tracePt t="16779" x="4156075" y="1876425"/>
          <p14:tracePt t="16787" x="4130675" y="1901825"/>
          <p14:tracePt t="16795" x="4117975" y="1914525"/>
          <p14:tracePt t="16803" x="4105275" y="1927225"/>
          <p14:tracePt t="16883" x="4092575" y="1927225"/>
          <p14:tracePt t="16939" x="4081463" y="1927225"/>
          <p14:tracePt t="17027" x="4105275" y="1914525"/>
          <p14:tracePt t="17035" x="4130675" y="1901825"/>
          <p14:tracePt t="17043" x="4168775" y="1889125"/>
          <p14:tracePt t="17051" x="4205288" y="1876425"/>
          <p14:tracePt t="17059" x="4217988" y="1865313"/>
          <p14:tracePt t="17067" x="4230688" y="1865313"/>
          <p14:tracePt t="17075" x="4243388" y="1852613"/>
          <p14:tracePt t="17084" x="4256088" y="1852613"/>
          <p14:tracePt t="17107" x="4281488" y="1852613"/>
          <p14:tracePt t="17123" x="4294188" y="1852613"/>
          <p14:tracePt t="17139" x="4318000" y="1852613"/>
          <p14:tracePt t="17147" x="4330700" y="1852613"/>
          <p14:tracePt t="17156" x="4356100" y="1852613"/>
          <p14:tracePt t="17163" x="4381500" y="1852613"/>
          <p14:tracePt t="17171" x="4406900" y="1852613"/>
          <p14:tracePt t="17187" x="4418013" y="1852613"/>
          <p14:tracePt t="17219" x="4443413" y="1852613"/>
          <p14:tracePt t="17235" x="4456113" y="1852613"/>
          <p14:tracePt t="17251" x="4481513" y="1852613"/>
          <p14:tracePt t="17331" x="4506913" y="1839913"/>
          <p14:tracePt t="17339" x="4530725" y="1827213"/>
          <p14:tracePt t="17347" x="4543425" y="1801813"/>
          <p14:tracePt t="17355" x="4556125" y="1801813"/>
          <p14:tracePt t="17363" x="4568825" y="1801813"/>
          <p14:tracePt t="17371" x="4581525" y="1789113"/>
          <p14:tracePt t="17483" x="4606925" y="1789113"/>
          <p14:tracePt t="17507" x="4619625" y="1789113"/>
          <p14:tracePt t="17531" x="4630738" y="1789113"/>
          <p14:tracePt t="17539" x="4643438" y="1789113"/>
          <p14:tracePt t="17547" x="4656138" y="1789113"/>
          <p14:tracePt t="17563" x="4668838" y="1789113"/>
          <p14:tracePt t="17659" x="4668838" y="1801813"/>
          <p14:tracePt t="17667" x="4694238" y="1814513"/>
          <p14:tracePt t="17683" x="4694238" y="1839913"/>
          <p14:tracePt t="17691" x="4706938" y="1839913"/>
          <p14:tracePt t="17699" x="4719638" y="1852613"/>
          <p14:tracePt t="17731" x="4732338" y="1852613"/>
          <p14:tracePt t="17763" x="4732338" y="1865313"/>
          <p14:tracePt t="17867" x="4743450" y="1865313"/>
          <p14:tracePt t="17899" x="4756150" y="1876425"/>
          <p14:tracePt t="17907" x="4768850" y="1876425"/>
          <p14:tracePt t="17939" x="4781550" y="1876425"/>
          <p14:tracePt t="17947" x="4806950" y="1876425"/>
          <p14:tracePt t="17979" x="4819650" y="1876425"/>
          <p14:tracePt t="17987" x="4832350" y="1876425"/>
          <p14:tracePt t="17995" x="4843463" y="1876425"/>
          <p14:tracePt t="18083" x="4856163" y="1876425"/>
          <p14:tracePt t="18099" x="4894263" y="1876425"/>
          <p14:tracePt t="18107" x="4906963" y="1876425"/>
          <p14:tracePt t="18115" x="4919663" y="1876425"/>
          <p14:tracePt t="18123" x="4945063" y="1876425"/>
          <p14:tracePt t="18131" x="4968875" y="1876425"/>
          <p14:tracePt t="18139" x="5006975" y="1876425"/>
          <p14:tracePt t="18147" x="5057775" y="1876425"/>
          <p14:tracePt t="18155" x="5132388" y="1876425"/>
          <p14:tracePt t="18163" x="5194300" y="1876425"/>
          <p14:tracePt t="18171" x="5281613" y="1876425"/>
          <p14:tracePt t="18179" x="5345113" y="1876425"/>
          <p14:tracePt t="18187" x="5394325" y="1876425"/>
          <p14:tracePt t="18195" x="5457825" y="1876425"/>
          <p14:tracePt t="18204" x="5495925" y="1876425"/>
          <p14:tracePt t="18211" x="5532438" y="1876425"/>
          <p14:tracePt t="18227" x="5545138" y="1876425"/>
          <p14:tracePt t="18235" x="5557838" y="1876425"/>
          <p14:tracePt t="18275" x="5570538" y="1876425"/>
          <p14:tracePt t="18307" x="5570538" y="1865313"/>
          <p14:tracePt t="18315" x="5583238" y="1865313"/>
          <p14:tracePt t="18323" x="5607050" y="1839913"/>
          <p14:tracePt t="18339" x="5619750" y="1839913"/>
          <p14:tracePt t="18355" x="5645150" y="1839913"/>
          <p14:tracePt t="18363" x="5657850" y="1839913"/>
          <p14:tracePt t="18371" x="5670550" y="1827213"/>
          <p14:tracePt t="18379" x="5683250" y="1827213"/>
          <p14:tracePt t="18388" x="5695950" y="1827213"/>
          <p14:tracePt t="18395" x="5719763" y="1827213"/>
          <p14:tracePt t="18403" x="5732463" y="1827213"/>
          <p14:tracePt t="18411" x="5745163" y="1827213"/>
          <p14:tracePt t="18419" x="5757863" y="1827213"/>
          <p14:tracePt t="18475" x="5770563" y="1827213"/>
          <p14:tracePt t="18491" x="5783263" y="1827213"/>
          <p14:tracePt t="18507" x="5808663" y="1814513"/>
          <p14:tracePt t="18659" x="5808663" y="1801813"/>
          <p14:tracePt t="18675" x="5783263" y="1801813"/>
          <p14:tracePt t="18691" x="5757863" y="1801813"/>
          <p14:tracePt t="18699" x="5732463" y="1801813"/>
          <p14:tracePt t="18707" x="5708650" y="1801813"/>
          <p14:tracePt t="18715" x="5683250" y="1801813"/>
          <p14:tracePt t="18723" x="5657850" y="1801813"/>
          <p14:tracePt t="18731" x="5632450" y="1801813"/>
          <p14:tracePt t="18739" x="5583238" y="1801813"/>
          <p14:tracePt t="18747" x="5519738" y="1801813"/>
          <p14:tracePt t="18755" x="5419725" y="1801813"/>
          <p14:tracePt t="18763" x="5232400" y="1839913"/>
          <p14:tracePt t="18772" x="4968875" y="1865313"/>
          <p14:tracePt t="18779" x="4668838" y="1865313"/>
          <p14:tracePt t="18787" x="4394200" y="1865313"/>
          <p14:tracePt t="18795" x="4143375" y="1865313"/>
          <p14:tracePt t="18803" x="3943350" y="1865313"/>
          <p14:tracePt t="18811" x="3705225" y="1865313"/>
          <p14:tracePt t="18819" x="3517900" y="1865313"/>
          <p14:tracePt t="18827" x="3354388" y="1865313"/>
          <p14:tracePt t="18835" x="3154363" y="1865313"/>
          <p14:tracePt t="18844" x="2992438" y="1865313"/>
          <p14:tracePt t="18851" x="2816225" y="1865313"/>
          <p14:tracePt t="18859" x="2667000" y="1865313"/>
          <p14:tracePt t="18867" x="2541588" y="1876425"/>
          <p14:tracePt t="18875" x="2403475" y="1876425"/>
          <p14:tracePt t="18883" x="2265363" y="1889125"/>
          <p14:tracePt t="18891" x="2178050" y="1901825"/>
          <p14:tracePt t="18899" x="2065338" y="1939925"/>
          <p14:tracePt t="18907" x="1927225" y="1939925"/>
          <p14:tracePt t="18923" x="1665288" y="1939925"/>
          <p14:tracePt t="18931" x="1514475" y="1939925"/>
          <p14:tracePt t="18939" x="1376363" y="1939925"/>
          <p14:tracePt t="18947" x="1239838" y="1939925"/>
          <p14:tracePt t="18956" x="1063625" y="1939925"/>
          <p14:tracePt t="18963" x="938213" y="1939925"/>
          <p14:tracePt t="18971" x="850900" y="1939925"/>
          <p14:tracePt t="18979" x="763588" y="1952625"/>
          <p14:tracePt t="18987" x="738188" y="1952625"/>
          <p14:tracePt t="18995" x="725488" y="1952625"/>
          <p14:tracePt t="19003" x="712788" y="1952625"/>
          <p14:tracePt t="19044" x="701675" y="1952625"/>
          <p14:tracePt t="19051" x="688975" y="1965325"/>
          <p14:tracePt t="19067" x="663575" y="1978025"/>
          <p14:tracePt t="19099" x="663575" y="1989138"/>
          <p14:tracePt t="19323" x="663575" y="2014538"/>
          <p14:tracePt t="19331" x="701675" y="2039938"/>
          <p14:tracePt t="19339" x="738188" y="2052638"/>
          <p14:tracePt t="19347" x="788988" y="2078038"/>
          <p14:tracePt t="19355" x="889000" y="2101850"/>
          <p14:tracePt t="19363" x="976313" y="2127250"/>
          <p14:tracePt t="19371" x="1076325" y="2152650"/>
          <p14:tracePt t="19379" x="1201738" y="2165350"/>
          <p14:tracePt t="19387" x="1301750" y="2214563"/>
          <p14:tracePt t="19395" x="1427163" y="2214563"/>
          <p14:tracePt t="19403" x="1539875" y="2214563"/>
          <p14:tracePt t="19412" x="1689100" y="2214563"/>
          <p14:tracePt t="19419" x="1801813" y="2214563"/>
          <p14:tracePt t="19427" x="1952625" y="2190750"/>
          <p14:tracePt t="19435" x="2078038" y="2178050"/>
          <p14:tracePt t="19443" x="2178050" y="2152650"/>
          <p14:tracePt t="19451" x="2265363" y="2127250"/>
          <p14:tracePt t="19459" x="2303463" y="2114550"/>
          <p14:tracePt t="19467" x="2339975" y="2101850"/>
          <p14:tracePt t="19475" x="2365375" y="2089150"/>
          <p14:tracePt t="19483" x="2403475" y="2089150"/>
          <p14:tracePt t="19499" x="2428875" y="2089150"/>
          <p14:tracePt t="19508" x="2452688" y="2089150"/>
          <p14:tracePt t="19515" x="2465388" y="2089150"/>
          <p14:tracePt t="19523" x="2478088" y="2089150"/>
          <p14:tracePt t="19531" x="2490788" y="2089150"/>
          <p14:tracePt t="19579" x="2503488" y="2089150"/>
          <p14:tracePt t="19587" x="2516188" y="2089150"/>
          <p14:tracePt t="19596" x="2516188" y="2101850"/>
          <p14:tracePt t="19603" x="2528888" y="2127250"/>
          <p14:tracePt t="19611" x="2541588" y="2127250"/>
          <p14:tracePt t="19683" x="2565400" y="2127250"/>
          <p14:tracePt t="19691" x="2578100" y="2089150"/>
          <p14:tracePt t="19699" x="2578100" y="2078038"/>
          <p14:tracePt t="19707" x="2578100" y="2065338"/>
          <p14:tracePt t="19715" x="2578100" y="2052638"/>
          <p14:tracePt t="19723" x="2578100" y="2039938"/>
          <p14:tracePt t="19739" x="2565400" y="2039938"/>
          <p14:tracePt t="19747" x="2554288" y="2039938"/>
          <p14:tracePt t="19755" x="2541588" y="2039938"/>
          <p14:tracePt t="19763" x="2528888" y="2039938"/>
          <p14:tracePt t="19779" x="2503488" y="2039938"/>
          <p14:tracePt t="19795" x="2490788" y="2039938"/>
          <p14:tracePt t="19803" x="2478088" y="2052638"/>
          <p14:tracePt t="19811" x="2465388" y="2052638"/>
          <p14:tracePt t="19819" x="2465388" y="2078038"/>
          <p14:tracePt t="19827" x="2452688" y="2089150"/>
          <p14:tracePt t="19835" x="2452688" y="2101850"/>
          <p14:tracePt t="19843" x="2441575" y="2127250"/>
          <p14:tracePt t="19859" x="2441575" y="2152650"/>
          <p14:tracePt t="19883" x="2441575" y="2165350"/>
          <p14:tracePt t="20723" x="2452688" y="2178050"/>
          <p14:tracePt t="20731" x="2478088" y="2201863"/>
          <p14:tracePt t="20739" x="2503488" y="2201863"/>
          <p14:tracePt t="20747" x="2541588" y="2201863"/>
          <p14:tracePt t="20755" x="2565400" y="2214563"/>
          <p14:tracePt t="20763" x="2590800" y="2214563"/>
          <p14:tracePt t="20771" x="2603500" y="2214563"/>
          <p14:tracePt t="20803" x="2616200" y="2214563"/>
          <p14:tracePt t="20811" x="2641600" y="2214563"/>
          <p14:tracePt t="20819" x="2667000" y="2214563"/>
          <p14:tracePt t="20828" x="2716213" y="2214563"/>
          <p14:tracePt t="20835" x="2767013" y="2214563"/>
          <p14:tracePt t="20843" x="2841625" y="2227263"/>
          <p14:tracePt t="20851" x="2903538" y="2252663"/>
          <p14:tracePt t="20859" x="3016250" y="2265363"/>
          <p14:tracePt t="20867" x="3092450" y="2265363"/>
          <p14:tracePt t="20875" x="3167063" y="2278063"/>
          <p14:tracePt t="20883" x="3228975" y="2290763"/>
          <p14:tracePt t="20891" x="3305175" y="2290763"/>
          <p14:tracePt t="20899" x="3328988" y="2290763"/>
          <p14:tracePt t="20907" x="3354388" y="2290763"/>
          <p14:tracePt t="20915" x="3367088" y="2290763"/>
          <p14:tracePt t="21011" x="3367088" y="2278063"/>
          <p14:tracePt t="21027" x="3367088" y="2265363"/>
          <p14:tracePt t="21035" x="3367088" y="2252663"/>
          <p14:tracePt t="21043" x="3354388" y="2227263"/>
          <p14:tracePt t="21051" x="3328988" y="2227263"/>
          <p14:tracePt t="21059" x="3305175" y="2214563"/>
          <p14:tracePt t="21067" x="3279775" y="2214563"/>
          <p14:tracePt t="21083" x="3267075" y="2214563"/>
          <p14:tracePt t="21099" x="3267075" y="2201863"/>
          <p14:tracePt t="21203" x="3279775" y="2239963"/>
          <p14:tracePt t="21211" x="3328988" y="2239963"/>
          <p14:tracePt t="21219" x="3379788" y="2239963"/>
          <p14:tracePt t="21227" x="3454400" y="2239963"/>
          <p14:tracePt t="21235" x="3554413" y="2239963"/>
          <p14:tracePt t="21243" x="3630613" y="2239963"/>
          <p14:tracePt t="21251" x="3743325" y="2227263"/>
          <p14:tracePt t="21259" x="3805238" y="2201863"/>
          <p14:tracePt t="21267" x="3867150" y="2165350"/>
          <p14:tracePt t="21275" x="3917950" y="2139950"/>
          <p14:tracePt t="21284" x="3979863" y="2114550"/>
          <p14:tracePt t="21291" x="3992563" y="2114550"/>
          <p14:tracePt t="21459" x="4030663" y="2152650"/>
          <p14:tracePt t="21475" x="4068763" y="2165350"/>
          <p14:tracePt t="21483" x="4092575" y="2178050"/>
          <p14:tracePt t="21491" x="4105275" y="2190750"/>
          <p14:tracePt t="21499" x="4117975" y="2190750"/>
          <p14:tracePt t="21507" x="4156075" y="2190750"/>
          <p14:tracePt t="21515" x="4181475" y="2190750"/>
          <p14:tracePt t="21531" x="4205288" y="2190750"/>
          <p14:tracePt t="21539" x="4230688" y="2190750"/>
          <p14:tracePt t="21547" x="4243388" y="2190750"/>
          <p14:tracePt t="21555" x="4268788" y="2190750"/>
          <p14:tracePt t="21563" x="4294188" y="2190750"/>
          <p14:tracePt t="21571" x="4318000" y="2190750"/>
          <p14:tracePt t="21587" x="4343400" y="2190750"/>
          <p14:tracePt t="21595" x="4356100" y="2190750"/>
          <p14:tracePt t="21611" x="4368800" y="2178050"/>
          <p14:tracePt t="21619" x="4381500" y="2178050"/>
          <p14:tracePt t="21635" x="4406900" y="2178050"/>
          <p14:tracePt t="21643" x="4430713" y="2178050"/>
          <p14:tracePt t="21651" x="4468813" y="2178050"/>
          <p14:tracePt t="21659" x="4518025" y="2178050"/>
          <p14:tracePt t="21667" x="4581525" y="2152650"/>
          <p14:tracePt t="21675" x="4643438" y="2139950"/>
          <p14:tracePt t="21683" x="4681538" y="2139950"/>
          <p14:tracePt t="21691" x="4743450" y="2139950"/>
          <p14:tracePt t="21699" x="4781550" y="2139950"/>
          <p14:tracePt t="21707" x="4832350" y="2127250"/>
          <p14:tracePt t="21715" x="4868863" y="2127250"/>
          <p14:tracePt t="21723" x="4906963" y="2114550"/>
          <p14:tracePt t="21731" x="4906963" y="2101850"/>
          <p14:tracePt t="21827" x="4919663" y="2101850"/>
          <p14:tracePt t="21835" x="4932363" y="2101850"/>
          <p14:tracePt t="21843" x="4945063" y="2101850"/>
          <p14:tracePt t="21851" x="4956175" y="2101850"/>
          <p14:tracePt t="21859" x="4981575" y="2101850"/>
          <p14:tracePt t="21867" x="5019675" y="2101850"/>
          <p14:tracePt t="21875" x="5057775" y="2101850"/>
          <p14:tracePt t="21883" x="5094288" y="2101850"/>
          <p14:tracePt t="21891" x="5132388" y="2101850"/>
          <p14:tracePt t="21899" x="5194300" y="2101850"/>
          <p14:tracePt t="21915" x="5281613" y="2101850"/>
          <p14:tracePt t="21923" x="5332413" y="2101850"/>
          <p14:tracePt t="21931" x="5370513" y="2101850"/>
          <p14:tracePt t="21939" x="5407025" y="2101850"/>
          <p14:tracePt t="21948" x="5445125" y="2101850"/>
          <p14:tracePt t="21955" x="5470525" y="2101850"/>
          <p14:tracePt t="21963" x="5495925" y="2101850"/>
          <p14:tracePt t="21971" x="5519738" y="2101850"/>
          <p14:tracePt t="21979" x="5545138" y="2101850"/>
          <p14:tracePt t="21987" x="5583238" y="2101850"/>
          <p14:tracePt t="21995" x="5607050" y="2101850"/>
          <p14:tracePt t="22003" x="5632450" y="2101850"/>
          <p14:tracePt t="22011" x="5670550" y="2101850"/>
          <p14:tracePt t="22019" x="5683250" y="2101850"/>
          <p14:tracePt t="22027" x="5708650" y="2101850"/>
          <p14:tracePt t="22036" x="5719763" y="2101850"/>
          <p14:tracePt t="22051" x="5732463" y="2101850"/>
          <p14:tracePt t="22419" x="5732463" y="2089150"/>
          <p14:tracePt t="22427" x="5732463" y="2078038"/>
          <p14:tracePt t="22435" x="5732463" y="2065338"/>
          <p14:tracePt t="22475" x="5732463" y="2052638"/>
          <p14:tracePt t="22555" x="5719763" y="2052638"/>
          <p14:tracePt t="22563" x="5695950" y="2052638"/>
          <p14:tracePt t="22579" x="5683250" y="2052638"/>
          <p14:tracePt t="22588" x="5657850" y="2052638"/>
          <p14:tracePt t="22595" x="5607050" y="2052638"/>
          <p14:tracePt t="22604" x="5507038" y="2052638"/>
          <p14:tracePt t="22611" x="5319713" y="2089150"/>
          <p14:tracePt t="22619" x="5145088" y="2101850"/>
          <p14:tracePt t="22627" x="4968875" y="2127250"/>
          <p14:tracePt t="22635" x="4832350" y="2152650"/>
          <p14:tracePt t="22643" x="4694238" y="2152650"/>
          <p14:tracePt t="22651" x="4543425" y="2165350"/>
          <p14:tracePt t="22659" x="4418013" y="2165350"/>
          <p14:tracePt t="22667" x="4268788" y="2165350"/>
          <p14:tracePt t="22675" x="4081463" y="2165350"/>
          <p14:tracePt t="22683" x="3879850" y="2165350"/>
          <p14:tracePt t="22691" x="3605213" y="2165350"/>
          <p14:tracePt t="22700" x="3417888" y="2152650"/>
          <p14:tracePt t="22707" x="3205163" y="2127250"/>
          <p14:tracePt t="22715" x="3067050" y="2089150"/>
          <p14:tracePt t="22723" x="2916238" y="2078038"/>
          <p14:tracePt t="22731" x="2790825" y="2065338"/>
          <p14:tracePt t="22739" x="2678113" y="2052638"/>
          <p14:tracePt t="22747" x="2565400" y="2027238"/>
          <p14:tracePt t="22755" x="2465388" y="2014538"/>
          <p14:tracePt t="22763" x="2365375" y="2014538"/>
          <p14:tracePt t="22772" x="2265363" y="2001838"/>
          <p14:tracePt t="22779" x="2152650" y="2001838"/>
          <p14:tracePt t="22788" x="2027238" y="2001838"/>
          <p14:tracePt t="22795" x="1903413" y="2001838"/>
          <p14:tracePt t="22803" x="1752600" y="2001838"/>
          <p14:tracePt t="22811" x="1614488" y="2001838"/>
          <p14:tracePt t="22819" x="1452563" y="2001838"/>
          <p14:tracePt t="22827" x="1289050" y="2014538"/>
          <p14:tracePt t="22835" x="1163638" y="2027238"/>
          <p14:tracePt t="22843" x="1027113" y="2039938"/>
          <p14:tracePt t="22851" x="914400" y="2052638"/>
          <p14:tracePt t="22859" x="825500" y="2078038"/>
          <p14:tracePt t="22867" x="738188" y="2089150"/>
          <p14:tracePt t="22875" x="638175" y="2101850"/>
          <p14:tracePt t="22884" x="588963" y="2114550"/>
          <p14:tracePt t="22891" x="512763" y="2152650"/>
          <p14:tracePt t="22899" x="450850" y="2165350"/>
          <p14:tracePt t="22907" x="363538" y="2178050"/>
          <p14:tracePt t="22915" x="300038" y="2214563"/>
          <p14:tracePt t="22923" x="238125" y="2227263"/>
          <p14:tracePt t="22931" x="150813" y="2278063"/>
          <p14:tracePt t="22939" x="112713" y="2290763"/>
          <p14:tracePt t="22947" x="50800" y="2314575"/>
          <p14:tracePt t="22956" x="25400" y="2327275"/>
          <p14:tracePt t="22963" x="12700" y="2339975"/>
          <p14:tracePt t="22979" x="0" y="2352675"/>
          <p14:tracePt t="23043" x="12700" y="2414588"/>
          <p14:tracePt t="23051" x="50800" y="2427288"/>
          <p14:tracePt t="23059" x="74613" y="2452688"/>
          <p14:tracePt t="23067" x="100013" y="2465388"/>
          <p14:tracePt t="23075" x="138113" y="2503488"/>
          <p14:tracePt t="23084" x="174625" y="2503488"/>
          <p14:tracePt t="23091" x="225425" y="2540000"/>
          <p14:tracePt t="23099" x="263525" y="2565400"/>
          <p14:tracePt t="23107" x="300038" y="2565400"/>
          <p14:tracePt t="23115" x="350838" y="2603500"/>
          <p14:tracePt t="23123" x="412750" y="2603500"/>
          <p14:tracePt t="23131" x="476250" y="2616200"/>
          <p14:tracePt t="23139" x="550863" y="2627313"/>
          <p14:tracePt t="23147" x="676275" y="2627313"/>
          <p14:tracePt t="23155" x="801688" y="2627313"/>
          <p14:tracePt t="23163" x="976313" y="2627313"/>
          <p14:tracePt t="23171" x="1150938" y="2627313"/>
          <p14:tracePt t="23179" x="1327150" y="2590800"/>
          <p14:tracePt t="23187" x="1476375" y="2527300"/>
          <p14:tracePt t="23195" x="1601788" y="2439988"/>
          <p14:tracePt t="23203" x="1665288" y="2378075"/>
          <p14:tracePt t="23211" x="1689100" y="2339975"/>
          <p14:tracePt t="23219" x="1689100" y="2303463"/>
          <p14:tracePt t="23227" x="1689100" y="2252663"/>
          <p14:tracePt t="23235" x="1689100" y="2214563"/>
          <p14:tracePt t="23243" x="1652588" y="2190750"/>
          <p14:tracePt t="23251" x="1601788" y="2178050"/>
          <p14:tracePt t="23259" x="1552575" y="2178050"/>
          <p14:tracePt t="23268" x="1489075" y="2152650"/>
          <p14:tracePt t="23275" x="1465263" y="2139950"/>
          <p14:tracePt t="23282" x="1414463" y="2139950"/>
          <p14:tracePt t="23291" x="1352550" y="2139950"/>
          <p14:tracePt t="23299" x="1314450" y="2139950"/>
          <p14:tracePt t="23307" x="1239838" y="2165350"/>
          <p14:tracePt t="23315" x="1176338" y="2201863"/>
          <p14:tracePt t="23323" x="1139825" y="2227263"/>
          <p14:tracePt t="23331" x="1076325" y="2290763"/>
          <p14:tracePt t="23339" x="1050925" y="2352675"/>
          <p14:tracePt t="23347" x="1038225" y="2390775"/>
          <p14:tracePt t="23355" x="1027113" y="2427288"/>
          <p14:tracePt t="23363" x="1027113" y="2465388"/>
          <p14:tracePt t="23371" x="1027113" y="2478088"/>
          <p14:tracePt t="23379" x="1027113" y="2503488"/>
          <p14:tracePt t="23387" x="1050925" y="2516188"/>
          <p14:tracePt t="23395" x="1063625" y="2527300"/>
          <p14:tracePt t="23403" x="1101725" y="2540000"/>
          <p14:tracePt t="23411" x="1139825" y="2540000"/>
          <p14:tracePt t="23419" x="1239838" y="2540000"/>
          <p14:tracePt t="23427" x="1289050" y="2540000"/>
          <p14:tracePt t="23435" x="1352550" y="2540000"/>
          <p14:tracePt t="23443" x="1452563" y="2540000"/>
          <p14:tracePt t="23452" x="1527175" y="2540000"/>
          <p14:tracePt t="23459" x="1577975" y="2503488"/>
          <p14:tracePt t="23467" x="1639888" y="2478088"/>
          <p14:tracePt t="23475" x="1665288" y="2452688"/>
          <p14:tracePt t="23483" x="1665288" y="2427288"/>
          <p14:tracePt t="23491" x="1665288" y="2390775"/>
          <p14:tracePt t="23499" x="1665288" y="2352675"/>
          <p14:tracePt t="23507" x="1652588" y="2303463"/>
          <p14:tracePt t="23515" x="1565275" y="2290763"/>
          <p14:tracePt t="23523" x="1465263" y="2278063"/>
          <p14:tracePt t="23531" x="1327150" y="2252663"/>
          <p14:tracePt t="23539" x="1176338" y="2239963"/>
          <p14:tracePt t="23547" x="1050925" y="2239963"/>
          <p14:tracePt t="23555" x="950913" y="2239963"/>
          <p14:tracePt t="23563" x="889000" y="2239963"/>
          <p14:tracePt t="23571" x="863600" y="2239963"/>
          <p14:tracePt t="23579" x="838200" y="2252663"/>
          <p14:tracePt t="23587" x="838200" y="2290763"/>
          <p14:tracePt t="23595" x="838200" y="2339975"/>
          <p14:tracePt t="23603" x="838200" y="2390775"/>
          <p14:tracePt t="23611" x="838200" y="2452688"/>
          <p14:tracePt t="23619" x="901700" y="2516188"/>
          <p14:tracePt t="23627" x="976313" y="2565400"/>
          <p14:tracePt t="23635" x="1063625" y="2590800"/>
          <p14:tracePt t="23643" x="1176338" y="2603500"/>
          <p14:tracePt t="23651" x="1289050" y="2627313"/>
          <p14:tracePt t="23659" x="1401763" y="2627313"/>
          <p14:tracePt t="23667" x="1552575" y="2627313"/>
          <p14:tracePt t="23675" x="1677988" y="2627313"/>
          <p14:tracePt t="23683" x="1814513" y="2603500"/>
          <p14:tracePt t="23691" x="1952625" y="2527300"/>
          <p14:tracePt t="23699" x="2039938" y="2465388"/>
          <p14:tracePt t="23707" x="2103438" y="2414588"/>
          <p14:tracePt t="23715" x="2127250" y="2378075"/>
          <p14:tracePt t="23723" x="2139950" y="2339975"/>
          <p14:tracePt t="23731" x="2139950" y="2303463"/>
          <p14:tracePt t="23739" x="2139950" y="2265363"/>
          <p14:tracePt t="23747" x="2116138" y="2214563"/>
          <p14:tracePt t="23755" x="2039938" y="2178050"/>
          <p14:tracePt t="23763" x="1952625" y="2165350"/>
          <p14:tracePt t="23771" x="1827213" y="2152650"/>
          <p14:tracePt t="23779" x="1701800" y="2139950"/>
          <p14:tracePt t="23787" x="1565275" y="2139950"/>
          <p14:tracePt t="23795" x="1439863" y="2139950"/>
          <p14:tracePt t="23803" x="1314450" y="2139950"/>
          <p14:tracePt t="23811" x="1201738" y="2139950"/>
          <p14:tracePt t="23819" x="1101725" y="2139950"/>
          <p14:tracePt t="23827" x="1027113" y="2190750"/>
          <p14:tracePt t="23835" x="963613" y="2252663"/>
          <p14:tracePt t="23843" x="950913" y="2290763"/>
          <p14:tracePt t="23851" x="950913" y="2339975"/>
          <p14:tracePt t="23859" x="950913" y="2390775"/>
          <p14:tracePt t="23867" x="950913" y="2427288"/>
          <p14:tracePt t="23875" x="976313" y="2490788"/>
          <p14:tracePt t="23883" x="1076325" y="2527300"/>
          <p14:tracePt t="23891" x="1214438" y="2565400"/>
          <p14:tracePt t="23899" x="1363663" y="2578100"/>
          <p14:tracePt t="23908" x="1527175" y="2578100"/>
          <p14:tracePt t="23915" x="1701800" y="2578100"/>
          <p14:tracePt t="23923" x="1852613" y="2578100"/>
          <p14:tracePt t="23931" x="2003425" y="2565400"/>
          <p14:tracePt t="23939" x="2139950" y="2527300"/>
          <p14:tracePt t="23947" x="2278063" y="2452688"/>
          <p14:tracePt t="23955" x="2403475" y="2365375"/>
          <p14:tracePt t="23963" x="2465388" y="2314575"/>
          <p14:tracePt t="23971" x="2478088" y="2278063"/>
          <p14:tracePt t="23979" x="2478088" y="2227263"/>
          <p14:tracePt t="23987" x="2478088" y="2190750"/>
          <p14:tracePt t="23995" x="2452688" y="2139950"/>
          <p14:tracePt t="24003" x="2365375" y="2114550"/>
          <p14:tracePt t="24011" x="2252663" y="2078038"/>
          <p14:tracePt t="24020" x="2078038" y="2065338"/>
          <p14:tracePt t="24027" x="1914525" y="2052638"/>
          <p14:tracePt t="24035" x="1778000" y="2052638"/>
          <p14:tracePt t="24043" x="1652588" y="2052638"/>
          <p14:tracePt t="24051" x="1552575" y="2052638"/>
          <p14:tracePt t="24059" x="1476375" y="2052638"/>
          <p14:tracePt t="24067" x="1439863" y="2065338"/>
          <p14:tracePt t="24075" x="1427163" y="2127250"/>
          <p14:tracePt t="24083" x="1427163" y="2190750"/>
          <p14:tracePt t="24091" x="1427163" y="2252663"/>
          <p14:tracePt t="24099" x="1427163" y="2314575"/>
          <p14:tracePt t="24107" x="1465263" y="2390775"/>
          <p14:tracePt t="24115" x="1552575" y="2439988"/>
          <p14:tracePt t="24123" x="1665288" y="2490788"/>
          <p14:tracePt t="24131" x="1814513" y="2516188"/>
          <p14:tracePt t="24139" x="1952625" y="2516188"/>
          <p14:tracePt t="24147" x="2078038" y="2516188"/>
          <p14:tracePt t="24155" x="2228850" y="2516188"/>
          <p14:tracePt t="24163" x="2339975" y="2516188"/>
          <p14:tracePt t="24171" x="2478088" y="2490788"/>
          <p14:tracePt t="24179" x="2603500" y="2414588"/>
          <p14:tracePt t="24187" x="2703513" y="2352675"/>
          <p14:tracePt t="24195" x="2741613" y="2290763"/>
          <p14:tracePt t="24204" x="2741613" y="2252663"/>
          <p14:tracePt t="24211" x="2741613" y="2227263"/>
          <p14:tracePt t="24219" x="2741613" y="2165350"/>
          <p14:tracePt t="24227" x="2690813" y="2127250"/>
          <p14:tracePt t="24235" x="2590800" y="2114550"/>
          <p14:tracePt t="24243" x="2490788" y="2078038"/>
          <p14:tracePt t="24251" x="2339975" y="2065338"/>
          <p14:tracePt t="24259" x="2165350" y="2065338"/>
          <p14:tracePt t="24267" x="2014538" y="2052638"/>
          <p14:tracePt t="24275" x="1865313" y="2052638"/>
          <p14:tracePt t="24283" x="1701800" y="2052638"/>
          <p14:tracePt t="24291" x="1552575" y="2052638"/>
          <p14:tracePt t="24299" x="1439863" y="2052638"/>
          <p14:tracePt t="24307" x="1339850" y="2065338"/>
          <p14:tracePt t="24315" x="1227138" y="2089150"/>
          <p14:tracePt t="24323" x="1127125" y="2127250"/>
          <p14:tracePt t="24331" x="1089025" y="2139950"/>
          <p14:tracePt t="24339" x="1038225" y="2152650"/>
          <p14:tracePt t="24347" x="976313" y="2190750"/>
          <p14:tracePt t="24355" x="950913" y="2190750"/>
          <p14:tracePt t="24371" x="950913" y="2201863"/>
          <p14:tracePt t="24388" x="950913" y="2214563"/>
          <p14:tracePt t="24395" x="950913" y="2227263"/>
          <p14:tracePt t="24427" x="950913" y="2252663"/>
          <p14:tracePt t="24435" x="950913" y="2265363"/>
          <p14:tracePt t="24451" x="963613" y="2278063"/>
          <p14:tracePt t="24459" x="976313" y="2290763"/>
          <p14:tracePt t="24483" x="1001713" y="2314575"/>
          <p14:tracePt t="24507" x="1014413" y="2314575"/>
          <p14:tracePt t="24731" x="1027113" y="2314575"/>
          <p14:tracePt t="24739" x="1050925" y="2314575"/>
          <p14:tracePt t="24747" x="1063625" y="2314575"/>
          <p14:tracePt t="24755" x="1101725" y="2327275"/>
          <p14:tracePt t="24763" x="1163638" y="2339975"/>
          <p14:tracePt t="24772" x="1239838" y="2365375"/>
          <p14:tracePt t="24779" x="1352550" y="2378075"/>
          <p14:tracePt t="24787" x="1501775" y="2390775"/>
          <p14:tracePt t="24795" x="1689100" y="2427288"/>
          <p14:tracePt t="24803" x="1914525" y="2452688"/>
          <p14:tracePt t="24811" x="2165350" y="2465388"/>
          <p14:tracePt t="24819" x="2452688" y="2503488"/>
          <p14:tracePt t="24827" x="2690813" y="2503488"/>
          <p14:tracePt t="24835" x="2928938" y="2503488"/>
          <p14:tracePt t="24844" x="3092450" y="2503488"/>
          <p14:tracePt t="24851" x="3228975" y="2503488"/>
          <p14:tracePt t="24859" x="3279775" y="2503488"/>
          <p14:tracePt t="24867" x="3292475" y="2503488"/>
          <p14:tracePt t="24875" x="3305175" y="2503488"/>
          <p14:tracePt t="24987" x="3279775" y="2503488"/>
          <p14:tracePt t="25003" x="3267075" y="2503488"/>
          <p14:tracePt t="25019" x="3241675" y="2503488"/>
          <p14:tracePt t="25028" x="3228975" y="2503488"/>
          <p14:tracePt t="25035" x="3205163" y="2503488"/>
          <p14:tracePt t="25043" x="3179763" y="2503488"/>
          <p14:tracePt t="25051" x="3141663" y="2503488"/>
          <p14:tracePt t="25059" x="3092450" y="2503488"/>
          <p14:tracePt t="25067" x="3003550" y="2503488"/>
          <p14:tracePt t="25075" x="2903538" y="2490788"/>
          <p14:tracePt t="25083" x="2778125" y="2478088"/>
          <p14:tracePt t="25091" x="2716213" y="2439988"/>
          <p14:tracePt t="25099" x="2590800" y="2414588"/>
          <p14:tracePt t="25107" x="2503488" y="2378075"/>
          <p14:tracePt t="25115" x="2416175" y="2352675"/>
          <p14:tracePt t="25123" x="2365375" y="2352675"/>
          <p14:tracePt t="25131" x="2328863" y="2327275"/>
          <p14:tracePt t="25140" x="2303463" y="2314575"/>
          <p14:tracePt t="25179" x="2290763" y="2314575"/>
          <p14:tracePt t="25995" x="2303463" y="2314575"/>
          <p14:tracePt t="26011" x="2328863" y="2314575"/>
          <p14:tracePt t="26019" x="2339975" y="2314575"/>
          <p14:tracePt t="26027" x="2378075" y="2314575"/>
          <p14:tracePt t="26035" x="2416175" y="2339975"/>
          <p14:tracePt t="26043" x="2441575" y="2352675"/>
          <p14:tracePt t="26051" x="2503488" y="2390775"/>
          <p14:tracePt t="26059" x="2554288" y="2427288"/>
          <p14:tracePt t="26067" x="2641600" y="2465388"/>
          <p14:tracePt t="26076" x="2767013" y="2516188"/>
          <p14:tracePt t="26083" x="2903538" y="2552700"/>
          <p14:tracePt t="26091" x="3092450" y="2603500"/>
          <p14:tracePt t="26099" x="3328988" y="2652713"/>
          <p14:tracePt t="26107" x="3492500" y="2665413"/>
          <p14:tracePt t="26115" x="3692525" y="2716213"/>
          <p14:tracePt t="26123" x="3756025" y="2728913"/>
          <p14:tracePt t="26131" x="3792538" y="2728913"/>
          <p14:tracePt t="26147" x="3805238" y="2728913"/>
          <p14:tracePt t="26171" x="3805238" y="2716213"/>
          <p14:tracePt t="26179" x="3805238" y="2690813"/>
          <p14:tracePt t="26187" x="3779838" y="2665413"/>
          <p14:tracePt t="26195" x="3730625" y="2652713"/>
          <p14:tracePt t="26203" x="3717925" y="2627313"/>
          <p14:tracePt t="26211" x="3705225" y="2616200"/>
          <p14:tracePt t="26219" x="3679825" y="2590800"/>
          <p14:tracePt t="26227" x="3654425" y="2565400"/>
          <p14:tracePt t="26235" x="3579813" y="2503488"/>
          <p14:tracePt t="26243" x="3530600" y="2439988"/>
          <p14:tracePt t="26251" x="3454400" y="2378075"/>
          <p14:tracePt t="26260" x="3341688" y="2314575"/>
          <p14:tracePt t="26267" x="3254375" y="2227263"/>
          <p14:tracePt t="26275" x="3141663" y="2178050"/>
          <p14:tracePt t="26283" x="3041650" y="2114550"/>
          <p14:tracePt t="26291" x="2903538" y="2052638"/>
          <p14:tracePt t="26299" x="2778125" y="2014538"/>
          <p14:tracePt t="26307" x="2641600" y="1989138"/>
          <p14:tracePt t="26315" x="2503488" y="1978025"/>
          <p14:tracePt t="26323" x="2378075" y="1952625"/>
          <p14:tracePt t="26331" x="2252663" y="1952625"/>
          <p14:tracePt t="26339" x="2139950" y="1952625"/>
          <p14:tracePt t="26347" x="2027238" y="1952625"/>
          <p14:tracePt t="26355" x="1927225" y="1952625"/>
          <p14:tracePt t="26363" x="1801813" y="1965325"/>
          <p14:tracePt t="26371" x="1665288" y="2001838"/>
          <p14:tracePt t="26379" x="1552575" y="2027238"/>
          <p14:tracePt t="26387" x="1427163" y="2065338"/>
          <p14:tracePt t="26395" x="1314450" y="2101850"/>
          <p14:tracePt t="26403" x="1214438" y="2152650"/>
          <p14:tracePt t="26411" x="1127125" y="2178050"/>
          <p14:tracePt t="26419" x="1001713" y="2214563"/>
          <p14:tracePt t="26427" x="938213" y="2239963"/>
          <p14:tracePt t="26435" x="850900" y="2239963"/>
          <p14:tracePt t="26443" x="825500" y="2239963"/>
          <p14:tracePt t="26451" x="801688" y="2252663"/>
          <p14:tracePt t="26459" x="776288" y="2252663"/>
          <p14:tracePt t="26467" x="763588" y="2252663"/>
          <p14:tracePt t="26474" x="750888" y="2265363"/>
          <p14:tracePt t="26491" x="738188" y="2265363"/>
          <p14:tracePt t="26507" x="738188" y="2278063"/>
          <p14:tracePt t="26515" x="738188" y="2290763"/>
          <p14:tracePt t="26522" x="712788" y="2303463"/>
          <p14:tracePt t="26539" x="701675" y="2303463"/>
          <p14:tracePt t="26547" x="701675" y="2314575"/>
          <p14:tracePt t="26587" x="701675" y="2327275"/>
          <p14:tracePt t="26667" x="712788" y="2327275"/>
          <p14:tracePt t="26683" x="725488" y="2327275"/>
          <p14:tracePt t="26691" x="738188" y="2327275"/>
          <p14:tracePt t="26699" x="750888" y="2327275"/>
          <p14:tracePt t="26707" x="763588" y="2314575"/>
          <p14:tracePt t="26715" x="801688" y="2303463"/>
          <p14:tracePt t="26723" x="814388" y="2278063"/>
          <p14:tracePt t="26731" x="825500" y="2278063"/>
          <p14:tracePt t="26739" x="863600" y="2239963"/>
          <p14:tracePt t="26747" x="889000" y="2227263"/>
          <p14:tracePt t="26755" x="901700" y="2201863"/>
          <p14:tracePt t="26763" x="950913" y="2178050"/>
          <p14:tracePt t="26771" x="976313" y="2152650"/>
          <p14:tracePt t="26779" x="989013" y="2139950"/>
          <p14:tracePt t="26787" x="1014413" y="2139950"/>
          <p14:tracePt t="26795" x="1038225" y="2127250"/>
          <p14:tracePt t="26803" x="1076325" y="2114550"/>
          <p14:tracePt t="26819" x="1127125" y="2114550"/>
          <p14:tracePt t="26828" x="1189038" y="2114550"/>
          <p14:tracePt t="26835" x="1314450" y="2127250"/>
          <p14:tracePt t="26843" x="1439863" y="2165350"/>
          <p14:tracePt t="26851" x="1601788" y="2190750"/>
          <p14:tracePt t="26859" x="1801813" y="2265363"/>
          <p14:tracePt t="26867" x="1978025" y="2327275"/>
          <p14:tracePt t="26875" x="2152650" y="2365375"/>
          <p14:tracePt t="26883" x="2303463" y="2427288"/>
          <p14:tracePt t="26891" x="2441575" y="2452688"/>
          <p14:tracePt t="26899" x="2541588" y="2478088"/>
          <p14:tracePt t="26907" x="2628900" y="2503488"/>
          <p14:tracePt t="26915" x="2654300" y="2516188"/>
          <p14:tracePt t="26929" x="2667000" y="2516188"/>
          <p14:tracePt t="27187" x="2565400" y="2516188"/>
          <p14:tracePt t="27195" x="2165350" y="2516188"/>
          <p14:tracePt t="27203" x="1865313" y="2516188"/>
          <p14:tracePt t="27211" x="1552575" y="2516188"/>
          <p14:tracePt t="27219" x="1314450" y="2516188"/>
          <p14:tracePt t="27227" x="1127125" y="2516188"/>
          <p14:tracePt t="27235" x="1027113" y="2516188"/>
          <p14:tracePt t="27243" x="976313" y="2516188"/>
          <p14:tracePt t="27251" x="950913" y="2516188"/>
          <p14:tracePt t="27347" x="976313" y="2516188"/>
          <p14:tracePt t="27355" x="989013" y="2503488"/>
          <p14:tracePt t="27363" x="1014413" y="2490788"/>
          <p14:tracePt t="27371" x="1027113" y="2490788"/>
          <p14:tracePt t="27379" x="1063625" y="2478088"/>
          <p14:tracePt t="27387" x="1114425" y="2465388"/>
          <p14:tracePt t="27396" x="1163638" y="2452688"/>
          <p14:tracePt t="27403" x="1227138" y="2427288"/>
          <p14:tracePt t="27411" x="1301750" y="2427288"/>
          <p14:tracePt t="27419" x="1389063" y="2414588"/>
          <p14:tracePt t="27427" x="1452563" y="2414588"/>
          <p14:tracePt t="27435" x="1527175" y="2403475"/>
          <p14:tracePt t="27443" x="1614488" y="2365375"/>
          <p14:tracePt t="27451" x="1714500" y="2352675"/>
          <p14:tracePt t="27459" x="1801813" y="2352675"/>
          <p14:tracePt t="27468" x="1903413" y="2327275"/>
          <p14:tracePt t="27475" x="1990725" y="2303463"/>
          <p14:tracePt t="27483" x="2039938" y="2303463"/>
          <p14:tracePt t="27491" x="2103438" y="2303463"/>
          <p14:tracePt t="27499" x="2116138" y="2303463"/>
          <p14:tracePt t="27635" x="2090738" y="2303463"/>
          <p14:tracePt t="27643" x="2052638" y="2303463"/>
          <p14:tracePt t="27651" x="2003425" y="2303463"/>
          <p14:tracePt t="27659" x="1939925" y="2303463"/>
          <p14:tracePt t="27667" x="1878013" y="2303463"/>
          <p14:tracePt t="27675" x="1839913" y="2303463"/>
          <p14:tracePt t="27683" x="1814513" y="2290763"/>
          <p14:tracePt t="27691" x="1765300" y="2278063"/>
          <p14:tracePt t="27699" x="1701800" y="2252663"/>
          <p14:tracePt t="27707" x="1677988" y="2252663"/>
          <p14:tracePt t="27715" x="1627188" y="2227263"/>
          <p14:tracePt t="27723" x="1601788" y="2227263"/>
          <p14:tracePt t="27731" x="1565275" y="2201863"/>
          <p14:tracePt t="27755" x="1552575" y="2201863"/>
          <p14:tracePt t="27764" x="1514475" y="2178050"/>
          <p14:tracePt t="27771" x="1465263" y="2152650"/>
          <p14:tracePt t="27779" x="1427163" y="2152650"/>
          <p14:tracePt t="27787" x="1376363" y="2139950"/>
          <p14:tracePt t="27795" x="1263650" y="2101850"/>
          <p14:tracePt t="27803" x="1201738" y="2089150"/>
          <p14:tracePt t="27811" x="1150938" y="2089150"/>
          <p14:tracePt t="27819" x="1076325" y="2078038"/>
          <p14:tracePt t="27827" x="1027113" y="2078038"/>
          <p14:tracePt t="27835" x="1001713" y="2065338"/>
          <p14:tracePt t="27843" x="976313" y="2065338"/>
          <p14:tracePt t="27851" x="950913" y="2065338"/>
          <p14:tracePt t="27915" x="938213" y="2065338"/>
          <p14:tracePt t="27923" x="914400" y="2078038"/>
          <p14:tracePt t="27931" x="901700" y="2101850"/>
          <p14:tracePt t="27939" x="876300" y="2139950"/>
          <p14:tracePt t="27948" x="863600" y="2152650"/>
          <p14:tracePt t="27955" x="850900" y="2178050"/>
          <p14:tracePt t="27963" x="838200" y="2190750"/>
          <p14:tracePt t="27971" x="838200" y="2214563"/>
          <p14:tracePt t="27979" x="838200" y="2227263"/>
          <p14:tracePt t="27995" x="838200" y="2239963"/>
          <p14:tracePt t="28011" x="838200" y="2252663"/>
          <p14:tracePt t="28027" x="838200" y="2265363"/>
          <p14:tracePt t="28036" x="850900" y="2278063"/>
          <p14:tracePt t="28051" x="863600" y="2290763"/>
          <p14:tracePt t="28083" x="863600" y="2303463"/>
          <p14:tracePt t="28091" x="876300" y="2303463"/>
          <p14:tracePt t="28115" x="889000" y="2303463"/>
          <p14:tracePt t="28123" x="901700" y="2314575"/>
          <p14:tracePt t="28139" x="914400" y="2314575"/>
          <p14:tracePt t="28147" x="938213" y="2327275"/>
          <p14:tracePt t="28163" x="963613" y="2327275"/>
          <p14:tracePt t="28171" x="976313" y="2327275"/>
          <p14:tracePt t="28179" x="1001713" y="2339975"/>
          <p14:tracePt t="28187" x="1038225" y="2339975"/>
          <p14:tracePt t="28194" x="1063625" y="2339975"/>
          <p14:tracePt t="28203" x="1114425" y="2339975"/>
          <p14:tracePt t="28210" x="1189038" y="2339975"/>
          <p14:tracePt t="28219" x="1252538" y="2339975"/>
          <p14:tracePt t="28227" x="1276350" y="2339975"/>
          <p14:tracePt t="28235" x="1327150" y="2339975"/>
          <p14:tracePt t="28243" x="1363663" y="2339975"/>
          <p14:tracePt t="28251" x="1401763" y="2339975"/>
          <p14:tracePt t="28259" x="1414463" y="2339975"/>
          <p14:tracePt t="28275" x="1439863" y="2339975"/>
          <p14:tracePt t="28283" x="1465263" y="2339975"/>
          <p14:tracePt t="28291" x="1476375" y="2339975"/>
          <p14:tracePt t="28299" x="1489075" y="2339975"/>
          <p14:tracePt t="28307" x="1501775" y="2339975"/>
          <p14:tracePt t="28315" x="1514475" y="2339975"/>
          <p14:tracePt t="28323" x="1527175" y="2339975"/>
          <p14:tracePt t="28332" x="1552575" y="2339975"/>
          <p14:tracePt t="28339" x="1565275" y="2339975"/>
          <p14:tracePt t="28355" x="1577975" y="2339975"/>
          <p14:tracePt t="28507" x="1589088" y="2339975"/>
          <p14:tracePt t="28539" x="1601788" y="2339975"/>
          <p14:tracePt t="28555" x="1614488" y="2339975"/>
          <p14:tracePt t="28563" x="1627188" y="2339975"/>
          <p14:tracePt t="28571" x="1639888" y="2339975"/>
          <p14:tracePt t="28579" x="1665288" y="2339975"/>
          <p14:tracePt t="28587" x="1714500" y="2339975"/>
          <p14:tracePt t="28595" x="1790700" y="2365375"/>
          <p14:tracePt t="28603" x="1865313" y="2403475"/>
          <p14:tracePt t="28611" x="1965325" y="2427288"/>
          <p14:tracePt t="28619" x="2052638" y="2465388"/>
          <p14:tracePt t="28627" x="2127250" y="2478088"/>
          <p14:tracePt t="28635" x="2216150" y="2490788"/>
          <p14:tracePt t="28643" x="2303463" y="2527300"/>
          <p14:tracePt t="28651" x="2378075" y="2527300"/>
          <p14:tracePt t="28659" x="2428875" y="2527300"/>
          <p14:tracePt t="28667" x="2465388" y="2527300"/>
          <p14:tracePt t="28675" x="2503488" y="2527300"/>
          <p14:tracePt t="28683" x="2541588" y="2527300"/>
          <p14:tracePt t="28691" x="2554288" y="2516188"/>
          <p14:tracePt t="28700" x="2590800" y="2503488"/>
          <p14:tracePt t="28707" x="2628900" y="2478088"/>
          <p14:tracePt t="28715" x="2641600" y="2465388"/>
          <p14:tracePt t="28723" x="2667000" y="2439988"/>
          <p14:tracePt t="28731" x="2678113" y="2439988"/>
          <p14:tracePt t="28739" x="2678113" y="2427288"/>
          <p14:tracePt t="28779" x="2678113" y="2414588"/>
          <p14:tracePt t="28787" x="2628900" y="2390775"/>
          <p14:tracePt t="28795" x="2603500" y="2390775"/>
          <p14:tracePt t="28803" x="2565400" y="2378075"/>
          <p14:tracePt t="28811" x="2503488" y="2365375"/>
          <p14:tracePt t="28819" x="2428875" y="2339975"/>
          <p14:tracePt t="28827" x="2378075" y="2327275"/>
          <p14:tracePt t="28835" x="2290763" y="2303463"/>
          <p14:tracePt t="28843" x="2239963" y="2303463"/>
          <p14:tracePt t="28851" x="2190750" y="2290763"/>
          <p14:tracePt t="28859" x="2152650" y="2290763"/>
          <p14:tracePt t="28867" x="2116138" y="2290763"/>
          <p14:tracePt t="28875" x="2090738" y="2290763"/>
          <p14:tracePt t="28884" x="2065338" y="2290763"/>
          <p14:tracePt t="28891" x="2052638" y="2290763"/>
          <p14:tracePt t="28899" x="2039938" y="2290763"/>
          <p14:tracePt t="28907" x="2003425" y="2290763"/>
          <p14:tracePt t="28915" x="1990725" y="2290763"/>
          <p14:tracePt t="28923" x="1965325" y="2303463"/>
          <p14:tracePt t="28935" x="1927225" y="2303463"/>
          <p14:tracePt t="28939" x="1903413" y="2327275"/>
          <p14:tracePt t="28947" x="1839913" y="2352675"/>
          <p14:tracePt t="28955" x="1801813" y="2365375"/>
          <p14:tracePt t="28963" x="1739900" y="2390775"/>
          <p14:tracePt t="28972" x="1701800" y="2403475"/>
          <p14:tracePt t="28979" x="1652588" y="2414588"/>
          <p14:tracePt t="28987" x="1639888" y="2414588"/>
          <p14:tracePt t="28995" x="1614488" y="2414588"/>
          <p14:tracePt t="29003" x="1589088" y="2427288"/>
          <p14:tracePt t="29011" x="1589088" y="2439988"/>
          <p14:tracePt t="29019" x="1577975" y="2439988"/>
          <p14:tracePt t="29027" x="1565275" y="2439988"/>
          <p14:tracePt t="29059" x="1552575" y="2439988"/>
          <p14:tracePt t="29075" x="1539875" y="2439988"/>
          <p14:tracePt t="29091" x="1514475" y="2439988"/>
          <p14:tracePt t="29107" x="1501775" y="2439988"/>
          <p14:tracePt t="29179" x="1476375" y="2427288"/>
          <p14:tracePt t="29187" x="1452563" y="2414588"/>
          <p14:tracePt t="29195" x="1427163" y="2403475"/>
          <p14:tracePt t="29203" x="1401763" y="2378075"/>
          <p14:tracePt t="29211" x="1376363" y="2365375"/>
          <p14:tracePt t="29219" x="1339850" y="2365375"/>
          <p14:tracePt t="29227" x="1327150" y="2352675"/>
          <p14:tracePt t="29235" x="1314450" y="2339975"/>
          <p14:tracePt t="29243" x="1289050" y="2327275"/>
          <p14:tracePt t="29267" x="1276350" y="2327275"/>
          <p14:tracePt t="29355" x="1289050" y="2339975"/>
          <p14:tracePt t="29363" x="1301750" y="2352675"/>
          <p14:tracePt t="29371" x="1327150" y="2403475"/>
          <p14:tracePt t="29379" x="1363663" y="2427288"/>
          <p14:tracePt t="29387" x="1439863" y="2490788"/>
          <p14:tracePt t="29395" x="1514475" y="2527300"/>
          <p14:tracePt t="29403" x="1639888" y="2590800"/>
          <p14:tracePt t="29411" x="1801813" y="2703513"/>
          <p14:tracePt t="29419" x="1978025" y="2778125"/>
          <p14:tracePt t="29427" x="2216150" y="2828925"/>
          <p14:tracePt t="29435" x="2416175" y="2865438"/>
          <p14:tracePt t="29443" x="2578100" y="2890838"/>
          <p14:tracePt t="29452" x="2728913" y="2890838"/>
          <p14:tracePt t="29459" x="2879725" y="2890838"/>
          <p14:tracePt t="29467" x="2967038" y="2865438"/>
          <p14:tracePt t="29475" x="3067050" y="2790825"/>
          <p14:tracePt t="29482" x="3116263" y="2716213"/>
          <p14:tracePt t="29491" x="3128963" y="2627313"/>
          <p14:tracePt t="29499" x="3128963" y="2552700"/>
          <p14:tracePt t="29507" x="3128963" y="2452688"/>
          <p14:tracePt t="29515" x="3128963" y="2365375"/>
          <p14:tracePt t="29523" x="3092450" y="2290763"/>
          <p14:tracePt t="29531" x="3003550" y="2178050"/>
          <p14:tracePt t="29539" x="2890838" y="2101850"/>
          <p14:tracePt t="29547" x="2778125" y="2039938"/>
          <p14:tracePt t="29555" x="2641600" y="2001838"/>
          <p14:tracePt t="29563" x="2490788" y="1965325"/>
          <p14:tracePt t="29571" x="2339975" y="1952625"/>
          <p14:tracePt t="29579" x="2203450" y="1939925"/>
          <p14:tracePt t="29587" x="2078038" y="1939925"/>
          <p14:tracePt t="29595" x="1952625" y="1939925"/>
          <p14:tracePt t="29603" x="1827213" y="1939925"/>
          <p14:tracePt t="29611" x="1689100" y="1989138"/>
          <p14:tracePt t="29619" x="1601788" y="2052638"/>
          <p14:tracePt t="29627" x="1514475" y="2127250"/>
          <p14:tracePt t="29636" x="1427163" y="2201863"/>
          <p14:tracePt t="29643" x="1389063" y="2290763"/>
          <p14:tracePt t="29651" x="1352550" y="2365375"/>
          <p14:tracePt t="29659" x="1352550" y="2465388"/>
          <p14:tracePt t="29667" x="1352550" y="2527300"/>
          <p14:tracePt t="29675" x="1352550" y="2590800"/>
          <p14:tracePt t="29682" x="1414463" y="2665413"/>
          <p14:tracePt t="29691" x="1489075" y="2716213"/>
          <p14:tracePt t="29699" x="1614488" y="2740025"/>
          <p14:tracePt t="29707" x="1765300" y="2740025"/>
          <p14:tracePt t="29715" x="1965325" y="2740025"/>
          <p14:tracePt t="29723" x="2178050" y="2740025"/>
          <p14:tracePt t="29731" x="2403475" y="2703513"/>
          <p14:tracePt t="29739" x="2616200" y="2640013"/>
          <p14:tracePt t="29747" x="2803525" y="2540000"/>
          <p14:tracePt t="29755" x="2928938" y="2439988"/>
          <p14:tracePt t="29763" x="3003550" y="2365375"/>
          <p14:tracePt t="29771" x="3003550" y="2278063"/>
          <p14:tracePt t="29779" x="3003550" y="2201863"/>
          <p14:tracePt t="29787" x="3003550" y="2127250"/>
          <p14:tracePt t="29795" x="2954338" y="2052638"/>
          <p14:tracePt t="29803" x="2816225" y="1989138"/>
          <p14:tracePt t="29811" x="2678113" y="1914525"/>
          <p14:tracePt t="29819" x="2490788" y="1865313"/>
          <p14:tracePt t="29827" x="2252663" y="1801813"/>
          <p14:tracePt t="29834" x="1939925" y="1801813"/>
          <p14:tracePt t="29843" x="1665288" y="1801813"/>
          <p14:tracePt t="29850" x="1427163" y="1801813"/>
          <p14:tracePt t="29859" x="1239838" y="1801813"/>
          <p14:tracePt t="29867" x="1063625" y="1865313"/>
          <p14:tracePt t="29875" x="963613" y="1927225"/>
          <p14:tracePt t="29882" x="876300" y="2027238"/>
          <p14:tracePt t="29891" x="850900" y="2114550"/>
          <p14:tracePt t="29898" x="850900" y="2239963"/>
          <p14:tracePt t="29907" x="850900" y="2327275"/>
          <p14:tracePt t="29915" x="901700" y="2414588"/>
          <p14:tracePt t="29923" x="1014413" y="2490788"/>
          <p14:tracePt t="29931" x="1150938" y="2540000"/>
          <p14:tracePt t="29939" x="1327150" y="2603500"/>
          <p14:tracePt t="29947" x="1527175" y="2652713"/>
          <p14:tracePt t="29955" x="1677988" y="2690813"/>
          <p14:tracePt t="29963" x="1865313" y="2690813"/>
          <p14:tracePt t="29971" x="2027238" y="2690813"/>
          <p14:tracePt t="29979" x="2178050" y="2690813"/>
          <p14:tracePt t="29987" x="2328863" y="2665413"/>
          <p14:tracePt t="29995" x="2441575" y="2590800"/>
          <p14:tracePt t="30003" x="2565400" y="2478088"/>
          <p14:tracePt t="30011" x="2628900" y="2390775"/>
          <p14:tracePt t="30020" x="2641600" y="2290763"/>
          <p14:tracePt t="30027" x="2641600" y="2165350"/>
          <p14:tracePt t="30034" x="2641600" y="2039938"/>
          <p14:tracePt t="30043" x="2578100" y="1939925"/>
          <p14:tracePt t="30051" x="2516188" y="1876425"/>
          <p14:tracePt t="30059" x="2416175" y="1801813"/>
          <p14:tracePt t="30066" x="2328863" y="1752600"/>
          <p14:tracePt t="30075" x="2203450" y="1714500"/>
          <p14:tracePt t="30082" x="2052638" y="1676400"/>
          <p14:tracePt t="30091" x="1903413" y="1676400"/>
          <p14:tracePt t="30099" x="1752600" y="1676400"/>
          <p14:tracePt t="30107" x="1627188" y="1676400"/>
          <p14:tracePt t="30115" x="1489075" y="1727200"/>
          <p14:tracePt t="30123" x="1389063" y="1789113"/>
          <p14:tracePt t="30131" x="1314450" y="1865313"/>
          <p14:tracePt t="30139" x="1239838" y="1989138"/>
          <p14:tracePt t="30147" x="1214438" y="2078038"/>
          <p14:tracePt t="30155" x="1176338" y="2190750"/>
          <p14:tracePt t="30163" x="1163638" y="2290763"/>
          <p14:tracePt t="30171" x="1163638" y="2352675"/>
          <p14:tracePt t="30179" x="1252538" y="2439988"/>
          <p14:tracePt t="30187" x="1301750" y="2478088"/>
          <p14:tracePt t="30195" x="1414463" y="2540000"/>
          <p14:tracePt t="30204" x="1501775" y="2565400"/>
          <p14:tracePt t="30211" x="1601788" y="2565400"/>
          <p14:tracePt t="30219" x="1701800" y="2565400"/>
          <p14:tracePt t="30227" x="1801813" y="2565400"/>
          <p14:tracePt t="30235" x="1914525" y="2565400"/>
          <p14:tracePt t="30243" x="2039938" y="2503488"/>
          <p14:tracePt t="30251" x="2152650" y="2390775"/>
          <p14:tracePt t="30259" x="2203450" y="2339975"/>
          <p14:tracePt t="30267" x="2203450" y="2265363"/>
          <p14:tracePt t="30275" x="2216150" y="2165350"/>
          <p14:tracePt t="30283" x="2216150" y="2065338"/>
          <p14:tracePt t="30291" x="2203450" y="1989138"/>
          <p14:tracePt t="30299" x="2152650" y="1952625"/>
          <p14:tracePt t="30307" x="2078038" y="1914525"/>
          <p14:tracePt t="30315" x="1990725" y="1889125"/>
          <p14:tracePt t="30323" x="1890713" y="1889125"/>
          <p14:tracePt t="30331" x="1765300" y="1889125"/>
          <p14:tracePt t="30339" x="1639888" y="1889125"/>
          <p14:tracePt t="30347" x="1489075" y="1889125"/>
          <p14:tracePt t="30355" x="1363663" y="1914525"/>
          <p14:tracePt t="30363" x="1239838" y="1989138"/>
          <p14:tracePt t="30371" x="1139825" y="2065338"/>
          <p14:tracePt t="30379" x="1076325" y="2139950"/>
          <p14:tracePt t="30388" x="1050925" y="2239963"/>
          <p14:tracePt t="30395" x="1027113" y="2327275"/>
          <p14:tracePt t="30403" x="1027113" y="2414588"/>
          <p14:tracePt t="30411" x="1027113" y="2465388"/>
          <p14:tracePt t="30419" x="1038225" y="2503488"/>
          <p14:tracePt t="30427" x="1139825" y="2565400"/>
          <p14:tracePt t="30435" x="1263650" y="2578100"/>
          <p14:tracePt t="30443" x="1376363" y="2603500"/>
          <p14:tracePt t="30451" x="1552575" y="2616200"/>
          <p14:tracePt t="30459" x="1689100" y="2616200"/>
          <p14:tracePt t="30467" x="1903413" y="2616200"/>
          <p14:tracePt t="30475" x="2039938" y="2565400"/>
          <p14:tracePt t="30483" x="2216150" y="2516188"/>
          <p14:tracePt t="30491" x="2352675" y="2414588"/>
          <p14:tracePt t="30499" x="2428875" y="2314575"/>
          <p14:tracePt t="30507" x="2478088" y="2214563"/>
          <p14:tracePt t="30515" x="2478088" y="2127250"/>
          <p14:tracePt t="30523" x="2478088" y="2052638"/>
          <p14:tracePt t="30531" x="2441575" y="1989138"/>
          <p14:tracePt t="30539" x="2339975" y="1927225"/>
          <p14:tracePt t="30547" x="2228850" y="1876425"/>
          <p14:tracePt t="30555" x="2165350" y="1865313"/>
          <p14:tracePt t="30563" x="2039938" y="1852613"/>
          <p14:tracePt t="30572" x="1914525" y="1852613"/>
          <p14:tracePt t="30579" x="1765300" y="1852613"/>
          <p14:tracePt t="30587" x="1614488" y="1852613"/>
          <p14:tracePt t="30595" x="1514475" y="1852613"/>
          <p14:tracePt t="30603" x="1401763" y="1914525"/>
          <p14:tracePt t="30611" x="1289050" y="1978025"/>
          <p14:tracePt t="30619" x="1252538" y="2039938"/>
          <p14:tracePt t="30627" x="1214438" y="2127250"/>
          <p14:tracePt t="30635" x="1214438" y="2190750"/>
          <p14:tracePt t="30643" x="1214438" y="2278063"/>
          <p14:tracePt t="30651" x="1214438" y="2339975"/>
          <p14:tracePt t="30659" x="1263650" y="2390775"/>
          <p14:tracePt t="30667" x="1363663" y="2452688"/>
          <p14:tracePt t="30675" x="1489075" y="2478088"/>
          <p14:tracePt t="30683" x="1601788" y="2478088"/>
          <p14:tracePt t="30691" x="1727200" y="2503488"/>
          <p14:tracePt t="30699" x="1827213" y="2503488"/>
          <p14:tracePt t="30707" x="1939925" y="2503488"/>
          <p14:tracePt t="30715" x="2027238" y="2490788"/>
          <p14:tracePt t="30723" x="2103438" y="2439988"/>
          <p14:tracePt t="30731" x="2178050" y="2378075"/>
          <p14:tracePt t="30739" x="2178050" y="2352675"/>
          <p14:tracePt t="30747" x="2178050" y="2290763"/>
          <p14:tracePt t="30755" x="2178050" y="2214563"/>
          <p14:tracePt t="30763" x="2178050" y="2127250"/>
          <p14:tracePt t="30772" x="2152650" y="2078038"/>
          <p14:tracePt t="30779" x="2078038" y="2027238"/>
          <p14:tracePt t="30787" x="2003425" y="1989138"/>
          <p14:tracePt t="30795" x="1965325" y="1978025"/>
          <p14:tracePt t="30803" x="1914525" y="1965325"/>
          <p14:tracePt t="30811" x="1852613" y="1965325"/>
          <p14:tracePt t="30819" x="1752600" y="1965325"/>
          <p14:tracePt t="30827" x="1639888" y="1965325"/>
          <p14:tracePt t="30835" x="1514475" y="1965325"/>
          <p14:tracePt t="30843" x="1452563" y="1965325"/>
          <p14:tracePt t="30851" x="1352550" y="1989138"/>
          <p14:tracePt t="30859" x="1276350" y="2039938"/>
          <p14:tracePt t="30867" x="1239838" y="2078038"/>
          <p14:tracePt t="30875" x="1214438" y="2101850"/>
          <p14:tracePt t="30883" x="1201738" y="2127250"/>
          <p14:tracePt t="30891" x="1201738" y="2152650"/>
          <p14:tracePt t="30899" x="1201738" y="2165350"/>
          <p14:tracePt t="30907" x="1201738" y="2190750"/>
          <p14:tracePt t="30923" x="1201738" y="2214563"/>
          <p14:tracePt t="30940" x="1227138" y="2239963"/>
          <p14:tracePt t="30947" x="1239838" y="2265363"/>
          <p14:tracePt t="30956" x="1252538" y="2265363"/>
          <p14:tracePt t="30963" x="1252538" y="2278063"/>
          <p14:tracePt t="30979" x="1263650" y="2278063"/>
          <p14:tracePt t="31003" x="1276350" y="2290763"/>
          <p14:tracePt t="31043" x="1289050" y="2290763"/>
          <p14:tracePt t="31075" x="1301750" y="2290763"/>
          <p14:tracePt t="31099" x="1314450" y="2290763"/>
          <p14:tracePt t="31139" x="1327150" y="2290763"/>
          <p14:tracePt t="31147" x="1339850" y="2290763"/>
          <p14:tracePt t="31171" x="1363663" y="2290763"/>
          <p14:tracePt t="31179" x="1376363" y="2290763"/>
          <p14:tracePt t="31187" x="1401763" y="2290763"/>
          <p14:tracePt t="31195" x="1427163" y="2290763"/>
          <p14:tracePt t="31203" x="1501775" y="2290763"/>
          <p14:tracePt t="31211" x="1565275" y="2290763"/>
          <p14:tracePt t="31219" x="1652588" y="2278063"/>
          <p14:tracePt t="31227" x="1790700" y="2227263"/>
          <p14:tracePt t="31235" x="1927225" y="2201863"/>
          <p14:tracePt t="31243" x="2052638" y="2165350"/>
          <p14:tracePt t="31251" x="2165350" y="2127250"/>
          <p14:tracePt t="31259" x="2216150" y="2127250"/>
          <p14:tracePt t="31267" x="2252663" y="2127250"/>
          <p14:tracePt t="31275" x="2290763" y="2114550"/>
          <p14:tracePt t="31283" x="2316163" y="2114550"/>
          <p14:tracePt t="32155" x="2303463" y="2114550"/>
          <p14:tracePt t="32163" x="2239963" y="2165350"/>
          <p14:tracePt t="32171" x="2178050" y="2227263"/>
          <p14:tracePt t="32179" x="2127250" y="2303463"/>
          <p14:tracePt t="32187" x="2090738" y="2365375"/>
          <p14:tracePt t="32195" x="2090738" y="2390775"/>
          <p14:tracePt t="32203" x="2078038" y="2403475"/>
          <p14:tracePt t="32459" x="2065338" y="2403475"/>
          <p14:tracePt t="33019" x="2078038" y="2403475"/>
          <p14:tracePt t="33027" x="2078038" y="2427288"/>
          <p14:tracePt t="33043" x="2078038" y="2439988"/>
          <p14:tracePt t="33051" x="2078038" y="2465388"/>
          <p14:tracePt t="33075" x="2078038" y="2478088"/>
          <p14:tracePt t="33091" x="2078038" y="2503488"/>
          <p14:tracePt t="33115" x="2078038" y="2516188"/>
          <p14:tracePt t="33131" x="2078038" y="2527300"/>
          <p14:tracePt t="33139" x="2078038" y="2552700"/>
          <p14:tracePt t="33155" x="2078038" y="2578100"/>
          <p14:tracePt t="33163" x="2078038" y="2616200"/>
          <p14:tracePt t="33171" x="2090738" y="2640013"/>
          <p14:tracePt t="33179" x="2103438" y="2703513"/>
          <p14:tracePt t="33196" x="2127250" y="2803525"/>
          <p14:tracePt t="33203" x="2139950" y="2840038"/>
          <p14:tracePt t="33211" x="2152650" y="2903538"/>
          <p14:tracePt t="33219" x="2178050" y="2978150"/>
          <p14:tracePt t="33226" x="2190750" y="3028950"/>
          <p14:tracePt t="33235" x="2203450" y="3078163"/>
          <p14:tracePt t="33242" x="2203450" y="3128963"/>
          <p14:tracePt t="33251" x="2203450" y="3190875"/>
          <p14:tracePt t="33259" x="2203450" y="3241675"/>
          <p14:tracePt t="33268" x="2203450" y="3267075"/>
          <p14:tracePt t="33274" x="2203450" y="3278188"/>
          <p14:tracePt t="33283" x="2216150" y="3303588"/>
          <p14:tracePt t="33291" x="2216150" y="3328988"/>
          <p14:tracePt t="33299" x="2216150" y="3341688"/>
          <p14:tracePt t="33307" x="2216150" y="3354388"/>
          <p14:tracePt t="33323" x="2216150" y="3378200"/>
          <p14:tracePt t="33331" x="2216150" y="3390900"/>
          <p14:tracePt t="33339" x="2216150" y="3403600"/>
          <p14:tracePt t="33347" x="2216150" y="3429000"/>
          <p14:tracePt t="33355" x="2216150" y="3441700"/>
          <p14:tracePt t="33363" x="2216150" y="3467100"/>
          <p14:tracePt t="33371" x="2216150" y="3490913"/>
          <p14:tracePt t="33379" x="2216150" y="3503613"/>
          <p14:tracePt t="33395" x="2216150" y="3516313"/>
          <p14:tracePt t="33403" x="2216150" y="3541713"/>
          <p14:tracePt t="33419" x="2216150" y="3554413"/>
          <p14:tracePt t="33426" x="2216150" y="3567113"/>
          <p14:tracePt t="33435" x="2203450" y="3567113"/>
          <p14:tracePt t="33443" x="2190750" y="3579813"/>
          <p14:tracePt t="33451" x="2190750" y="3590925"/>
          <p14:tracePt t="33459" x="2165350" y="3603625"/>
          <p14:tracePt t="33475" x="2139950" y="3629025"/>
          <p14:tracePt t="33483" x="2139950" y="3641725"/>
          <p14:tracePt t="33491" x="2127250" y="3654425"/>
          <p14:tracePt t="33499" x="2116138" y="3667125"/>
          <p14:tracePt t="33507" x="2103438" y="3667125"/>
          <p14:tracePt t="33515" x="2090738" y="3692525"/>
          <p14:tracePt t="33539" x="2090738" y="3703638"/>
          <p14:tracePt t="33579" x="2078038" y="3716338"/>
          <p14:tracePt t="33611" x="2065338" y="3741738"/>
          <p14:tracePt t="33643" x="2065338" y="3754438"/>
          <p14:tracePt t="33651" x="2065338" y="3767138"/>
          <p14:tracePt t="33659" x="2065338" y="3792538"/>
          <p14:tracePt t="33667" x="2052638" y="3792538"/>
          <p14:tracePt t="33683" x="2052638" y="3803650"/>
          <p14:tracePt t="33699" x="2052638" y="3816350"/>
          <p14:tracePt t="33715" x="2052638" y="3829050"/>
          <p14:tracePt t="33755" x="2039938" y="3841750"/>
          <p14:tracePt t="33819" x="2027238" y="3841750"/>
          <p14:tracePt t="33827" x="2014538" y="3841750"/>
          <p14:tracePt t="33843" x="2014538" y="3854450"/>
          <p14:tracePt t="33883" x="2003425" y="3854450"/>
          <p14:tracePt t="33899" x="1990725" y="3854450"/>
          <p14:tracePt t="33915" x="1978025" y="3854450"/>
          <p14:tracePt t="34555" x="1965325" y="3854450"/>
          <p14:tracePt t="34571" x="1952625" y="3854450"/>
          <p14:tracePt t="34611" x="1939925" y="3854450"/>
          <p14:tracePt t="34795" x="1914525" y="3854450"/>
          <p14:tracePt t="34803" x="1903413" y="3854450"/>
          <p14:tracePt t="34827" x="1903413" y="3841750"/>
          <p14:tracePt t="35059" x="1903413" y="3829050"/>
          <p14:tracePt t="35443" x="1927225" y="3816350"/>
          <p14:tracePt t="35452" x="1952625" y="3779838"/>
          <p14:tracePt t="35459" x="1990725" y="3716338"/>
          <p14:tracePt t="35466" x="2003425" y="3654425"/>
          <p14:tracePt t="35475" x="2014538" y="3579813"/>
          <p14:tracePt t="35483" x="2052638" y="3490913"/>
          <p14:tracePt t="35491" x="2065338" y="3416300"/>
          <p14:tracePt t="35499" x="2090738" y="3341688"/>
          <p14:tracePt t="35507" x="2127250" y="3254375"/>
          <p14:tracePt t="35515" x="2178050" y="3154363"/>
          <p14:tracePt t="35523" x="2216150" y="3028950"/>
          <p14:tracePt t="35531" x="2239963" y="2941638"/>
          <p14:tracePt t="35539" x="2239963" y="2890838"/>
          <p14:tracePt t="35547" x="2239963" y="2852738"/>
          <p14:tracePt t="35555" x="2239963" y="2828925"/>
          <p14:tracePt t="35563" x="2203450" y="2778125"/>
          <p14:tracePt t="35571" x="2116138" y="2740025"/>
          <p14:tracePt t="35579" x="1978025" y="2728913"/>
          <p14:tracePt t="35587" x="1801813" y="2728913"/>
          <p14:tracePt t="35595" x="1627188" y="2728913"/>
          <p14:tracePt t="35603" x="1427163" y="2728913"/>
          <p14:tracePt t="35611" x="1227138" y="2765425"/>
          <p14:tracePt t="35619" x="1038225" y="2865438"/>
          <p14:tracePt t="35627" x="825500" y="3003550"/>
          <p14:tracePt t="35636" x="676275" y="3178175"/>
          <p14:tracePt t="35643" x="612775" y="3416300"/>
          <p14:tracePt t="35651" x="612775" y="3654425"/>
          <p14:tracePt t="35659" x="638175" y="3954463"/>
          <p14:tracePt t="35667" x="763588" y="4129088"/>
          <p14:tracePt t="35675" x="989013" y="4405313"/>
          <p14:tracePt t="35682" x="1214438" y="4605338"/>
          <p14:tracePt t="35691" x="1514475" y="4818063"/>
          <p14:tracePt t="35699" x="1778000" y="4943475"/>
          <p14:tracePt t="35707" x="2027238" y="5056188"/>
          <p14:tracePt t="35715" x="2252663" y="5105400"/>
          <p14:tracePt t="35723" x="2428875" y="5130800"/>
          <p14:tracePt t="35731" x="2578100" y="5130800"/>
          <p14:tracePt t="35739" x="2690813" y="5130800"/>
          <p14:tracePt t="35747" x="2828925" y="5043488"/>
          <p14:tracePt t="35755" x="2979738" y="4879975"/>
          <p14:tracePt t="35763" x="3092450" y="4643438"/>
          <p14:tracePt t="35771" x="3167063" y="4341813"/>
          <p14:tracePt t="35779" x="3192463" y="4092575"/>
          <p14:tracePt t="35787" x="3167063" y="3803650"/>
          <p14:tracePt t="35795" x="3016250" y="3541713"/>
          <p14:tracePt t="35803" x="2767013" y="3328988"/>
          <p14:tracePt t="35811" x="2465388" y="3141663"/>
          <p14:tracePt t="35820" x="2278063" y="3065463"/>
          <p14:tracePt t="35827" x="2103438" y="3016250"/>
          <p14:tracePt t="35835" x="1952625" y="2990850"/>
          <p14:tracePt t="35843" x="1801813" y="2978150"/>
          <p14:tracePt t="35851" x="1665288" y="2978150"/>
          <p14:tracePt t="35859" x="1552575" y="2978150"/>
          <p14:tracePt t="35866" x="1452563" y="3041650"/>
          <p14:tracePt t="35875" x="1389063" y="3154363"/>
          <p14:tracePt t="35883" x="1363663" y="3341688"/>
          <p14:tracePt t="35891" x="1363663" y="3590925"/>
          <p14:tracePt t="35898" x="1363663" y="3829050"/>
          <p14:tracePt t="35907" x="1401763" y="4129088"/>
          <p14:tracePt t="35915" x="1489075" y="4405313"/>
          <p14:tracePt t="35923" x="1652588" y="4692650"/>
          <p14:tracePt t="35931" x="1739900" y="4856163"/>
          <p14:tracePt t="35939" x="1890713" y="5043488"/>
          <p14:tracePt t="35954" x="2027238" y="5194300"/>
          <p14:tracePt t="35955" x="2165350" y="5281613"/>
          <p14:tracePt t="35963" x="2290763" y="5318125"/>
          <p14:tracePt t="35971" x="2390775" y="5330825"/>
          <p14:tracePt t="35979" x="2465388" y="5330825"/>
          <p14:tracePt t="35987" x="2503488" y="5168900"/>
          <p14:tracePt t="35995" x="2516188" y="4905375"/>
          <p14:tracePt t="36003" x="2541588" y="4454525"/>
          <p14:tracePt t="36011" x="2541588" y="4079875"/>
          <p14:tracePt t="36020" x="2541588" y="3879850"/>
          <p14:tracePt t="36027" x="2578100" y="3554413"/>
          <p14:tracePt t="36035" x="2590800" y="3403600"/>
          <p14:tracePt t="36043" x="2616200" y="3328988"/>
          <p14:tracePt t="36050" x="2641600" y="3303588"/>
          <p14:tracePt t="36059" x="2654300" y="3290888"/>
          <p14:tracePt t="36067" x="2667000" y="3278188"/>
          <p14:tracePt t="36075" x="2678113" y="3278188"/>
          <p14:tracePt t="36099" x="2690813" y="3278188"/>
          <p14:tracePt t="36115" x="2703513" y="3278188"/>
          <p14:tracePt t="36123" x="2703513" y="3290888"/>
          <p14:tracePt t="36131" x="2703513" y="3328988"/>
          <p14:tracePt t="36139" x="2641600" y="3390900"/>
          <p14:tracePt t="36147" x="2590800" y="3454400"/>
          <p14:tracePt t="36155" x="2554288" y="3490913"/>
          <p14:tracePt t="36163" x="2528888" y="3554413"/>
          <p14:tracePt t="36171" x="2490788" y="3590925"/>
          <p14:tracePt t="36179" x="2465388" y="3641725"/>
          <p14:tracePt t="36187" x="2441575" y="3679825"/>
          <p14:tracePt t="36195" x="2428875" y="3716338"/>
          <p14:tracePt t="36204" x="2428875" y="3754438"/>
          <p14:tracePt t="36211" x="2428875" y="3792538"/>
          <p14:tracePt t="36219" x="2428875" y="3816350"/>
          <p14:tracePt t="36227" x="2428875" y="3854450"/>
          <p14:tracePt t="36243" x="2452688" y="3905250"/>
          <p14:tracePt t="36250" x="2490788" y="3941763"/>
          <p14:tracePt t="36259" x="2554288" y="3967163"/>
          <p14:tracePt t="36267" x="2678113" y="4029075"/>
          <p14:tracePt t="36275" x="2803525" y="4079875"/>
          <p14:tracePt t="36282" x="2916238" y="4117975"/>
          <p14:tracePt t="36291" x="3041650" y="4179888"/>
          <p14:tracePt t="36299" x="3167063" y="4217988"/>
          <p14:tracePt t="36307" x="3228975" y="4230688"/>
          <p14:tracePt t="36315" x="3305175" y="4241800"/>
          <p14:tracePt t="36323" x="3341688" y="4241800"/>
          <p14:tracePt t="36331" x="3405188" y="4267200"/>
          <p14:tracePt t="36339" x="3429000" y="4279900"/>
          <p14:tracePt t="36355" x="3441700" y="4292600"/>
          <p14:tracePt t="36587" x="3454400" y="4292600"/>
          <p14:tracePt t="36595" x="3467100" y="4292600"/>
          <p14:tracePt t="36611" x="3479800" y="4292600"/>
          <p14:tracePt t="36619" x="3492500" y="4292600"/>
          <p14:tracePt t="36651" x="3505200" y="4292600"/>
          <p14:tracePt t="36683" x="3517900" y="4292600"/>
          <p14:tracePt t="36691" x="3541713" y="4292600"/>
          <p14:tracePt t="36699" x="3554413" y="4292600"/>
          <p14:tracePt t="36723" x="3567113" y="4292600"/>
          <p14:tracePt t="36739" x="3579813" y="4292600"/>
          <p14:tracePt t="36947" x="3592513" y="4292600"/>
          <p14:tracePt t="36963" x="3605213" y="4292600"/>
          <p14:tracePt t="36995" x="3617913" y="4292600"/>
          <p14:tracePt t="37003" x="3630613" y="4292600"/>
          <p14:tracePt t="37059" x="3643313" y="4292600"/>
          <p14:tracePt t="37091" x="3654425" y="4292600"/>
          <p14:tracePt t="37099" x="3654425" y="4305300"/>
          <p14:tracePt t="37219" x="3667125" y="4305300"/>
          <p14:tracePt t="37259" x="3679825" y="4330700"/>
          <p14:tracePt t="37267" x="3692525" y="4341813"/>
          <p14:tracePt t="37275" x="3717925" y="4354513"/>
          <p14:tracePt t="37283" x="3717925" y="4367213"/>
          <p14:tracePt t="37291" x="3717925" y="4392613"/>
          <p14:tracePt t="37299" x="3743325" y="4418013"/>
          <p14:tracePt t="37307" x="3743325" y="4430713"/>
          <p14:tracePt t="37315" x="3743325" y="4443413"/>
          <p14:tracePt t="37363" x="3743325" y="4454525"/>
          <p14:tracePt t="37379" x="3705225" y="4454525"/>
          <p14:tracePt t="37387" x="3630613" y="4392613"/>
          <p14:tracePt t="37395" x="3554413" y="4254500"/>
          <p14:tracePt t="37403" x="3441700" y="4054475"/>
          <p14:tracePt t="37411" x="3379788" y="3929063"/>
          <p14:tracePt t="37419" x="3241675" y="3692525"/>
          <p14:tracePt t="37427" x="3028950" y="3354388"/>
          <p14:tracePt t="37435" x="2867025" y="3141663"/>
          <p14:tracePt t="37443" x="2754313" y="3016250"/>
          <p14:tracePt t="37451" x="2667000" y="2928938"/>
          <p14:tracePt t="37459" x="2590800" y="2840038"/>
          <p14:tracePt t="37467" x="2528888" y="2803525"/>
          <p14:tracePt t="37475" x="2478088" y="2752725"/>
          <p14:tracePt t="37483" x="2378075" y="2716213"/>
          <p14:tracePt t="37491" x="2303463" y="2690813"/>
          <p14:tracePt t="37499" x="2216150" y="2665413"/>
          <p14:tracePt t="37507" x="2116138" y="2640013"/>
          <p14:tracePt t="37515" x="1990725" y="2627313"/>
          <p14:tracePt t="37523" x="1927225" y="2627313"/>
          <p14:tracePt t="37531" x="1839913" y="2627313"/>
          <p14:tracePt t="37538" x="1790700" y="2616200"/>
          <p14:tracePt t="37547" x="1714500" y="2616200"/>
          <p14:tracePt t="37555" x="1665288" y="2590800"/>
          <p14:tracePt t="37563" x="1627188" y="2578100"/>
          <p14:tracePt t="37570" x="1552575" y="2578100"/>
          <p14:tracePt t="37579" x="1489075" y="2578100"/>
          <p14:tracePt t="37587" x="1401763" y="2578100"/>
          <p14:tracePt t="37595" x="1289050" y="2578100"/>
          <p14:tracePt t="37603" x="1139825" y="2578100"/>
          <p14:tracePt t="37611" x="989013" y="2578100"/>
          <p14:tracePt t="37619" x="814388" y="2578100"/>
          <p14:tracePt t="37627" x="638175" y="2578100"/>
          <p14:tracePt t="37635" x="476250" y="2578100"/>
          <p14:tracePt t="37643" x="376238" y="2578100"/>
          <p14:tracePt t="37651" x="250825" y="2590800"/>
          <p14:tracePt t="37659" x="212725" y="2603500"/>
          <p14:tracePt t="37667" x="163513" y="2652713"/>
          <p14:tracePt t="37675" x="138113" y="2678113"/>
          <p14:tracePt t="37683" x="125413" y="2703513"/>
          <p14:tracePt t="37691" x="125413" y="2752725"/>
          <p14:tracePt t="37699" x="125413" y="2803525"/>
          <p14:tracePt t="37707" x="125413" y="2903538"/>
          <p14:tracePt t="37715" x="125413" y="2990850"/>
          <p14:tracePt t="37722" x="125413" y="3090863"/>
          <p14:tracePt t="37731" x="150813" y="3165475"/>
          <p14:tracePt t="37739" x="163513" y="3228975"/>
          <p14:tracePt t="37747" x="200025" y="3316288"/>
          <p14:tracePt t="37754" x="250825" y="3390900"/>
          <p14:tracePt t="37763" x="312738" y="3454400"/>
          <p14:tracePt t="37770" x="438150" y="3529013"/>
          <p14:tracePt t="37779" x="576263" y="3590925"/>
          <p14:tracePt t="37786" x="712788" y="3654425"/>
          <p14:tracePt t="37795" x="938213" y="3716338"/>
          <p14:tracePt t="37803" x="1150938" y="3729038"/>
          <p14:tracePt t="37811" x="1376363" y="3754438"/>
          <p14:tracePt t="37819" x="1565275" y="3754438"/>
          <p14:tracePt t="37827" x="1739900" y="3754438"/>
          <p14:tracePt t="37835" x="1939925" y="3692525"/>
          <p14:tracePt t="37843" x="2203450" y="3541713"/>
          <p14:tracePt t="37851" x="2478088" y="3341688"/>
          <p14:tracePt t="37859" x="2578100" y="3203575"/>
          <p14:tracePt t="37867" x="2603500" y="3054350"/>
          <p14:tracePt t="37875" x="2603500" y="2941638"/>
          <p14:tracePt t="37883" x="2603500" y="2840038"/>
          <p14:tracePt t="37892" x="2528888" y="2752725"/>
          <p14:tracePt t="37899" x="2428875" y="2703513"/>
          <p14:tracePt t="37906" x="2303463" y="2678113"/>
          <p14:tracePt t="37915" x="2152650" y="2640013"/>
          <p14:tracePt t="37926" x="2003425" y="2627313"/>
          <p14:tracePt t="37931" x="1852613" y="2603500"/>
          <p14:tracePt t="37939" x="1701800" y="2603500"/>
          <p14:tracePt t="37947" x="1552575" y="2603500"/>
          <p14:tracePt t="37954" x="1401763" y="2652713"/>
          <p14:tracePt t="37963" x="1289050" y="2703513"/>
          <p14:tracePt t="37970" x="1201738" y="2790825"/>
          <p14:tracePt t="37979" x="1176338" y="2828925"/>
          <p14:tracePt t="37987" x="1139825" y="2916238"/>
          <p14:tracePt t="37995" x="1127125" y="2990850"/>
          <p14:tracePt t="38002" x="1127125" y="3054350"/>
          <p14:tracePt t="38011" x="1127125" y="3103563"/>
          <p14:tracePt t="38018" x="1127125" y="3154363"/>
          <p14:tracePt t="38027" x="1139825" y="3216275"/>
          <p14:tracePt t="38035" x="1163638" y="3267075"/>
          <p14:tracePt t="38043" x="1189038" y="3303588"/>
          <p14:tracePt t="38051" x="1214438" y="3328988"/>
          <p14:tracePt t="38059" x="1239838" y="3354388"/>
          <p14:tracePt t="38066" x="1252538" y="3367088"/>
          <p14:tracePt t="38076" x="1289050" y="3378200"/>
          <p14:tracePt t="38083" x="1314450" y="3390900"/>
          <p14:tracePt t="38098" x="1339850" y="3390900"/>
          <p14:tracePt t="38106" x="1352550" y="3390900"/>
          <p14:tracePt t="38147" x="1363663" y="3390900"/>
          <p14:tracePt t="38491" x="1363663" y="3403600"/>
          <p14:tracePt t="38507" x="1352550" y="3403600"/>
          <p14:tracePt t="38515" x="1327150" y="3403600"/>
          <p14:tracePt t="38531" x="1314450" y="3403600"/>
          <p14:tracePt t="38539" x="1301750" y="3390900"/>
          <p14:tracePt t="38547" x="1289050" y="3378200"/>
          <p14:tracePt t="38555" x="1276350" y="3367088"/>
          <p14:tracePt t="38563" x="1276350" y="3341688"/>
          <p14:tracePt t="38571" x="1263650" y="3303588"/>
          <p14:tracePt t="38579" x="1252538" y="3278188"/>
          <p14:tracePt t="38587" x="1239838" y="3254375"/>
          <p14:tracePt t="38595" x="1227138" y="3203575"/>
          <p14:tracePt t="38603" x="1227138" y="3190875"/>
          <p14:tracePt t="38611" x="1214438" y="3154363"/>
          <p14:tracePt t="38619" x="1214438" y="3116263"/>
          <p14:tracePt t="38627" x="1201738" y="3103563"/>
          <p14:tracePt t="38635" x="1189038" y="3078163"/>
          <p14:tracePt t="38644" x="1176338" y="3054350"/>
          <p14:tracePt t="38651" x="1176338" y="3028950"/>
          <p14:tracePt t="38659" x="1163638" y="3016250"/>
          <p14:tracePt t="38667" x="1139825" y="2990850"/>
          <p14:tracePt t="38683" x="1139825" y="2978150"/>
          <p14:tracePt t="38691" x="1139825" y="2965450"/>
          <p14:tracePt t="38699" x="1139825" y="2952750"/>
          <p14:tracePt t="38819" x="1127125" y="2941638"/>
          <p14:tracePt t="39059" x="1114425" y="2941638"/>
          <p14:tracePt t="40458" x="1150938" y="2941638"/>
          <p14:tracePt t="40467" x="1163638" y="2941638"/>
          <p14:tracePt t="40475" x="1214438" y="2952750"/>
          <p14:tracePt t="40482" x="1276350" y="2990850"/>
          <p14:tracePt t="40491" x="1327150" y="3003550"/>
          <p14:tracePt t="40499" x="1389063" y="3041650"/>
          <p14:tracePt t="40507" x="1414463" y="3054350"/>
          <p14:tracePt t="40516" x="1427163" y="3054350"/>
          <p14:tracePt t="40523" x="1465263" y="3054350"/>
          <p14:tracePt t="40530" x="1476375" y="3054350"/>
          <p14:tracePt t="40539" x="1501775" y="3054350"/>
          <p14:tracePt t="40546" x="1514475" y="3054350"/>
          <p14:tracePt t="40555" x="1527175" y="3054350"/>
          <p14:tracePt t="40563" x="1552575" y="3054350"/>
          <p14:tracePt t="40571" x="1552575" y="3041650"/>
          <p14:tracePt t="40587" x="1565275" y="3028950"/>
          <p14:tracePt t="40603" x="1577975" y="3016250"/>
          <p14:tracePt t="40811" x="1577975" y="2916238"/>
          <p14:tracePt t="40819" x="1577975" y="2816225"/>
          <p14:tracePt t="40827" x="1577975" y="2690813"/>
          <p14:tracePt t="40835" x="1552575" y="2578100"/>
          <p14:tracePt t="40843" x="1501775" y="2439988"/>
          <p14:tracePt t="40851" x="1476375" y="2290763"/>
          <p14:tracePt t="40859" x="1439863" y="2127250"/>
          <p14:tracePt t="40867" x="1414463" y="2039938"/>
          <p14:tracePt t="40875" x="1376363" y="1965325"/>
          <p14:tracePt t="40884" x="1339850" y="1889125"/>
          <p14:tracePt t="40891" x="1327150" y="1852613"/>
          <p14:tracePt t="40899" x="1301750" y="1814513"/>
          <p14:tracePt t="40907" x="1289050" y="1789113"/>
          <p14:tracePt t="40914" x="1263650" y="1776413"/>
          <p14:tracePt t="40923" x="1263650" y="1765300"/>
          <p14:tracePt t="40930" x="1239838" y="1765300"/>
          <p14:tracePt t="40939" x="1227138" y="1752600"/>
          <p14:tracePt t="40955" x="1214438" y="1752600"/>
          <p14:tracePt t="40962" x="1201738" y="1752600"/>
          <p14:tracePt t="40987" x="1189038" y="1752600"/>
          <p14:tracePt t="41003" x="1176338" y="1752600"/>
          <p14:tracePt t="41011" x="1163638" y="1752600"/>
          <p14:tracePt t="41035" x="1150938" y="1752600"/>
          <p14:tracePt t="41043" x="1139825" y="1752600"/>
          <p14:tracePt t="41163" x="1127125" y="1752600"/>
          <p14:tracePt t="41171" x="1101725" y="1752600"/>
          <p14:tracePt t="41179" x="1089025" y="1752600"/>
          <p14:tracePt t="41187" x="1076325" y="1752600"/>
          <p14:tracePt t="41195" x="1050925" y="1752600"/>
          <p14:tracePt t="41203" x="1014413" y="1752600"/>
          <p14:tracePt t="41211" x="989013" y="1752600"/>
          <p14:tracePt t="41219" x="950913" y="1752600"/>
          <p14:tracePt t="41226" x="914400" y="1789113"/>
          <p14:tracePt t="41235" x="901700" y="1814513"/>
          <p14:tracePt t="41243" x="901700" y="1876425"/>
          <p14:tracePt t="41251" x="901700" y="1989138"/>
          <p14:tracePt t="41259" x="901700" y="2114550"/>
          <p14:tracePt t="41267" x="989013" y="2252663"/>
          <p14:tracePt t="41274" x="1076325" y="2427288"/>
          <p14:tracePt t="41283" x="1150938" y="2590800"/>
          <p14:tracePt t="41291" x="1227138" y="2740025"/>
          <p14:tracePt t="41298" x="1289050" y="2890838"/>
          <p14:tracePt t="41307" x="1352550" y="3016250"/>
          <p14:tracePt t="41314" x="1401763" y="3128963"/>
          <p14:tracePt t="41323" x="1465263" y="3216275"/>
          <p14:tracePt t="41331" x="1514475" y="3278188"/>
          <p14:tracePt t="41339" x="1577975" y="3316288"/>
          <p14:tracePt t="41346" x="1614488" y="3328988"/>
          <p14:tracePt t="41362" x="1639888" y="3341688"/>
          <p14:tracePt t="41387" x="1652588" y="3341688"/>
          <p14:tracePt t="41427" x="1652588" y="3278188"/>
          <p14:tracePt t="41435" x="1652588" y="3241675"/>
          <p14:tracePt t="41443" x="1652588" y="3190875"/>
          <p14:tracePt t="41451" x="1652588" y="3178175"/>
          <p14:tracePt t="41458" x="1652588" y="3154363"/>
          <p14:tracePt t="41466" x="1652588" y="3128963"/>
          <p14:tracePt t="41474" x="1652588" y="3103563"/>
          <p14:tracePt t="41490" x="1652588" y="3090863"/>
          <p14:tracePt t="41499" x="1639888" y="3078163"/>
          <p14:tracePt t="41507" x="1614488" y="3078163"/>
          <p14:tracePt t="41514" x="1565275" y="3041650"/>
          <p14:tracePt t="41523" x="1552575" y="3041650"/>
          <p14:tracePt t="41530" x="1527175" y="3028950"/>
          <p14:tracePt t="41539" x="1501775" y="3016250"/>
          <p14:tracePt t="41546" x="1465263" y="3016250"/>
          <p14:tracePt t="41555" x="1439863" y="3003550"/>
          <p14:tracePt t="41562" x="1427163" y="3003550"/>
          <p14:tracePt t="41571" x="1401763" y="3003550"/>
          <p14:tracePt t="41579" x="1389063" y="3003550"/>
          <p14:tracePt t="41603" x="1363663" y="3003550"/>
          <p14:tracePt t="41627" x="1363663" y="3016250"/>
          <p14:tracePt t="41635" x="1363663" y="3054350"/>
          <p14:tracePt t="41643" x="1376363" y="3078163"/>
          <p14:tracePt t="41650" x="1401763" y="3103563"/>
          <p14:tracePt t="41659" x="1427163" y="3128963"/>
          <p14:tracePt t="41667" x="1452563" y="3141663"/>
          <p14:tracePt t="41675" x="1514475" y="3141663"/>
          <p14:tracePt t="41682" x="1601788" y="3141663"/>
          <p14:tracePt t="41691" x="1665288" y="3141663"/>
          <p14:tracePt t="41698" x="1714500" y="3141663"/>
          <p14:tracePt t="41707" x="1752600" y="3141663"/>
          <p14:tracePt t="41715" x="1790700" y="3141663"/>
          <p14:tracePt t="41723" x="1827213" y="3116263"/>
          <p14:tracePt t="41730" x="1865313" y="3041650"/>
          <p14:tracePt t="41739" x="1865313" y="3028950"/>
          <p14:tracePt t="41747" x="1878013" y="2978150"/>
          <p14:tracePt t="41755" x="1878013" y="2941638"/>
          <p14:tracePt t="41763" x="1878013" y="2916238"/>
          <p14:tracePt t="41771" x="1878013" y="2878138"/>
          <p14:tracePt t="41787" x="1878013" y="2865438"/>
          <p14:tracePt t="41795" x="1865313" y="2828925"/>
          <p14:tracePt t="41803" x="1852613" y="2828925"/>
          <p14:tracePt t="41811" x="1827213" y="2828925"/>
          <p14:tracePt t="41820" x="1790700" y="2828925"/>
          <p14:tracePt t="41827" x="1752600" y="2828925"/>
          <p14:tracePt t="41835" x="1727200" y="2828925"/>
          <p14:tracePt t="41843" x="1714500" y="2828925"/>
          <p14:tracePt t="41850" x="1701800" y="2828925"/>
          <p14:tracePt t="41859" x="1689100" y="2828925"/>
          <p14:tracePt t="41866" x="1665288" y="2828925"/>
          <p14:tracePt t="41875" x="1639888" y="2840038"/>
          <p14:tracePt t="41882" x="1614488" y="2903538"/>
          <p14:tracePt t="41891" x="1589088" y="2941638"/>
          <p14:tracePt t="41898" x="1589088" y="2952750"/>
          <p14:tracePt t="41907" x="1565275" y="2990850"/>
          <p14:tracePt t="41923" x="1552575" y="3028950"/>
          <p14:tracePt t="42419" x="1552575" y="3041650"/>
          <p14:tracePt t="42427" x="1565275" y="3041650"/>
          <p14:tracePt t="42443" x="1589088" y="3041650"/>
          <p14:tracePt t="42451" x="1601788" y="3041650"/>
          <p14:tracePt t="42459" x="1614488" y="3041650"/>
          <p14:tracePt t="42466" x="1639888" y="3041650"/>
          <p14:tracePt t="42483" x="1665288" y="3065463"/>
          <p14:tracePt t="42499" x="1677988" y="3065463"/>
          <p14:tracePt t="42563" x="1689100" y="3065463"/>
          <p14:tracePt t="42571" x="1689100" y="3028950"/>
          <p14:tracePt t="42579" x="1689100" y="2978150"/>
          <p14:tracePt t="42587" x="1689100" y="2941638"/>
          <p14:tracePt t="42595" x="1689100" y="2890838"/>
          <p14:tracePt t="42602" x="1652588" y="2865438"/>
          <p14:tracePt t="42611" x="1577975" y="2816225"/>
          <p14:tracePt t="42618" x="1527175" y="2790825"/>
          <p14:tracePt t="42627" x="1439863" y="2752725"/>
          <p14:tracePt t="42634" x="1314450" y="2703513"/>
          <p14:tracePt t="42643" x="1163638" y="2665413"/>
          <p14:tracePt t="42650" x="1027113" y="2652713"/>
          <p14:tracePt t="42659" x="876300" y="2652713"/>
          <p14:tracePt t="42666" x="763588" y="2652713"/>
          <p14:tracePt t="42675" x="650875" y="2652713"/>
          <p14:tracePt t="42683" x="563563" y="2652713"/>
          <p14:tracePt t="42691" x="500063" y="2678113"/>
          <p14:tracePt t="42699" x="476250" y="2703513"/>
          <p14:tracePt t="42707" x="476250" y="2740025"/>
          <p14:tracePt t="42715" x="476250" y="2778125"/>
          <p14:tracePt t="42723" x="476250" y="2828925"/>
          <p14:tracePt t="42731" x="476250" y="2878138"/>
          <p14:tracePt t="42739" x="525463" y="2952750"/>
          <p14:tracePt t="42747" x="576263" y="2990850"/>
          <p14:tracePt t="42756" x="625475" y="3054350"/>
          <p14:tracePt t="42763" x="676275" y="3116263"/>
          <p14:tracePt t="42771" x="725488" y="3165475"/>
          <p14:tracePt t="42779" x="788988" y="3216275"/>
          <p14:tracePt t="42786" x="850900" y="3254375"/>
          <p14:tracePt t="42795" x="901700" y="3278188"/>
          <p14:tracePt t="42802" x="1001713" y="3316288"/>
          <p14:tracePt t="42811" x="1050925" y="3328988"/>
          <p14:tracePt t="42818" x="1076325" y="3328988"/>
          <p14:tracePt t="42827" x="1101725" y="3328988"/>
          <p14:tracePt t="42834" x="1114425" y="3328988"/>
          <p14:tracePt t="42843" x="1139825" y="3328988"/>
          <p14:tracePt t="42850" x="1150938" y="3328988"/>
          <p14:tracePt t="42859" x="1201738" y="3316288"/>
          <p14:tracePt t="42866" x="1239838" y="3267075"/>
          <p14:tracePt t="42874" x="1276350" y="3203575"/>
          <p14:tracePt t="42883" x="1339850" y="3128963"/>
          <p14:tracePt t="42891" x="1389063" y="3065463"/>
          <p14:tracePt t="42898" x="1439863" y="3016250"/>
          <p14:tracePt t="42907" x="1465263" y="2965450"/>
          <p14:tracePt t="42914" x="1514475" y="2890838"/>
          <p14:tracePt t="42924" x="1539875" y="2852738"/>
          <p14:tracePt t="42931" x="1552575" y="2828925"/>
          <p14:tracePt t="42939" x="1552575" y="2790825"/>
          <p14:tracePt t="42946" x="1552575" y="2752725"/>
          <p14:tracePt t="42955" x="1552575" y="2728913"/>
          <p14:tracePt t="42962" x="1539875" y="2716213"/>
          <p14:tracePt t="42970" x="1514475" y="2690813"/>
          <p14:tracePt t="42978" x="1501775" y="2690813"/>
          <p14:tracePt t="42986" x="1476375" y="2690813"/>
          <p14:tracePt t="42995" x="1465263" y="2690813"/>
          <p14:tracePt t="43018" x="1452563" y="2690813"/>
          <p14:tracePt t="43027" x="1452563" y="2728913"/>
          <p14:tracePt t="43034" x="1452563" y="2778125"/>
          <p14:tracePt t="43043" x="1452563" y="2828925"/>
          <p14:tracePt t="43050" x="1452563" y="2903538"/>
          <p14:tracePt t="43058" x="1452563" y="2916238"/>
          <p14:tracePt t="43066" x="1465263" y="2965450"/>
          <p14:tracePt t="43075" x="1489075" y="2990850"/>
          <p14:tracePt t="43082" x="1514475" y="2990850"/>
          <p14:tracePt t="43091" x="1527175" y="2990850"/>
          <p14:tracePt t="43098" x="1552575" y="2990850"/>
          <p14:tracePt t="43107" x="1589088" y="2990850"/>
          <p14:tracePt t="43114" x="1601788" y="2990850"/>
          <p14:tracePt t="43123" x="1652588" y="2990850"/>
          <p14:tracePt t="43131" x="1665288" y="2965450"/>
          <p14:tracePt t="43140" x="1677988" y="2903538"/>
          <p14:tracePt t="43147" x="1701800" y="2852738"/>
          <p14:tracePt t="43154" x="1701800" y="2803525"/>
          <p14:tracePt t="43163" x="1701800" y="2740025"/>
          <p14:tracePt t="43170" x="1677988" y="2703513"/>
          <p14:tracePt t="43179" x="1652588" y="2678113"/>
          <p14:tracePt t="43187" x="1627188" y="2640013"/>
          <p14:tracePt t="43195" x="1589088" y="2627313"/>
          <p14:tracePt t="43202" x="1565275" y="2627313"/>
          <p14:tracePt t="43211" x="1552575" y="2627313"/>
          <p14:tracePt t="43218" x="1527175" y="2627313"/>
          <p14:tracePt t="43227" x="1501775" y="2627313"/>
          <p14:tracePt t="43235" x="1476375" y="2627313"/>
          <p14:tracePt t="43243" x="1439863" y="2627313"/>
          <p14:tracePt t="43250" x="1427163" y="2627313"/>
          <p14:tracePt t="43259" x="1414463" y="2690813"/>
          <p14:tracePt t="43267" x="1401763" y="2765425"/>
          <p14:tracePt t="43275" x="1401763" y="2865438"/>
          <p14:tracePt t="43283" x="1401763" y="2916238"/>
          <p14:tracePt t="43290" x="1401763" y="2990850"/>
          <p14:tracePt t="43299" x="1401763" y="3028950"/>
          <p14:tracePt t="43307" x="1401763" y="3065463"/>
          <p14:tracePt t="43315" x="1414463" y="3078163"/>
          <p14:tracePt t="43324" x="1439863" y="3103563"/>
          <p14:tracePt t="43339" x="1452563" y="3103563"/>
          <p14:tracePt t="43347" x="1465263" y="3103563"/>
          <p14:tracePt t="43363" x="1476375" y="3103563"/>
          <p14:tracePt t="43370" x="1501775" y="3103563"/>
          <p14:tracePt t="43379" x="1527175" y="3078163"/>
          <p14:tracePt t="43386" x="1565275" y="3003550"/>
          <p14:tracePt t="43395" x="1589088" y="2941638"/>
          <p14:tracePt t="43403" x="1614488" y="2865438"/>
          <p14:tracePt t="43411" x="1614488" y="2828925"/>
          <p14:tracePt t="43419" x="1614488" y="2790825"/>
          <p14:tracePt t="43427" x="1614488" y="2765425"/>
          <p14:tracePt t="43451" x="1614488" y="2752725"/>
          <p14:tracePt t="43459" x="1627188" y="2752725"/>
          <p14:tracePt t="43467" x="1665288" y="2752725"/>
          <p14:tracePt t="43474" x="1714500" y="2752725"/>
          <p14:tracePt t="43483" x="1778000" y="2752725"/>
          <p14:tracePt t="43491" x="1814513" y="2803525"/>
          <p14:tracePt t="43499" x="1865313" y="2840038"/>
          <p14:tracePt t="43508" x="1890713" y="2890838"/>
          <p14:tracePt t="43515" x="1927225" y="2941638"/>
          <p14:tracePt t="43523" x="1978025" y="3003550"/>
          <p14:tracePt t="43531" x="2003425" y="3028950"/>
          <p14:tracePt t="43547" x="2003425" y="3041650"/>
          <p14:tracePt t="43563" x="2014538" y="3041650"/>
          <p14:tracePt t="43579" x="2039938" y="3041650"/>
          <p14:tracePt t="43586" x="2065338" y="3028950"/>
          <p14:tracePt t="43595" x="2078038" y="3016250"/>
          <p14:tracePt t="43603" x="2090738" y="2978150"/>
          <p14:tracePt t="43611" x="2116138" y="2952750"/>
          <p14:tracePt t="43619" x="2127250" y="2941638"/>
          <p14:tracePt t="43626" x="2139950" y="2941638"/>
          <p14:tracePt t="43635" x="2165350" y="2941638"/>
          <p14:tracePt t="43642" x="2165350" y="2928938"/>
          <p14:tracePt t="43651" x="2178050" y="2928938"/>
          <p14:tracePt t="43659" x="2190750" y="2928938"/>
          <p14:tracePt t="43739" x="2203450" y="2928938"/>
          <p14:tracePt t="43859" x="2152650" y="2890838"/>
          <p14:tracePt t="43867" x="2014538" y="2803525"/>
          <p14:tracePt t="43874" x="1890713" y="2740025"/>
          <p14:tracePt t="43883" x="1727200" y="2652713"/>
          <p14:tracePt t="43892" x="1614488" y="2565400"/>
          <p14:tracePt t="43899" x="1476375" y="2439988"/>
          <p14:tracePt t="43906" x="1339850" y="2278063"/>
          <p14:tracePt t="43925" x="1114425" y="2089150"/>
          <p14:tracePt t="43931" x="1050925" y="2014538"/>
          <p14:tracePt t="43938" x="976313" y="1914525"/>
          <p14:tracePt t="43947" x="925513" y="1865313"/>
          <p14:tracePt t="43954" x="876300" y="1814513"/>
          <p14:tracePt t="43963" x="814388" y="1752600"/>
          <p14:tracePt t="43970" x="776288" y="1727200"/>
          <p14:tracePt t="43979" x="725488" y="1689100"/>
          <p14:tracePt t="43986" x="712788" y="1676400"/>
          <p14:tracePt t="43995" x="688975" y="1676400"/>
          <p14:tracePt t="44003" x="676275" y="1676400"/>
          <p14:tracePt t="44027" x="650875" y="1676400"/>
          <p14:tracePt t="44051" x="638175" y="1676400"/>
          <p14:tracePt t="44058" x="612775" y="1676400"/>
          <p14:tracePt t="44067" x="600075" y="1689100"/>
          <p14:tracePt t="44076" x="576263" y="1689100"/>
          <p14:tracePt t="44083" x="563563" y="1701800"/>
          <p14:tracePt t="44091" x="525463" y="1727200"/>
          <p14:tracePt t="44099" x="525463" y="1739900"/>
          <p14:tracePt t="44106" x="488950" y="1739900"/>
          <p14:tracePt t="44115" x="463550" y="1776413"/>
          <p14:tracePt t="44122" x="425450" y="1789113"/>
          <p14:tracePt t="44131" x="376238" y="1801813"/>
          <p14:tracePt t="44138" x="338138" y="1827213"/>
          <p14:tracePt t="44147" x="325438" y="1827213"/>
          <p14:tracePt t="44211" x="325438" y="1839913"/>
          <p14:tracePt t="44219" x="325438" y="1852613"/>
          <p14:tracePt t="44235" x="325438" y="1865313"/>
          <p14:tracePt t="44290" x="338138" y="1865313"/>
          <p14:tracePt t="44298" x="350838" y="1865313"/>
          <p14:tracePt t="44315" x="363538" y="1865313"/>
          <p14:tracePt t="44331" x="376238" y="1865313"/>
          <p14:tracePt t="44347" x="387350" y="1865313"/>
          <p14:tracePt t="44363" x="400050" y="1865313"/>
          <p14:tracePt t="44371" x="412750" y="1852613"/>
          <p14:tracePt t="44379" x="438150" y="1827213"/>
          <p14:tracePt t="44386" x="450850" y="1789113"/>
          <p14:tracePt t="44395" x="463550" y="1776413"/>
          <p14:tracePt t="44402" x="488950" y="1739900"/>
          <p14:tracePt t="44411" x="500063" y="1727200"/>
          <p14:tracePt t="44435" x="500063" y="1714500"/>
          <p14:tracePt t="44650" x="500063" y="1727200"/>
          <p14:tracePt t="44658" x="500063" y="1765300"/>
          <p14:tracePt t="44667" x="500063" y="1789113"/>
          <p14:tracePt t="44674" x="500063" y="1814513"/>
          <p14:tracePt t="44690" x="500063" y="1839913"/>
          <p14:tracePt t="44706" x="500063" y="1852613"/>
          <p14:tracePt t="44914" x="525463" y="1852613"/>
          <p14:tracePt t="44923" x="563563" y="1852613"/>
          <p14:tracePt t="44931" x="625475" y="1852613"/>
          <p14:tracePt t="44939" x="676275" y="1839913"/>
          <p14:tracePt t="44947" x="750888" y="1827213"/>
          <p14:tracePt t="44955" x="801688" y="1801813"/>
          <p14:tracePt t="44963" x="838200" y="1789113"/>
          <p14:tracePt t="44971" x="863600" y="1789113"/>
          <p14:tracePt t="45147" x="889000" y="1789113"/>
          <p14:tracePt t="45155" x="950913" y="1789113"/>
          <p14:tracePt t="45163" x="1038225" y="1852613"/>
          <p14:tracePt t="45171" x="1150938" y="1927225"/>
          <p14:tracePt t="45179" x="1289050" y="2014538"/>
          <p14:tracePt t="45187" x="1427163" y="2114550"/>
          <p14:tracePt t="45196" x="1589088" y="2201863"/>
          <p14:tracePt t="45203" x="1714500" y="2314575"/>
          <p14:tracePt t="45210" x="1878013" y="2427288"/>
          <p14:tracePt t="45219" x="2003425" y="2527300"/>
          <p14:tracePt t="45226" x="2152650" y="2640013"/>
          <p14:tracePt t="45235" x="2265363" y="2728913"/>
          <p14:tracePt t="45242" x="2352675" y="2816225"/>
          <p14:tracePt t="45251" x="2428875" y="2878138"/>
          <p14:tracePt t="45258" x="2478088" y="2928938"/>
          <p14:tracePt t="45267" x="2516188" y="2978150"/>
          <p14:tracePt t="45274" x="2541588" y="2990850"/>
          <p14:tracePt t="45283" x="2554288" y="3016250"/>
          <p14:tracePt t="45290" x="2565400" y="3028950"/>
          <p14:tracePt t="45395" x="2578100" y="3028950"/>
          <p14:tracePt t="45402" x="2578100" y="3054350"/>
          <p14:tracePt t="45419" x="2578100" y="3065463"/>
          <p14:tracePt t="45499" x="2590800" y="3065463"/>
          <p14:tracePt t="45507" x="2616200" y="3078163"/>
          <p14:tracePt t="45515" x="2641600" y="3090863"/>
          <p14:tracePt t="45523" x="2667000" y="3090863"/>
          <p14:tracePt t="45531" x="2716213" y="3090863"/>
          <p14:tracePt t="45539" x="2754313" y="3090863"/>
          <p14:tracePt t="45547" x="2803525" y="3090863"/>
          <p14:tracePt t="45555" x="2854325" y="3090863"/>
          <p14:tracePt t="45563" x="2916238" y="3065463"/>
          <p14:tracePt t="45571" x="2992438" y="3016250"/>
          <p14:tracePt t="45579" x="3028950" y="2990850"/>
          <p14:tracePt t="45587" x="3041650" y="2978150"/>
          <p14:tracePt t="45594" x="3054350" y="2965450"/>
          <p14:tracePt t="45603" x="3067050" y="2965450"/>
          <p14:tracePt t="45635" x="3067050" y="2952750"/>
          <p14:tracePt t="47187" x="3054350" y="2941638"/>
          <p14:tracePt t="47195" x="3141663" y="2840038"/>
          <p14:tracePt t="47202" x="3216275" y="2778125"/>
          <p14:tracePt t="47210" x="3292475" y="2652713"/>
          <p14:tracePt t="47219" x="3354388" y="2516188"/>
          <p14:tracePt t="47227" x="3392488" y="2414588"/>
          <p14:tracePt t="47234" x="3417888" y="2314575"/>
          <p14:tracePt t="47243" x="3441700" y="2227263"/>
          <p14:tracePt t="47251" x="3441700" y="2139950"/>
          <p14:tracePt t="47259" x="3441700" y="2089150"/>
          <p14:tracePt t="47267" x="3441700" y="2065338"/>
          <p14:tracePt t="47275" x="3441700" y="2039938"/>
          <p14:tracePt t="47379" x="3454400" y="2039938"/>
          <p14:tracePt t="47387" x="3492500" y="2039938"/>
          <p14:tracePt t="47394" x="3605213" y="2039938"/>
          <p14:tracePt t="47403" x="3705225" y="2039938"/>
          <p14:tracePt t="47410" x="3830638" y="2039938"/>
          <p14:tracePt t="47419" x="3979863" y="2039938"/>
          <p14:tracePt t="47427" x="4143375" y="2039938"/>
          <p14:tracePt t="47435" x="4330700" y="2039938"/>
          <p14:tracePt t="47442" x="4494213" y="2039938"/>
          <p14:tracePt t="47452" x="4656138" y="2039938"/>
          <p14:tracePt t="47458" x="4843463" y="2001838"/>
          <p14:tracePt t="47466" x="4932363" y="1965325"/>
          <p14:tracePt t="47474" x="4994275" y="1939925"/>
          <p14:tracePt t="47483" x="5019675" y="1901825"/>
          <p14:tracePt t="47490" x="5032375" y="1901825"/>
          <p14:tracePt t="47499" x="5032375" y="1876425"/>
          <p14:tracePt t="47507" x="5032375" y="1865313"/>
          <p14:tracePt t="47523" x="5032375" y="1839913"/>
          <p14:tracePt t="47539" x="5032375" y="1814513"/>
          <p14:tracePt t="47562" x="5006975" y="1789113"/>
          <p14:tracePt t="47571" x="4994275" y="1789113"/>
          <p14:tracePt t="47579" x="4956175" y="1789113"/>
          <p14:tracePt t="47587" x="4945063" y="1789113"/>
          <p14:tracePt t="47594" x="4919663" y="1789113"/>
          <p14:tracePt t="47602" x="4894263" y="1789113"/>
          <p14:tracePt t="47610" x="4868863" y="1776413"/>
          <p14:tracePt t="47619" x="4856163" y="1765300"/>
          <p14:tracePt t="47636" x="4843463" y="1765300"/>
          <p14:tracePt t="47651" x="4819650" y="1765300"/>
          <p14:tracePt t="47666" x="4806950" y="1765300"/>
          <p14:tracePt t="47675" x="4781550" y="1765300"/>
          <p14:tracePt t="47682" x="4743450" y="1765300"/>
          <p14:tracePt t="47691" x="4706938" y="1765300"/>
          <p14:tracePt t="47698" x="4656138" y="1765300"/>
          <p14:tracePt t="47707" x="4594225" y="1765300"/>
          <p14:tracePt t="47714" x="4543425" y="1765300"/>
          <p14:tracePt t="47723" x="4518025" y="1789113"/>
          <p14:tracePt t="47730" x="4481513" y="1789113"/>
          <p14:tracePt t="47738" x="4468813" y="1789113"/>
          <p14:tracePt t="47746" x="4456113" y="1789113"/>
          <p14:tracePt t="47763" x="4443413" y="1789113"/>
          <p14:tracePt t="47770" x="4430713" y="1789113"/>
          <p14:tracePt t="47778" x="4418013" y="1789113"/>
          <p14:tracePt t="48427" x="4394200" y="1789113"/>
          <p14:tracePt t="48434" x="3879850" y="2101850"/>
          <p14:tracePt t="48443" x="3205163" y="2490788"/>
          <p14:tracePt t="48450" x="2416175" y="2890838"/>
          <p14:tracePt t="48459" x="1489075" y="3267075"/>
          <p14:tracePt t="48466" x="801688" y="3554413"/>
          <p14:tracePt t="48475" x="350838" y="3703638"/>
          <p14:tracePt t="48482" x="200025" y="3754438"/>
          <p14:tracePt t="48491" x="187325" y="3754438"/>
          <p14:tracePt t="48539" x="212725" y="3729038"/>
          <p14:tracePt t="48546" x="225425" y="3729038"/>
          <p14:tracePt t="48554" x="250825" y="3716338"/>
          <p14:tracePt t="48571" x="263525" y="3716338"/>
          <p14:tracePt t="48578" x="274638" y="3703638"/>
          <p14:tracePt t="48586" x="300038" y="3703638"/>
          <p14:tracePt t="48595" x="325438" y="3692525"/>
          <p14:tracePt t="48602" x="363538" y="3679825"/>
          <p14:tracePt t="48611" x="412750" y="3667125"/>
          <p14:tracePt t="48618" x="438150" y="3654425"/>
          <p14:tracePt t="48627" x="476250" y="3641725"/>
          <p14:tracePt t="48634" x="488950" y="3641725"/>
          <p14:tracePt t="48643" x="538163" y="3629025"/>
          <p14:tracePt t="48650" x="550863" y="3603625"/>
          <p14:tracePt t="48659" x="576263" y="3603625"/>
          <p14:tracePt t="48666" x="612775" y="3567113"/>
          <p14:tracePt t="48675" x="650875" y="3554413"/>
          <p14:tracePt t="48682" x="688975" y="3541713"/>
          <p14:tracePt t="48690" x="738188" y="3503613"/>
          <p14:tracePt t="48698" x="814388" y="3467100"/>
          <p14:tracePt t="48706" x="914400" y="3416300"/>
          <p14:tracePt t="48714" x="1001713" y="3378200"/>
          <p14:tracePt t="48723" x="1089025" y="3354388"/>
          <p14:tracePt t="48730" x="1189038" y="3303588"/>
          <p14:tracePt t="48739" x="1263650" y="3267075"/>
          <p14:tracePt t="48747" x="1327150" y="3241675"/>
          <p14:tracePt t="48755" x="1352550" y="3228975"/>
          <p14:tracePt t="48762" x="1363663" y="3228975"/>
          <p14:tracePt t="48771" x="1401763" y="3216275"/>
          <p14:tracePt t="48778" x="1414463" y="3216275"/>
          <p14:tracePt t="48794" x="1427163" y="3216275"/>
          <p14:tracePt t="48811" x="1439863" y="3216275"/>
          <p14:tracePt t="48827" x="1452563" y="3216275"/>
          <p14:tracePt t="48834" x="1476375" y="3228975"/>
          <p14:tracePt t="48843" x="1489075" y="3241675"/>
          <p14:tracePt t="48850" x="1489075" y="3254375"/>
          <p14:tracePt t="48858" x="1489075" y="3278188"/>
          <p14:tracePt t="48866" x="1501775" y="3290888"/>
          <p14:tracePt t="48875" x="1514475" y="3328988"/>
          <p14:tracePt t="48882" x="1514475" y="3354388"/>
          <p14:tracePt t="48890" x="1527175" y="3378200"/>
          <p14:tracePt t="48898" x="1539875" y="3416300"/>
          <p14:tracePt t="48907" x="1539875" y="3441700"/>
          <p14:tracePt t="48914" x="1552575" y="3454400"/>
          <p14:tracePt t="48923" x="1552575" y="3467100"/>
          <p14:tracePt t="48940" x="1552575" y="3479800"/>
          <p14:tracePt t="48963" x="1565275" y="3479800"/>
          <p14:tracePt t="48970" x="1589088" y="3467100"/>
          <p14:tracePt t="48979" x="1589088" y="3429000"/>
          <p14:tracePt t="48986" x="1601788" y="3390900"/>
          <p14:tracePt t="48995" x="1601788" y="3378200"/>
          <p14:tracePt t="49002" x="1601788" y="3328988"/>
          <p14:tracePt t="49011" x="1601788" y="3290888"/>
          <p14:tracePt t="49018" x="1601788" y="3278188"/>
          <p14:tracePt t="49027" x="1601788" y="3254375"/>
          <p14:tracePt t="49034" x="1601788" y="3241675"/>
          <p14:tracePt t="49099" x="1614488" y="3241675"/>
          <p14:tracePt t="49106" x="1614488" y="3267075"/>
          <p14:tracePt t="49114" x="1614488" y="3290888"/>
          <p14:tracePt t="49122" x="1614488" y="3328988"/>
          <p14:tracePt t="49130" x="1614488" y="3354388"/>
          <p14:tracePt t="49139" x="1614488" y="3367088"/>
          <p14:tracePt t="49195" x="1614488" y="3341688"/>
          <p14:tracePt t="49202" x="1614488" y="3254375"/>
          <p14:tracePt t="49211" x="1614488" y="3203575"/>
          <p14:tracePt t="49218" x="1614488" y="3141663"/>
          <p14:tracePt t="49227" x="1614488" y="3090863"/>
          <p14:tracePt t="49234" x="1614488" y="3054350"/>
          <p14:tracePt t="49243" x="1614488" y="3016250"/>
          <p14:tracePt t="49250" x="1627188" y="2990850"/>
          <p14:tracePt t="49259" x="1627188" y="2965450"/>
          <p14:tracePt t="49298" x="1627188" y="2952750"/>
          <p14:tracePt t="49314" x="1601788" y="2952750"/>
          <p14:tracePt t="49323" x="1577975" y="2990850"/>
          <p14:tracePt t="49330" x="1577975" y="3016250"/>
          <p14:tracePt t="49339" x="1565275" y="3054350"/>
          <p14:tracePt t="49346" x="1552575" y="3103563"/>
          <p14:tracePt t="49354" x="1539875" y="3178175"/>
          <p14:tracePt t="49362" x="1539875" y="3216275"/>
          <p14:tracePt t="49370" x="1539875" y="3254375"/>
          <p14:tracePt t="49379" x="1539875" y="3278188"/>
          <p14:tracePt t="49386" x="1539875" y="3290888"/>
          <p14:tracePt t="49395" x="1539875" y="3303588"/>
          <p14:tracePt t="49498" x="1601788" y="3228975"/>
          <p14:tracePt t="49507" x="1614488" y="3203575"/>
          <p14:tracePt t="49514" x="1627188" y="3190875"/>
          <p14:tracePt t="49523" x="1665288" y="3190875"/>
          <p14:tracePt t="49538" x="1677988" y="3190875"/>
          <p14:tracePt t="49546" x="1701800" y="3190875"/>
          <p14:tracePt t="49570" x="1714500" y="3190875"/>
          <p14:tracePt t="49579" x="1714500" y="3203575"/>
          <p14:tracePt t="49586" x="1714500" y="3228975"/>
          <p14:tracePt t="49595" x="1714500" y="3254375"/>
          <p14:tracePt t="49602" x="1714500" y="3290888"/>
          <p14:tracePt t="49610" x="1714500" y="3316288"/>
          <p14:tracePt t="49618" x="1714500" y="3328988"/>
          <p14:tracePt t="49626" x="1701800" y="3328988"/>
          <p14:tracePt t="49634" x="1689100" y="3341688"/>
          <p14:tracePt t="49643" x="1677988" y="3341688"/>
          <p14:tracePt t="49650" x="1665288" y="3341688"/>
          <p14:tracePt t="49666" x="1652588" y="3328988"/>
          <p14:tracePt t="49675" x="1627188" y="3316288"/>
          <p14:tracePt t="49682" x="1614488" y="3303588"/>
          <p14:tracePt t="49692" x="1601788" y="3267075"/>
          <p14:tracePt t="49698" x="1601788" y="3241675"/>
          <p14:tracePt t="49706" x="1577975" y="3228975"/>
          <p14:tracePt t="49714" x="1577975" y="3216275"/>
          <p14:tracePt t="49722" x="1577975" y="3203575"/>
          <p14:tracePt t="49738" x="1577975" y="3190875"/>
          <p14:tracePt t="49827" x="1577975" y="3203575"/>
          <p14:tracePt t="49851" x="1577975" y="3216275"/>
          <p14:tracePt t="50235" x="1614488" y="3216275"/>
          <p14:tracePt t="50242" x="1689100" y="3254375"/>
          <p14:tracePt t="50250" x="1701800" y="3278188"/>
          <p14:tracePt t="50259" x="1714500" y="3303588"/>
          <p14:tracePt t="50266" x="1752600" y="3328988"/>
          <p14:tracePt t="50274" x="1765300" y="3354388"/>
          <p14:tracePt t="50282" x="1778000" y="3378200"/>
          <p14:tracePt t="50290" x="1778000" y="3390900"/>
          <p14:tracePt t="50298" x="1778000" y="3416300"/>
          <p14:tracePt t="50306" x="1790700" y="3429000"/>
          <p14:tracePt t="50315" x="1790700" y="3467100"/>
          <p14:tracePt t="50322" x="1801813" y="3479800"/>
          <p14:tracePt t="50331" x="1801813" y="3490913"/>
          <p14:tracePt t="50347" x="1801813" y="3503613"/>
          <p14:tracePt t="50427" x="1801813" y="3490913"/>
          <p14:tracePt t="50434" x="1790700" y="3454400"/>
          <p14:tracePt t="50443" x="1739900" y="3390900"/>
          <p14:tracePt t="50450" x="1714500" y="3354388"/>
          <p14:tracePt t="50458" x="1665288" y="3290888"/>
          <p14:tracePt t="50466" x="1614488" y="3254375"/>
          <p14:tracePt t="50474" x="1589088" y="3216275"/>
          <p14:tracePt t="50482" x="1577975" y="3190875"/>
          <p14:tracePt t="50490" x="1539875" y="3165475"/>
          <p14:tracePt t="50522" x="1527175" y="3165475"/>
          <p14:tracePt t="50531" x="1514475" y="3165475"/>
          <p14:tracePt t="50538" x="1501775" y="3165475"/>
          <p14:tracePt t="50603" x="1501775" y="3178175"/>
          <p14:tracePt t="50610" x="1501775" y="3190875"/>
          <p14:tracePt t="50618" x="1501775" y="3203575"/>
          <p14:tracePt t="50626" x="1501775" y="3228975"/>
          <p14:tracePt t="50634" x="1514475" y="3241675"/>
          <p14:tracePt t="50643" x="1527175" y="3267075"/>
          <p14:tracePt t="50650" x="1552575" y="3278188"/>
          <p14:tracePt t="50667" x="1589088" y="3290888"/>
          <p14:tracePt t="50674" x="1601788" y="3290888"/>
          <p14:tracePt t="50682" x="1627188" y="3290888"/>
          <p14:tracePt t="50690" x="1652588" y="3290888"/>
          <p14:tracePt t="50699" x="1701800" y="3290888"/>
          <p14:tracePt t="50706" x="1752600" y="3290888"/>
          <p14:tracePt t="50715" x="1852613" y="3290888"/>
          <p14:tracePt t="50723" x="1927225" y="3290888"/>
          <p14:tracePt t="50730" x="2027238" y="3290888"/>
          <p14:tracePt t="50738" x="2103438" y="3267075"/>
          <p14:tracePt t="50747" x="2116138" y="3267075"/>
          <p14:tracePt t="50754" x="2139950" y="3254375"/>
          <p14:tracePt t="50874" x="2127250" y="3254375"/>
          <p14:tracePt t="50882" x="2103438" y="3254375"/>
          <p14:tracePt t="50890" x="2078038" y="3254375"/>
          <p14:tracePt t="50899" x="2052638" y="3267075"/>
          <p14:tracePt t="50906" x="2027238" y="3278188"/>
          <p14:tracePt t="50915" x="1990725" y="3290888"/>
          <p14:tracePt t="50922" x="1952625" y="3303588"/>
          <p14:tracePt t="50930" x="1927225" y="3316288"/>
          <p14:tracePt t="50938" x="1890713" y="3328988"/>
          <p14:tracePt t="50946" x="1852613" y="3328988"/>
          <p14:tracePt t="50954" x="1827213" y="3328988"/>
          <p14:tracePt t="50963" x="1814513" y="3328988"/>
          <p14:tracePt t="50970" x="1801813" y="3328988"/>
          <p14:tracePt t="50986" x="1790700" y="3328988"/>
          <p14:tracePt t="51002" x="1778000" y="3328988"/>
          <p14:tracePt t="51106" x="1790700" y="3328988"/>
          <p14:tracePt t="51122" x="1801813" y="3328988"/>
          <p14:tracePt t="51130" x="1839913" y="3303588"/>
          <p14:tracePt t="51154" x="1852613" y="3278188"/>
          <p14:tracePt t="51170" x="1852613" y="3267075"/>
          <p14:tracePt t="51218" x="1852613" y="3241675"/>
          <p14:tracePt t="51274" x="1839913" y="3241675"/>
          <p14:tracePt t="51290" x="1839913" y="3254375"/>
          <p14:tracePt t="51298" x="1839913" y="3267075"/>
          <p14:tracePt t="51306" x="1839913" y="3278188"/>
          <p14:tracePt t="51322" x="1839913" y="3290888"/>
          <p14:tracePt t="51330" x="1839913" y="3303588"/>
          <p14:tracePt t="51338" x="1839913" y="3316288"/>
          <p14:tracePt t="51474" x="1852613" y="3316288"/>
          <p14:tracePt t="51491" x="1865313" y="3316288"/>
          <p14:tracePt t="51538" x="1878013" y="3316288"/>
          <p14:tracePt t="51595" x="1890713" y="3316288"/>
          <p14:tracePt t="51602" x="1903413" y="3316288"/>
          <p14:tracePt t="51618" x="1914525" y="3316288"/>
          <p14:tracePt t="51627" x="1927225" y="3316288"/>
          <p14:tracePt t="51635" x="1939925" y="3316288"/>
          <p14:tracePt t="51642" x="1952625" y="3316288"/>
          <p14:tracePt t="51651" x="1978025" y="3328988"/>
          <p14:tracePt t="51658" x="1990725" y="3328988"/>
          <p14:tracePt t="51667" x="2014538" y="3328988"/>
          <p14:tracePt t="51674" x="2039938" y="3328988"/>
          <p14:tracePt t="51683" x="2065338" y="3328988"/>
          <p14:tracePt t="51690" x="2090738" y="3328988"/>
          <p14:tracePt t="51698" x="2116138" y="3328988"/>
          <p14:tracePt t="51706" x="2152650" y="3328988"/>
          <p14:tracePt t="51714" x="2165350" y="3328988"/>
          <p14:tracePt t="51722" x="2190750" y="3328988"/>
          <p14:tracePt t="51923" x="2203450" y="3328988"/>
          <p14:tracePt t="51930" x="2239963" y="3316288"/>
          <p14:tracePt t="51938" x="2265363" y="3290888"/>
          <p14:tracePt t="51947" x="2316163" y="3278188"/>
          <p14:tracePt t="51955" x="2378075" y="3278188"/>
          <p14:tracePt t="51963" x="2416175" y="3254375"/>
          <p14:tracePt t="51970" x="2428875" y="3254375"/>
          <p14:tracePt t="51978" x="2452688" y="3241675"/>
          <p14:tracePt t="52082" x="2503488" y="3241675"/>
          <p14:tracePt t="52090" x="2541588" y="3241675"/>
          <p14:tracePt t="52099" x="2603500" y="3241675"/>
          <p14:tracePt t="52106" x="2654300" y="3241675"/>
          <p14:tracePt t="52115" x="2741613" y="3241675"/>
          <p14:tracePt t="52122" x="2790825" y="3241675"/>
          <p14:tracePt t="52131" x="2854325" y="3228975"/>
          <p14:tracePt t="52138" x="2867025" y="3228975"/>
          <p14:tracePt t="52146" x="2916238" y="3216275"/>
          <p14:tracePt t="52370" x="2928938" y="3216275"/>
          <p14:tracePt t="52387" x="2941638" y="3203575"/>
          <p14:tracePt t="52394" x="2954338" y="3203575"/>
          <p14:tracePt t="52403" x="2979738" y="3203575"/>
          <p14:tracePt t="52410" x="2992438" y="3203575"/>
          <p14:tracePt t="52426" x="3016250" y="3190875"/>
          <p14:tracePt t="52458" x="3028950" y="3190875"/>
          <p14:tracePt t="52491" x="3041650" y="3178175"/>
          <p14:tracePt t="52506" x="3054350" y="3178175"/>
          <p14:tracePt t="52522" x="3067050" y="3165475"/>
          <p14:tracePt t="52563" x="3092450" y="3154363"/>
          <p14:tracePt t="52603" x="3103563" y="3154363"/>
          <p14:tracePt t="52642" x="3116263" y="3154363"/>
          <p14:tracePt t="52658" x="3128963" y="3154363"/>
          <p14:tracePt t="52714" x="3141663" y="3154363"/>
          <p14:tracePt t="52730" x="3154363" y="3154363"/>
          <p14:tracePt t="52738" x="3167063" y="3154363"/>
          <p14:tracePt t="52762" x="3179763" y="3154363"/>
          <p14:tracePt t="52787" x="3205163" y="3128963"/>
          <p14:tracePt t="52802" x="3216275" y="3128963"/>
          <p14:tracePt t="52818" x="3241675" y="3128963"/>
          <p14:tracePt t="52842" x="3254375" y="3128963"/>
          <p14:tracePt t="52858" x="3279775" y="3128963"/>
          <p14:tracePt t="52874" x="3292475" y="3128963"/>
          <p14:tracePt t="52898" x="3305175" y="3128963"/>
          <p14:tracePt t="52906" x="3317875" y="3128963"/>
          <p14:tracePt t="52938" x="3328988" y="3128963"/>
          <p14:tracePt t="52955" x="3328988" y="3116263"/>
          <p14:tracePt t="54122" x="3328988" y="3178175"/>
          <p14:tracePt t="54131" x="3328988" y="3254375"/>
          <p14:tracePt t="54138" x="3328988" y="3328988"/>
          <p14:tracePt t="54146" x="3328988" y="3403600"/>
          <p14:tracePt t="54154" x="3317875" y="3467100"/>
          <p14:tracePt t="54162" x="3305175" y="3529013"/>
          <p14:tracePt t="54171" x="3267075" y="3603625"/>
          <p14:tracePt t="54178" x="3241675" y="3692525"/>
          <p14:tracePt t="54187" x="3205163" y="3754438"/>
          <p14:tracePt t="54194" x="3192463" y="3829050"/>
          <p14:tracePt t="54202" x="3179763" y="3905250"/>
          <p14:tracePt t="54210" x="3179763" y="3992563"/>
          <p14:tracePt t="54218" x="3179763" y="4054475"/>
          <p14:tracePt t="54226" x="3216275" y="4117975"/>
          <p14:tracePt t="54234" x="3267075" y="4141788"/>
          <p14:tracePt t="54243" x="3392488" y="4141788"/>
          <p14:tracePt t="54250" x="3492500" y="4141788"/>
          <p14:tracePt t="54259" x="3592513" y="4117975"/>
          <p14:tracePt t="54266" x="3705225" y="4017963"/>
          <p14:tracePt t="54275" x="3879850" y="3816350"/>
          <p14:tracePt t="54282" x="4092575" y="3516313"/>
          <p14:tracePt t="54291" x="4256088" y="3190875"/>
          <p14:tracePt t="54298" x="4381500" y="2890838"/>
          <p14:tracePt t="54306" x="4456113" y="2627313"/>
          <p14:tracePt t="54314" x="4506913" y="2427288"/>
          <p14:tracePt t="54323" x="4530725" y="2252663"/>
          <p14:tracePt t="54330" x="4543425" y="2127250"/>
          <p14:tracePt t="54338" x="4556125" y="2001838"/>
          <p14:tracePt t="54346" x="4568825" y="1901825"/>
          <p14:tracePt t="54355" x="4594225" y="1801813"/>
          <p14:tracePt t="54362" x="4606925" y="1701800"/>
          <p14:tracePt t="54371" x="4606925" y="1614488"/>
          <p14:tracePt t="54378" x="4606925" y="1563688"/>
          <p14:tracePt t="54388" x="4606925" y="1527175"/>
          <p14:tracePt t="54394" x="4606925" y="1501775"/>
          <p14:tracePt t="54402" x="4594225" y="1476375"/>
          <p14:tracePt t="54410" x="4568825" y="1463675"/>
          <p14:tracePt t="54418" x="4530725" y="1463675"/>
          <p14:tracePt t="54426" x="4481513" y="1450975"/>
          <p14:tracePt t="54434" x="4406900" y="1450975"/>
          <p14:tracePt t="54443" x="4330700" y="1450975"/>
          <p14:tracePt t="54450" x="4281488" y="1450975"/>
          <p14:tracePt t="54459" x="4156075" y="1489075"/>
          <p14:tracePt t="54466" x="4030663" y="1576388"/>
          <p14:tracePt t="54474" x="3917950" y="1689100"/>
          <p14:tracePt t="54482" x="3805238" y="1827213"/>
          <p14:tracePt t="54490" x="3730625" y="1978025"/>
          <p14:tracePt t="54498" x="3705225" y="2139950"/>
          <p14:tracePt t="54506" x="3679825" y="2303463"/>
          <p14:tracePt t="54514" x="3679825" y="2439988"/>
          <p14:tracePt t="54522" x="3730625" y="2540000"/>
          <p14:tracePt t="54530" x="3830638" y="2627313"/>
          <p14:tracePt t="54538" x="4056063" y="2703513"/>
          <p14:tracePt t="54546" x="4305300" y="2740025"/>
          <p14:tracePt t="54555" x="4656138" y="2752725"/>
          <p14:tracePt t="54562" x="5094288" y="2752725"/>
          <p14:tracePt t="54571" x="5383213" y="2752725"/>
          <p14:tracePt t="54578" x="5645150" y="2703513"/>
          <p14:tracePt t="54586" x="5770563" y="2640013"/>
          <p14:tracePt t="54594" x="5895975" y="2565400"/>
          <p14:tracePt t="54602" x="5945188" y="2490788"/>
          <p14:tracePt t="54610" x="5970588" y="2414588"/>
          <p14:tracePt t="54618" x="5970588" y="2339975"/>
          <p14:tracePt t="54627" x="5970588" y="2278063"/>
          <p14:tracePt t="54634" x="5970588" y="2239963"/>
          <p14:tracePt t="54643" x="5945188" y="2165350"/>
          <p14:tracePt t="54650" x="5870575" y="2101850"/>
          <p14:tracePt t="54659" x="5770563" y="2027238"/>
          <p14:tracePt t="54666" x="5670550" y="1978025"/>
          <p14:tracePt t="54674" x="5557838" y="1927225"/>
          <p14:tracePt t="54682" x="5419725" y="1889125"/>
          <p14:tracePt t="54690" x="5307013" y="1865313"/>
          <p14:tracePt t="54698" x="5170488" y="1865313"/>
          <p14:tracePt t="54707" x="5057775" y="1865313"/>
          <p14:tracePt t="54714" x="4919663" y="1865313"/>
          <p14:tracePt t="54722" x="4794250" y="1865313"/>
          <p14:tracePt t="54730" x="4656138" y="1901825"/>
          <p14:tracePt t="54739" x="4494213" y="1965325"/>
          <p14:tracePt t="54746" x="4294188" y="2078038"/>
          <p14:tracePt t="54755" x="4043363" y="2165350"/>
          <p14:tracePt t="54762" x="3892550" y="2239963"/>
          <p14:tracePt t="54770" x="3705225" y="2327275"/>
          <p14:tracePt t="54778" x="3567113" y="2378075"/>
          <p14:tracePt t="54786" x="3492500" y="2414588"/>
          <p14:tracePt t="54794" x="3454400" y="2465388"/>
          <p14:tracePt t="54802" x="3429000" y="2490788"/>
          <p14:tracePt t="54810" x="3429000" y="2516188"/>
          <p14:tracePt t="54818" x="3405188" y="2565400"/>
          <p14:tracePt t="54827" x="3405188" y="2603500"/>
          <p14:tracePt t="54834" x="3405188" y="2640013"/>
          <p14:tracePt t="54843" x="3405188" y="2690813"/>
          <p14:tracePt t="54850" x="3405188" y="2728913"/>
          <p14:tracePt t="54858" x="3405188" y="2740025"/>
          <p14:tracePt t="54866" x="3405188" y="2778125"/>
          <p14:tracePt t="54874" x="3405188" y="2790825"/>
          <p14:tracePt t="54882" x="3417888" y="2790825"/>
          <p14:tracePt t="54923" x="3417888" y="2803525"/>
          <p14:tracePt t="54930" x="3417888" y="2890838"/>
          <p14:tracePt t="54938" x="3292475" y="2952750"/>
          <p14:tracePt t="54946" x="3067050" y="3054350"/>
          <p14:tracePt t="54954" x="2728913" y="3154363"/>
          <p14:tracePt t="54962" x="2228850" y="3390900"/>
          <p14:tracePt t="54970" x="1778000" y="3567113"/>
          <p14:tracePt t="54978" x="1339850" y="3703638"/>
          <p14:tracePt t="54986" x="1050925" y="3792538"/>
          <p14:tracePt t="54994" x="814388" y="3867150"/>
          <p14:tracePt t="55002" x="663575" y="3905250"/>
          <p14:tracePt t="55011" x="588963" y="3929063"/>
          <p14:tracePt t="55018" x="563563" y="3941763"/>
          <p14:tracePt t="55074" x="550863" y="3941763"/>
          <p14:tracePt t="55090" x="525463" y="3941763"/>
          <p14:tracePt t="55106" x="512763" y="3941763"/>
          <p14:tracePt t="55114" x="500063" y="3954463"/>
          <p14:tracePt t="55154" x="488950" y="3954463"/>
          <p14:tracePt t="55162" x="476250" y="3954463"/>
          <p14:tracePt t="55170" x="450850" y="3954463"/>
          <p14:tracePt t="55178" x="425450" y="3954463"/>
          <p14:tracePt t="55186" x="400050" y="3954463"/>
          <p14:tracePt t="55195" x="376238" y="3954463"/>
          <p14:tracePt t="55202" x="350838" y="3954463"/>
          <p14:tracePt t="55211" x="338138" y="3954463"/>
          <p14:tracePt t="55218" x="325438" y="3954463"/>
          <p14:tracePt t="55250" x="312738" y="3954463"/>
          <p14:tracePt t="55258" x="312738" y="3929063"/>
          <p14:tracePt t="55266" x="312738" y="3892550"/>
          <p14:tracePt t="55274" x="338138" y="3803650"/>
          <p14:tracePt t="55282" x="412750" y="3692525"/>
          <p14:tracePt t="55290" x="538163" y="3567113"/>
          <p14:tracePt t="55298" x="650875" y="3490913"/>
          <p14:tracePt t="55307" x="738188" y="3403600"/>
          <p14:tracePt t="55314" x="825500" y="3341688"/>
          <p14:tracePt t="55324" x="876300" y="3303588"/>
          <p14:tracePt t="55330" x="938213" y="3267075"/>
          <p14:tracePt t="55338" x="963613" y="3254375"/>
          <p14:tracePt t="55346" x="989013" y="3228975"/>
          <p14:tracePt t="55458" x="989013" y="3241675"/>
          <p14:tracePt t="55466" x="976313" y="3241675"/>
          <p14:tracePt t="55482" x="963613" y="3254375"/>
          <p14:tracePt t="55498" x="963613" y="3267075"/>
          <p14:tracePt t="55507" x="938213" y="3267075"/>
          <p14:tracePt t="55514" x="938213" y="3278188"/>
          <p14:tracePt t="55530" x="938213" y="3290888"/>
          <p14:tracePt t="55538" x="938213" y="3316288"/>
          <p14:tracePt t="55554" x="938213" y="3341688"/>
          <p14:tracePt t="55563" x="938213" y="3354388"/>
          <p14:tracePt t="55579" x="938213" y="3378200"/>
          <p14:tracePt t="55586" x="950913" y="3390900"/>
          <p14:tracePt t="55595" x="963613" y="3403600"/>
          <p14:tracePt t="55602" x="976313" y="3416300"/>
          <p14:tracePt t="55610" x="1001713" y="3429000"/>
          <p14:tracePt t="55618" x="1014413" y="3429000"/>
          <p14:tracePt t="55626" x="1063625" y="3429000"/>
          <p14:tracePt t="55634" x="1139825" y="3429000"/>
          <p14:tracePt t="55642" x="1276350" y="3429000"/>
          <p14:tracePt t="55650" x="1452563" y="3429000"/>
          <p14:tracePt t="55658" x="1739900" y="3390900"/>
          <p14:tracePt t="55666" x="2252663" y="3228975"/>
          <p14:tracePt t="55675" x="2728913" y="3116263"/>
          <p14:tracePt t="55682" x="3167063" y="2990850"/>
          <p14:tracePt t="55691" x="3592513" y="2790825"/>
          <p14:tracePt t="55698" x="3943350" y="2640013"/>
          <p14:tracePt t="55706" x="4268788" y="2527300"/>
          <p14:tracePt t="55714" x="4556125" y="2365375"/>
          <p14:tracePt t="55722" x="4756150" y="2265363"/>
          <p14:tracePt t="55730" x="4894263" y="2190750"/>
          <p14:tracePt t="55738" x="4994275" y="2114550"/>
          <p14:tracePt t="55746" x="5081588" y="2052638"/>
          <p14:tracePt t="55754" x="5106988" y="2014538"/>
          <p14:tracePt t="55763" x="5132388" y="1965325"/>
          <p14:tracePt t="55770" x="5145088" y="1939925"/>
          <p14:tracePt t="55779" x="5145088" y="1927225"/>
          <p14:tracePt t="55794" x="5145088" y="1914525"/>
          <p14:tracePt t="55802" x="5145088" y="1901825"/>
          <p14:tracePt t="55810" x="5145088" y="1889125"/>
          <p14:tracePt t="55859" x="5145088" y="1876425"/>
          <p14:tracePt t="55890" x="5145088" y="1865313"/>
          <p14:tracePt t="55898" x="5145088" y="1852613"/>
          <p14:tracePt t="55906" x="5145088" y="1839913"/>
          <p14:tracePt t="55914" x="5157788" y="1814513"/>
          <p14:tracePt t="55926" x="5181600" y="1789113"/>
          <p14:tracePt t="55930" x="5194300" y="1776413"/>
          <p14:tracePt t="55938" x="5219700" y="1752600"/>
          <p14:tracePt t="56146" x="5219700" y="1789113"/>
          <p14:tracePt t="56154" x="5145088" y="1901825"/>
          <p14:tracePt t="56162" x="5081588" y="2027238"/>
          <p14:tracePt t="56170" x="4945063" y="2190750"/>
          <p14:tracePt t="56178" x="4756150" y="2339975"/>
          <p14:tracePt t="56187" x="4468813" y="2590800"/>
          <p14:tracePt t="56194" x="4268788" y="2752725"/>
          <p14:tracePt t="56202" x="3956050" y="2952750"/>
          <p14:tracePt t="56211" x="3654425" y="3103563"/>
          <p14:tracePt t="56218" x="3392488" y="3267075"/>
          <p14:tracePt t="56226" x="3241675" y="3328988"/>
          <p14:tracePt t="56234" x="3154363" y="3367088"/>
          <p14:tracePt t="56243" x="3092450" y="3378200"/>
          <p14:tracePt t="56250" x="3067050" y="3390900"/>
          <p14:tracePt t="56260" x="3016250" y="3403600"/>
          <p14:tracePt t="56266" x="2992438" y="3403600"/>
          <p14:tracePt t="56274" x="2941638" y="3416300"/>
          <p14:tracePt t="56283" x="2854325" y="3429000"/>
          <p14:tracePt t="56290" x="2728913" y="3429000"/>
          <p14:tracePt t="56298" x="2616200" y="3490913"/>
          <p14:tracePt t="56306" x="2465388" y="3529013"/>
          <p14:tracePt t="56315" x="2303463" y="3567113"/>
          <p14:tracePt t="56322" x="2127250" y="3629025"/>
          <p14:tracePt t="56331" x="2027238" y="3654425"/>
          <p14:tracePt t="56338" x="1914525" y="3692525"/>
          <p14:tracePt t="56347" x="1839913" y="3703638"/>
          <p14:tracePt t="56354" x="1790700" y="3716338"/>
          <p14:tracePt t="56362" x="1752600" y="3716338"/>
          <p14:tracePt t="56370" x="1714500" y="3716338"/>
          <p14:tracePt t="56378" x="1701800" y="3716338"/>
          <p14:tracePt t="56386" x="1665288" y="3716338"/>
          <p14:tracePt t="56394" x="1614488" y="3716338"/>
          <p14:tracePt t="56402" x="1527175" y="3716338"/>
          <p14:tracePt t="56410" x="1427163" y="3716338"/>
          <p14:tracePt t="56418" x="1314450" y="3716338"/>
          <p14:tracePt t="56427" x="1214438" y="3716338"/>
          <p14:tracePt t="56434" x="1114425" y="3716338"/>
          <p14:tracePt t="56443" x="1027113" y="3716338"/>
          <p14:tracePt t="56450" x="989013" y="3716338"/>
          <p14:tracePt t="56458" x="950913" y="3716338"/>
          <p14:tracePt t="56466" x="938213" y="3716338"/>
          <p14:tracePt t="56474" x="938213" y="3703638"/>
          <p14:tracePt t="56490" x="938213" y="3679825"/>
          <p14:tracePt t="56506" x="938213" y="3667125"/>
          <p14:tracePt t="56555" x="938213" y="3641725"/>
          <p14:tracePt t="56587" x="938213" y="3629025"/>
          <p14:tracePt t="56602" x="938213" y="3603625"/>
          <p14:tracePt t="56618" x="950913" y="3590925"/>
          <p14:tracePt t="56642" x="963613" y="3590925"/>
          <p14:tracePt t="56698" x="976313" y="3579813"/>
          <p14:tracePt t="57018" x="989013" y="3579813"/>
          <p14:tracePt t="57026" x="1027113" y="3579813"/>
          <p14:tracePt t="57034" x="1063625" y="3579813"/>
          <p14:tracePt t="57042" x="1076325" y="3579813"/>
          <p14:tracePt t="57050" x="1114425" y="3579813"/>
          <p14:tracePt t="57058" x="1150938" y="3579813"/>
          <p14:tracePt t="57067" x="1214438" y="3590925"/>
          <p14:tracePt t="57074" x="1252538" y="3603625"/>
          <p14:tracePt t="57083" x="1276350" y="3603625"/>
          <p14:tracePt t="57090" x="1314450" y="3616325"/>
          <p14:tracePt t="57098" x="1327150" y="3616325"/>
          <p14:tracePt t="57114" x="1339850" y="3616325"/>
          <p14:tracePt t="57371" x="1352550" y="3616325"/>
          <p14:tracePt t="57378" x="1363663" y="3616325"/>
          <p14:tracePt t="57395" x="1376363" y="3616325"/>
          <p14:tracePt t="57402" x="1389063" y="3616325"/>
          <p14:tracePt t="57410" x="1414463" y="3616325"/>
          <p14:tracePt t="57418" x="1439863" y="3616325"/>
          <p14:tracePt t="57426" x="1489075" y="3616325"/>
          <p14:tracePt t="57434" x="1577975" y="3603625"/>
          <p14:tracePt t="57442" x="1665288" y="3590925"/>
          <p14:tracePt t="57451" x="1765300" y="3579813"/>
          <p14:tracePt t="57458" x="1852613" y="3567113"/>
          <p14:tracePt t="57467" x="1927225" y="3541713"/>
          <p14:tracePt t="57474" x="2014538" y="3541713"/>
          <p14:tracePt t="57482" x="2065338" y="3529013"/>
          <p14:tracePt t="57490" x="2116138" y="3529013"/>
          <p14:tracePt t="57499" x="2139950" y="3529013"/>
          <p14:tracePt t="57514" x="2152650" y="3529013"/>
          <p14:tracePt t="57522" x="2165350" y="3529013"/>
          <p14:tracePt t="57594" x="2165350" y="3516313"/>
          <p14:tracePt t="57602" x="2165350" y="3503613"/>
          <p14:tracePt t="57610" x="2127250" y="3503613"/>
          <p14:tracePt t="57618" x="2090738" y="3490913"/>
          <p14:tracePt t="57626" x="2078038" y="3479800"/>
          <p14:tracePt t="57635" x="2052638" y="3479800"/>
          <p14:tracePt t="57642" x="2027238" y="3467100"/>
          <p14:tracePt t="57651" x="2003425" y="3467100"/>
          <p14:tracePt t="57787" x="1990725" y="3467100"/>
          <p14:tracePt t="57794" x="2003425" y="3479800"/>
          <p14:tracePt t="57802" x="2039938" y="3479800"/>
          <p14:tracePt t="57810" x="2078038" y="3490913"/>
          <p14:tracePt t="57819" x="2116138" y="3490913"/>
          <p14:tracePt t="57826" x="2165350" y="3490913"/>
          <p14:tracePt t="57835" x="2190750" y="3490913"/>
          <p14:tracePt t="57842" x="2252663" y="3490913"/>
          <p14:tracePt t="57851" x="2328863" y="3490913"/>
          <p14:tracePt t="57858" x="2403475" y="3490913"/>
          <p14:tracePt t="57866" x="2478088" y="3490913"/>
          <p14:tracePt t="57874" x="2578100" y="3490913"/>
          <p14:tracePt t="57882" x="2641600" y="3490913"/>
          <p14:tracePt t="57891" x="2690813" y="3490913"/>
          <p14:tracePt t="57898" x="2728913" y="3490913"/>
          <p14:tracePt t="57906" x="2754313" y="3490913"/>
          <p14:tracePt t="57947" x="2754313" y="3503613"/>
          <p14:tracePt t="58090" x="2767013" y="3503613"/>
          <p14:tracePt t="58114" x="2778125" y="3503613"/>
          <p14:tracePt t="58122" x="2790825" y="3503613"/>
          <p14:tracePt t="58131" x="2816225" y="3503613"/>
          <p14:tracePt t="58138" x="2841625" y="3503613"/>
          <p14:tracePt t="58146" x="2867025" y="3490913"/>
          <p14:tracePt t="58154" x="2890838" y="3490913"/>
          <p14:tracePt t="58162" x="2916238" y="3479800"/>
          <p14:tracePt t="58170" x="2954338" y="3467100"/>
          <p14:tracePt t="58178" x="2992438" y="3454400"/>
          <p14:tracePt t="58187" x="3003550" y="3454400"/>
          <p14:tracePt t="58194" x="3041650" y="3441700"/>
          <p14:tracePt t="58346" x="3054350" y="3441700"/>
          <p14:tracePt t="58370" x="3079750" y="3441700"/>
          <p14:tracePt t="58378" x="3116263" y="3441700"/>
          <p14:tracePt t="58387" x="3141663" y="3441700"/>
          <p14:tracePt t="58394" x="3192463" y="3441700"/>
          <p14:tracePt t="58403" x="3267075" y="3467100"/>
          <p14:tracePt t="58410" x="3354388" y="3490913"/>
          <p14:tracePt t="58418" x="3429000" y="3503613"/>
          <p14:tracePt t="58426" x="3517900" y="3516313"/>
          <p14:tracePt t="58434" x="3554413" y="3516313"/>
          <p14:tracePt t="58442" x="3605213" y="3516313"/>
          <p14:tracePt t="58450" x="3654425" y="3516313"/>
          <p14:tracePt t="58458" x="3692525" y="3516313"/>
          <p14:tracePt t="58466" x="3705225" y="3516313"/>
          <p14:tracePt t="58474" x="3730625" y="3516313"/>
          <p14:tracePt t="58490" x="3743325" y="3516313"/>
          <p14:tracePt t="58523" x="3756025" y="3516313"/>
          <p14:tracePt t="58538" x="3767138" y="3516313"/>
          <p14:tracePt t="58546" x="3779838" y="3516313"/>
          <p14:tracePt t="58554" x="3792538" y="3516313"/>
          <p14:tracePt t="58571" x="3805238" y="3516313"/>
          <p14:tracePt t="58578" x="3817938" y="3516313"/>
          <p14:tracePt t="58643" x="3830638" y="3516313"/>
          <p14:tracePt t="58650" x="3856038" y="3503613"/>
          <p14:tracePt t="58827" x="3879850" y="3503613"/>
          <p14:tracePt t="58835" x="3968750" y="3516313"/>
          <p14:tracePt t="58842" x="4043363" y="3529013"/>
          <p14:tracePt t="58850" x="4117975" y="3529013"/>
          <p14:tracePt t="58858" x="4181475" y="3541713"/>
          <p14:tracePt t="58867" x="4230688" y="3541713"/>
          <p14:tracePt t="58874" x="4281488" y="3541713"/>
          <p14:tracePt t="58884" x="4318000" y="3541713"/>
          <p14:tracePt t="58890" x="4343400" y="3541713"/>
          <p14:tracePt t="58898" x="4356100" y="3541713"/>
          <p14:tracePt t="59002" x="4368800" y="3541713"/>
          <p14:tracePt t="59010" x="4381500" y="3541713"/>
          <p14:tracePt t="59018" x="4394200" y="3541713"/>
          <p14:tracePt t="59034" x="4406900" y="3541713"/>
          <p14:tracePt t="59042" x="4418013" y="3529013"/>
          <p14:tracePt t="59051" x="4430713" y="3516313"/>
          <p14:tracePt t="59058" x="4443413" y="3516313"/>
          <p14:tracePt t="59068" x="4481513" y="3516313"/>
          <p14:tracePt t="59074" x="4506913" y="3503613"/>
          <p14:tracePt t="59082" x="4543425" y="3503613"/>
          <p14:tracePt t="59090" x="4581525" y="3503613"/>
          <p14:tracePt t="59098" x="4619625" y="3479800"/>
          <p14:tracePt t="59106" x="4630738" y="3479800"/>
          <p14:tracePt t="59114" x="4668838" y="3479800"/>
          <p14:tracePt t="59123" x="4681538" y="3479800"/>
          <p14:tracePt t="59130" x="4694238" y="3479800"/>
          <p14:tracePt t="59139" x="4706938" y="3479800"/>
          <p14:tracePt t="59194" x="4719638" y="3479800"/>
          <p14:tracePt t="59202" x="4732338" y="3479800"/>
          <p14:tracePt t="59210" x="4743450" y="3479800"/>
          <p14:tracePt t="59226" x="4768850" y="3479800"/>
          <p14:tracePt t="59242" x="4768850" y="3503613"/>
          <p14:tracePt t="59250" x="4794250" y="3516313"/>
          <p14:tracePt t="59354" x="4806950" y="3516313"/>
          <p14:tracePt t="59370" x="4819650" y="3516313"/>
          <p14:tracePt t="59402" x="4832350" y="3516313"/>
          <p14:tracePt t="59410" x="4843463" y="3516313"/>
          <p14:tracePt t="59426" x="4906963" y="3516313"/>
          <p14:tracePt t="59434" x="5006975" y="3503613"/>
          <p14:tracePt t="59442" x="5119688" y="3503613"/>
          <p14:tracePt t="59450" x="5257800" y="3503613"/>
          <p14:tracePt t="59458" x="5370513" y="3503613"/>
          <p14:tracePt t="59466" x="5394325" y="3503613"/>
          <p14:tracePt t="59474" x="5445125" y="3503613"/>
          <p14:tracePt t="59651" x="5445125" y="3479800"/>
          <p14:tracePt t="59658" x="5432425" y="3441700"/>
          <p14:tracePt t="59674" x="5432425" y="3429000"/>
          <p14:tracePt t="59682" x="5432425" y="3416300"/>
          <p14:tracePt t="59690" x="5419725" y="3390900"/>
          <p14:tracePt t="59707" x="5407025" y="3390900"/>
          <p14:tracePt t="59714" x="5394325" y="3367088"/>
          <p14:tracePt t="59723" x="5383213" y="3341688"/>
          <p14:tracePt t="59738" x="5370513" y="3316288"/>
          <p14:tracePt t="59746" x="5357813" y="3303588"/>
          <p14:tracePt t="59754" x="5332413" y="3278188"/>
          <p14:tracePt t="59762" x="5319713" y="3267075"/>
          <p14:tracePt t="59770" x="5294313" y="3254375"/>
          <p14:tracePt t="59778" x="5270500" y="3241675"/>
          <p14:tracePt t="59786" x="5245100" y="3228975"/>
          <p14:tracePt t="59794" x="5219700" y="3216275"/>
          <p14:tracePt t="59803" x="5170488" y="3203575"/>
          <p14:tracePt t="59810" x="5132388" y="3190875"/>
          <p14:tracePt t="59819" x="5068888" y="3190875"/>
          <p14:tracePt t="59826" x="5045075" y="3190875"/>
          <p14:tracePt t="59834" x="4994275" y="3165475"/>
          <p14:tracePt t="59842" x="4945063" y="3165475"/>
          <p14:tracePt t="59850" x="4906963" y="3165475"/>
          <p14:tracePt t="59858" x="4868863" y="3165475"/>
          <p14:tracePt t="59866" x="4856163" y="3165475"/>
          <p14:tracePt t="59875" x="4819650" y="3178175"/>
          <p14:tracePt t="59882" x="4794250" y="3203575"/>
          <p14:tracePt t="59891" x="4768850" y="3241675"/>
          <p14:tracePt t="59898" x="4768850" y="3303588"/>
          <p14:tracePt t="59907" x="4768850" y="3328988"/>
          <p14:tracePt t="59914" x="4768850" y="3378200"/>
          <p14:tracePt t="59922" x="4768850" y="3416300"/>
          <p14:tracePt t="59930" x="4794250" y="3467100"/>
          <p14:tracePt t="59938" x="4868863" y="3490913"/>
          <p14:tracePt t="59946" x="4932363" y="3490913"/>
          <p14:tracePt t="59955" x="5019675" y="3490913"/>
          <p14:tracePt t="59962" x="5119688" y="3490913"/>
          <p14:tracePt t="59970" x="5194300" y="3490913"/>
          <p14:tracePt t="59978" x="5270500" y="3429000"/>
          <p14:tracePt t="59987" x="5332413" y="3367088"/>
          <p14:tracePt t="59994" x="5345113" y="3316288"/>
          <p14:tracePt t="60003" x="5345113" y="3241675"/>
          <p14:tracePt t="60010" x="5345113" y="3203575"/>
          <p14:tracePt t="60018" x="5345113" y="3154363"/>
          <p14:tracePt t="60026" x="5307013" y="3078163"/>
          <p14:tracePt t="60034" x="5219700" y="3028950"/>
          <p14:tracePt t="60042" x="5119688" y="2978150"/>
          <p14:tracePt t="60050" x="4994275" y="2928938"/>
          <p14:tracePt t="60058" x="4856163" y="2865438"/>
          <p14:tracePt t="60066" x="4681538" y="2790825"/>
          <p14:tracePt t="60075" x="4430713" y="2765425"/>
          <p14:tracePt t="60082" x="4205288" y="2752725"/>
          <p14:tracePt t="60091" x="3968750" y="2752725"/>
          <p14:tracePt t="60098" x="3805238" y="2752725"/>
          <p14:tracePt t="60106" x="3667125" y="2752725"/>
          <p14:tracePt t="60114" x="3554413" y="2778125"/>
          <p14:tracePt t="60122" x="3405188" y="2878138"/>
          <p14:tracePt t="60130" x="3279775" y="2952750"/>
          <p14:tracePt t="60138" x="3141663" y="3090863"/>
          <p14:tracePt t="60146" x="3028950" y="3216275"/>
          <p14:tracePt t="60154" x="2928938" y="3328988"/>
          <p14:tracePt t="60162" x="2879725" y="3441700"/>
          <p14:tracePt t="60170" x="2841625" y="3554413"/>
          <p14:tracePt t="60178" x="2790825" y="3641725"/>
          <p14:tracePt t="60187" x="2790825" y="3692525"/>
          <p14:tracePt t="60194" x="2790825" y="3729038"/>
          <p14:tracePt t="60202" x="2790825" y="3754438"/>
          <p14:tracePt t="60210" x="2778125" y="3767138"/>
          <p14:tracePt t="60242" x="2767013" y="3767138"/>
          <p14:tracePt t="60250" x="2641600" y="3741738"/>
          <p14:tracePt t="60259" x="2516188" y="3667125"/>
          <p14:tracePt t="60266" x="2403475" y="3603625"/>
          <p14:tracePt t="60275" x="2265363" y="3554413"/>
          <p14:tracePt t="60282" x="2127250" y="3529013"/>
          <p14:tracePt t="60290" x="2014538" y="3479800"/>
          <p14:tracePt t="60298" x="1927225" y="3467100"/>
          <p14:tracePt t="60306" x="1852613" y="3467100"/>
          <p14:tracePt t="60314" x="1778000" y="3467100"/>
          <p14:tracePt t="60322" x="1727200" y="3467100"/>
          <p14:tracePt t="60330" x="1714500" y="3467100"/>
          <p14:tracePt t="60338" x="1689100" y="3467100"/>
          <p14:tracePt t="60346" x="1677988" y="3467100"/>
          <p14:tracePt t="60354" x="1665288" y="3467100"/>
          <p14:tracePt t="60362" x="1639888" y="3479800"/>
          <p14:tracePt t="60371" x="1639888" y="3490913"/>
          <p14:tracePt t="60378" x="1614488" y="3529013"/>
          <p14:tracePt t="60394" x="1589088" y="3541713"/>
          <p14:tracePt t="60402" x="1565275" y="3567113"/>
          <p14:tracePt t="60410" x="1552575" y="3567113"/>
          <p14:tracePt t="60418" x="1527175" y="3579813"/>
          <p14:tracePt t="60426" x="1501775" y="3579813"/>
          <p14:tracePt t="60434" x="1465263" y="3579813"/>
          <p14:tracePt t="60442" x="1439863" y="3579813"/>
          <p14:tracePt t="60450" x="1414463" y="3579813"/>
          <p14:tracePt t="60459" x="1389063" y="3579813"/>
          <p14:tracePt t="60474" x="1376363" y="3579813"/>
          <p14:tracePt t="60530" x="1363663" y="3579813"/>
          <p14:tracePt t="60538" x="1363663" y="3590925"/>
          <p14:tracePt t="60546" x="1363663" y="3616325"/>
          <p14:tracePt t="60554" x="1363663" y="3641725"/>
          <p14:tracePt t="60562" x="1376363" y="3667125"/>
          <p14:tracePt t="60572" x="1439863" y="3703638"/>
          <p14:tracePt t="60578" x="1501775" y="3754438"/>
          <p14:tracePt t="60586" x="1565275" y="3779838"/>
          <p14:tracePt t="60594" x="1701800" y="3829050"/>
          <p14:tracePt t="60602" x="1827213" y="3854450"/>
          <p14:tracePt t="60610" x="1978025" y="3879850"/>
          <p14:tracePt t="60618" x="2165350" y="3905250"/>
          <p14:tracePt t="60627" x="2328863" y="3905250"/>
          <p14:tracePt t="60634" x="2528888" y="3905250"/>
          <p14:tracePt t="60643" x="2741613" y="3905250"/>
          <p14:tracePt t="60650" x="2941638" y="3905250"/>
          <p14:tracePt t="60658" x="3179763" y="3905250"/>
          <p14:tracePt t="60666" x="3367088" y="3905250"/>
          <p14:tracePt t="60674" x="3517900" y="3905250"/>
          <p14:tracePt t="60682" x="3630613" y="3892550"/>
          <p14:tracePt t="60690" x="3717925" y="3892550"/>
          <p14:tracePt t="60698" x="3792538" y="3879850"/>
          <p14:tracePt t="60706" x="3817938" y="3879850"/>
          <p14:tracePt t="60714" x="3830638" y="3879850"/>
          <p14:tracePt t="60858" x="3843338" y="3867150"/>
          <p14:tracePt t="60954" x="3856038" y="3867150"/>
          <p14:tracePt t="60987" x="3867150" y="3867150"/>
          <p14:tracePt t="60995" x="3879850" y="3854450"/>
          <p14:tracePt t="61059" x="3892550" y="3841750"/>
          <p14:tracePt t="61082" x="3905250" y="3841750"/>
          <p14:tracePt t="61090" x="3917950" y="3841750"/>
          <p14:tracePt t="61098" x="3943350" y="3841750"/>
          <p14:tracePt t="61106" x="3992563" y="3841750"/>
          <p14:tracePt t="61114" x="4092575" y="3854450"/>
          <p14:tracePt t="61124" x="4281488" y="3892550"/>
          <p14:tracePt t="61130" x="4468813" y="3941763"/>
          <p14:tracePt t="61138" x="4643438" y="3967163"/>
          <p14:tracePt t="61146" x="4794250" y="3992563"/>
          <p14:tracePt t="61154" x="4894263" y="3992563"/>
          <p14:tracePt t="61162" x="4968875" y="3992563"/>
          <p14:tracePt t="61170" x="4994275" y="3979863"/>
          <p14:tracePt t="61178" x="5019675" y="3954463"/>
          <p14:tracePt t="61186" x="5019675" y="3941763"/>
          <p14:tracePt t="61195" x="5019675" y="3916363"/>
          <p14:tracePt t="61202" x="5019675" y="3879850"/>
          <p14:tracePt t="61211" x="5019675" y="3854450"/>
          <p14:tracePt t="61218" x="5019675" y="3829050"/>
          <p14:tracePt t="61226" x="5006975" y="3816350"/>
          <p14:tracePt t="61234" x="4981575" y="3754438"/>
          <p14:tracePt t="61242" x="4968875" y="3754438"/>
          <p14:tracePt t="61250" x="4945063" y="3741738"/>
          <p14:tracePt t="61259" x="4919663" y="3729038"/>
          <p14:tracePt t="61266" x="4881563" y="3716338"/>
          <p14:tracePt t="61274" x="4768850" y="3692525"/>
          <p14:tracePt t="61282" x="4668838" y="3654425"/>
          <p14:tracePt t="61290" x="4481513" y="3641725"/>
          <p14:tracePt t="61298" x="4192588" y="3590925"/>
          <p14:tracePt t="61307" x="3654425" y="3567113"/>
          <p14:tracePt t="61314" x="3167063" y="3516313"/>
          <p14:tracePt t="61324" x="2654300" y="3516313"/>
          <p14:tracePt t="61330" x="2178050" y="3516313"/>
          <p14:tracePt t="61338" x="1665288" y="3516313"/>
          <p14:tracePt t="61346" x="1263650" y="3516313"/>
          <p14:tracePt t="61354" x="889000" y="3516313"/>
          <p14:tracePt t="61362" x="550863" y="3516313"/>
          <p14:tracePt t="61370" x="200025" y="3529013"/>
          <p14:tracePt t="61722" x="174625" y="4179888"/>
          <p14:tracePt t="61730" x="312738" y="4192588"/>
          <p14:tracePt t="61738" x="463550" y="4217988"/>
          <p14:tracePt t="61746" x="625475" y="4230688"/>
          <p14:tracePt t="61754" x="814388" y="4267200"/>
          <p14:tracePt t="61763" x="1101725" y="4305300"/>
          <p14:tracePt t="61770" x="1414463" y="4305300"/>
          <p14:tracePt t="61779" x="1689100" y="4305300"/>
          <p14:tracePt t="61786" x="1965325" y="4305300"/>
          <p14:tracePt t="61794" x="2203450" y="4305300"/>
          <p14:tracePt t="61802" x="2316163" y="4305300"/>
          <p14:tracePt t="61810" x="2416175" y="4305300"/>
          <p14:tracePt t="61818" x="2428875" y="4305300"/>
          <p14:tracePt t="61826" x="2441575" y="4292600"/>
          <p14:tracePt t="61850" x="2416175" y="4279900"/>
          <p14:tracePt t="61859" x="2378075" y="4267200"/>
          <p14:tracePt t="61866" x="2339975" y="4241800"/>
          <p14:tracePt t="61875" x="2303463" y="4217988"/>
          <p14:tracePt t="61882" x="2239963" y="4205288"/>
          <p14:tracePt t="61890" x="2203450" y="4154488"/>
          <p14:tracePt t="61898" x="2090738" y="4129088"/>
          <p14:tracePt t="61906" x="1990725" y="4105275"/>
          <p14:tracePt t="61914" x="1839913" y="4079875"/>
          <p14:tracePt t="61926" x="1701800" y="4067175"/>
          <p14:tracePt t="61930" x="1501775" y="4067175"/>
          <p14:tracePt t="61938" x="1263650" y="4067175"/>
          <p14:tracePt t="61947" x="989013" y="4067175"/>
          <p14:tracePt t="61954" x="776288" y="4067175"/>
          <p14:tracePt t="61963" x="612775" y="4067175"/>
          <p14:tracePt t="61970" x="425450" y="4092575"/>
          <p14:tracePt t="61978" x="287338" y="4117975"/>
          <p14:tracePt t="61986" x="150813" y="4192588"/>
          <p14:tracePt t="61994" x="38100" y="4241800"/>
          <p14:tracePt t="62146" x="125413" y="4467225"/>
          <p14:tracePt t="62154" x="287338" y="4467225"/>
          <p14:tracePt t="62162" x="525463" y="4467225"/>
          <p14:tracePt t="62170" x="863600" y="4454525"/>
          <p14:tracePt t="62178" x="1376363" y="4341813"/>
          <p14:tracePt t="62186" x="1814513" y="4217988"/>
          <p14:tracePt t="62194" x="2078038" y="4067175"/>
          <p14:tracePt t="62202" x="2252663" y="3954463"/>
          <p14:tracePt t="62211" x="2303463" y="3892550"/>
          <p14:tracePt t="62218" x="2303463" y="3854450"/>
          <p14:tracePt t="62226" x="2303463" y="3803650"/>
          <p14:tracePt t="62234" x="2303463" y="3741738"/>
          <p14:tracePt t="62243" x="2239963" y="3729038"/>
          <p14:tracePt t="62250" x="2116138" y="3679825"/>
          <p14:tracePt t="62260" x="1990725" y="3667125"/>
          <p14:tracePt t="62266" x="1814513" y="3654425"/>
          <p14:tracePt t="62274" x="1639888" y="3654425"/>
          <p14:tracePt t="62282" x="1489075" y="3629025"/>
          <p14:tracePt t="62290" x="1276350" y="3616325"/>
          <p14:tracePt t="62298" x="1150938" y="3654425"/>
          <p14:tracePt t="62306" x="1063625" y="3754438"/>
          <p14:tracePt t="62315" x="989013" y="3829050"/>
          <p14:tracePt t="62322" x="901700" y="3954463"/>
          <p14:tracePt t="62331" x="863600" y="4041775"/>
          <p14:tracePt t="62338" x="863600" y="4141788"/>
          <p14:tracePt t="62346" x="863600" y="4179888"/>
          <p14:tracePt t="62354" x="901700" y="4230688"/>
          <p14:tracePt t="62362" x="1027113" y="4292600"/>
          <p14:tracePt t="62370" x="1176338" y="4330700"/>
          <p14:tracePt t="62378" x="1414463" y="4367213"/>
          <p14:tracePt t="62386" x="1739900" y="4405313"/>
          <p14:tracePt t="62394" x="2052638" y="4405313"/>
          <p14:tracePt t="62402" x="2316163" y="4405313"/>
          <p14:tracePt t="62410" x="2528888" y="4405313"/>
          <p14:tracePt t="62418" x="2754313" y="4367213"/>
          <p14:tracePt t="62427" x="2954338" y="4241800"/>
          <p14:tracePt t="62434" x="3079750" y="4167188"/>
          <p14:tracePt t="62444" x="3179763" y="4079875"/>
          <p14:tracePt t="62450" x="3192463" y="4041775"/>
          <p14:tracePt t="62458" x="3205163" y="4005263"/>
          <p14:tracePt t="62466" x="3192463" y="3929063"/>
          <p14:tracePt t="62474" x="3103563" y="3892550"/>
          <p14:tracePt t="62482" x="3003550" y="3854450"/>
          <p14:tracePt t="62490" x="2941638" y="3816350"/>
          <p14:tracePt t="62499" x="2778125" y="3803650"/>
          <p14:tracePt t="62506" x="2565400" y="3803650"/>
          <p14:tracePt t="62515" x="2365375" y="3803650"/>
          <p14:tracePt t="62522" x="2152650" y="3803650"/>
          <p14:tracePt t="62530" x="1978025" y="3803650"/>
          <p14:tracePt t="62538" x="1839913" y="3854450"/>
          <p14:tracePt t="62546" x="1727200" y="3916363"/>
          <p14:tracePt t="62554" x="1665288" y="3979863"/>
          <p14:tracePt t="62562" x="1652588" y="4054475"/>
          <p14:tracePt t="62570" x="1652588" y="4092575"/>
          <p14:tracePt t="62579" x="1665288" y="4141788"/>
          <p14:tracePt t="62586" x="1714500" y="4192588"/>
          <p14:tracePt t="62594" x="1790700" y="4241800"/>
          <p14:tracePt t="62602" x="1890713" y="4267200"/>
          <p14:tracePt t="62611" x="1978025" y="4292600"/>
          <p14:tracePt t="62618" x="2078038" y="4305300"/>
          <p14:tracePt t="62627" x="2165350" y="4318000"/>
          <p14:tracePt t="62634" x="2265363" y="4330700"/>
          <p14:tracePt t="62642" x="2339975" y="4330700"/>
          <p14:tracePt t="62650" x="2416175" y="4330700"/>
          <p14:tracePt t="62658" x="2503488" y="4330700"/>
          <p14:tracePt t="62666" x="2578100" y="4330700"/>
          <p14:tracePt t="62674" x="2641600" y="4330700"/>
          <p14:tracePt t="62682" x="2703513" y="4292600"/>
          <p14:tracePt t="62690" x="2741613" y="4279900"/>
          <p14:tracePt t="62706" x="2754313" y="4267200"/>
          <p14:tracePt t="62874" x="2767013" y="4254500"/>
          <p14:tracePt t="62890" x="2778125" y="4254500"/>
          <p14:tracePt t="62899" x="2790825" y="4254500"/>
          <p14:tracePt t="62914" x="2828925" y="4267200"/>
          <p14:tracePt t="62928" x="2867025" y="4279900"/>
          <p14:tracePt t="62931" x="2954338" y="4305300"/>
          <p14:tracePt t="62938" x="3054350" y="4318000"/>
          <p14:tracePt t="62947" x="3141663" y="4330700"/>
          <p14:tracePt t="62954" x="3228975" y="4341813"/>
          <p14:tracePt t="62962" x="3305175" y="4341813"/>
          <p14:tracePt t="62970" x="3341688" y="4354513"/>
          <p14:tracePt t="62978" x="3367088" y="4354513"/>
          <p14:tracePt t="62986" x="3379788" y="4354513"/>
          <p14:tracePt t="62995" x="3392488" y="4354513"/>
          <p14:tracePt t="63322" x="3392488" y="4367213"/>
          <p14:tracePt t="63338" x="3392488" y="4379913"/>
          <p14:tracePt t="63346" x="3367088" y="4392613"/>
          <p14:tracePt t="63354" x="3305175" y="4418013"/>
          <p14:tracePt t="63362" x="3228975" y="4454525"/>
          <p14:tracePt t="63370" x="3128963" y="4467225"/>
          <p14:tracePt t="63379" x="2992438" y="4479925"/>
          <p14:tracePt t="63386" x="2867025" y="4479925"/>
          <p14:tracePt t="63394" x="2728913" y="4479925"/>
          <p14:tracePt t="63402" x="2616200" y="4479925"/>
          <p14:tracePt t="63410" x="2541588" y="4479925"/>
          <p14:tracePt t="63418" x="2465388" y="4454525"/>
          <p14:tracePt t="63426" x="2403475" y="4443413"/>
          <p14:tracePt t="63434" x="2316163" y="4405313"/>
          <p14:tracePt t="63442" x="2278063" y="4392613"/>
          <p14:tracePt t="63451" x="2239963" y="4392613"/>
          <p14:tracePt t="63458" x="2228850" y="4379913"/>
          <p14:tracePt t="63474" x="2216150" y="4367213"/>
          <p14:tracePt t="63482" x="2190750" y="4354513"/>
          <p14:tracePt t="63498" x="2190750" y="4341813"/>
          <p14:tracePt t="63514" x="2190750" y="4330700"/>
          <p14:tracePt t="63522" x="2190750" y="4318000"/>
          <p14:tracePt t="63538" x="2190750" y="4305300"/>
          <p14:tracePt t="63547" x="2190750" y="4292600"/>
          <p14:tracePt t="63570" x="2190750" y="4279900"/>
          <p14:tracePt t="63578" x="2190750" y="4267200"/>
          <p14:tracePt t="63594" x="2190750" y="4254500"/>
          <p14:tracePt t="63610" x="2190750" y="4241800"/>
          <p14:tracePt t="63618" x="2178050" y="4230688"/>
          <p14:tracePt t="63626" x="2139950" y="4217988"/>
          <p14:tracePt t="63635" x="2116138" y="4205288"/>
          <p14:tracePt t="63642" x="2090738" y="4192588"/>
          <p14:tracePt t="63658" x="2078038" y="4192588"/>
          <p14:tracePt t="63690" x="2065338" y="4192588"/>
          <p14:tracePt t="63698" x="2052638" y="4205288"/>
          <p14:tracePt t="63706" x="2027238" y="4241800"/>
          <p14:tracePt t="63714" x="2014538" y="4279900"/>
          <p14:tracePt t="63722" x="2014538" y="4292600"/>
          <p14:tracePt t="63731" x="2003425" y="4318000"/>
          <p14:tracePt t="63738" x="2003425" y="4330700"/>
          <p14:tracePt t="63747" x="1990725" y="4367213"/>
          <p14:tracePt t="63850" x="2014538" y="4379913"/>
          <p14:tracePt t="63907" x="2027238" y="4379913"/>
          <p14:tracePt t="63914" x="2039938" y="4379913"/>
          <p14:tracePt t="63930" x="2052638" y="4379913"/>
          <p14:tracePt t="63947" x="2065338" y="4379913"/>
          <p14:tracePt t="63962" x="2078038" y="4379913"/>
          <p14:tracePt t="63970" x="2090738" y="4379913"/>
          <p14:tracePt t="63986" x="2103438" y="4379913"/>
          <p14:tracePt t="63994" x="2116138" y="4379913"/>
          <p14:tracePt t="64002" x="2127250" y="4379913"/>
          <p14:tracePt t="64010" x="2139950" y="4379913"/>
          <p14:tracePt t="64019" x="2139950" y="4367213"/>
          <p14:tracePt t="64026" x="2165350" y="4354513"/>
          <p14:tracePt t="64035" x="2165350" y="4330700"/>
          <p14:tracePt t="64050" x="2165350" y="4292600"/>
          <p14:tracePt t="64058" x="2165350" y="4279900"/>
          <p14:tracePt t="64066" x="2178050" y="4267200"/>
          <p14:tracePt t="64074" x="2178050" y="4241800"/>
          <p14:tracePt t="64098" x="2178050" y="4230688"/>
          <p14:tracePt t="64106" x="2178050" y="4217988"/>
          <p14:tracePt t="64546" x="2178050" y="4254500"/>
          <p14:tracePt t="64554" x="2178050" y="4267200"/>
          <p14:tracePt t="64562" x="2178050" y="4318000"/>
          <p14:tracePt t="64571" x="2178050" y="4354513"/>
          <p14:tracePt t="64578" x="2178050" y="4405313"/>
          <p14:tracePt t="64587" x="2178050" y="4454525"/>
          <p14:tracePt t="64594" x="2178050" y="4492625"/>
          <p14:tracePt t="64603" x="2178050" y="4543425"/>
          <p14:tracePt t="64610" x="2178050" y="4592638"/>
          <p14:tracePt t="64618" x="2203450" y="4630738"/>
          <p14:tracePt t="64626" x="2203450" y="4656138"/>
          <p14:tracePt t="64634" x="2203450" y="4692650"/>
          <p14:tracePt t="64642" x="2216150" y="4692650"/>
          <p14:tracePt t="64650" x="2228850" y="4705350"/>
          <p14:tracePt t="64666" x="2239963" y="4705350"/>
          <p14:tracePt t="64698" x="2265363" y="4705350"/>
          <p14:tracePt t="64706" x="2278063" y="4705350"/>
          <p14:tracePt t="64730" x="2290763" y="4705350"/>
          <p14:tracePt t="64746" x="2316163" y="4705350"/>
          <p14:tracePt t="64762" x="2339975" y="4705350"/>
          <p14:tracePt t="64771" x="2365375" y="4679950"/>
          <p14:tracePt t="64778" x="2378075" y="4667250"/>
          <p14:tracePt t="64786" x="2390775" y="4643438"/>
          <p14:tracePt t="64794" x="2403475" y="4605338"/>
          <p14:tracePt t="64802" x="2416175" y="4567238"/>
          <p14:tracePt t="64810" x="2416175" y="4554538"/>
          <p14:tracePt t="64818" x="2416175" y="4518025"/>
          <p14:tracePt t="64826" x="2416175" y="4492625"/>
          <p14:tracePt t="64834" x="2416175" y="4467225"/>
          <p14:tracePt t="64842" x="2416175" y="4430713"/>
          <p14:tracePt t="64851" x="2416175" y="4418013"/>
          <p14:tracePt t="64867" x="2416175" y="4392613"/>
          <p14:tracePt t="64874" x="2416175" y="4379913"/>
          <p14:tracePt t="64899" x="2416175" y="4354513"/>
          <p14:tracePt t="64915" x="2416175" y="4341813"/>
          <p14:tracePt t="64946" x="2403475" y="4330700"/>
          <p14:tracePt t="64986" x="2390775" y="4330700"/>
          <p14:tracePt t="65034" x="2390775" y="4318000"/>
          <p14:tracePt t="65114" x="2390775" y="4305300"/>
          <p14:tracePt t="65130" x="2390775" y="4292600"/>
          <p14:tracePt t="65146" x="2403475" y="4292600"/>
          <p14:tracePt t="65162" x="2416175" y="4292600"/>
          <p14:tracePt t="65178" x="2428875" y="4292600"/>
          <p14:tracePt t="65202" x="2452688" y="4292600"/>
          <p14:tracePt t="65218" x="2452688" y="4305300"/>
          <p14:tracePt t="65250" x="2478088" y="4330700"/>
          <p14:tracePt t="65538" x="2452688" y="4330700"/>
          <p14:tracePt t="65594" x="2452688" y="4341813"/>
          <p14:tracePt t="65602" x="2452688" y="4354513"/>
          <p14:tracePt t="65610" x="2452688" y="4379913"/>
          <p14:tracePt t="65626" x="2452688" y="4392613"/>
          <p14:tracePt t="65635" x="2452688" y="4418013"/>
          <p14:tracePt t="65642" x="2452688" y="4430713"/>
          <p14:tracePt t="65650" x="2452688" y="4443413"/>
          <p14:tracePt t="65658" x="2452688" y="4467225"/>
          <p14:tracePt t="65674" x="2465388" y="4467225"/>
          <p14:tracePt t="65691" x="2465388" y="4479925"/>
          <p14:tracePt t="65723" x="2478088" y="4479925"/>
          <p14:tracePt t="65730" x="2490788" y="4479925"/>
          <p14:tracePt t="65738" x="2503488" y="4479925"/>
          <p14:tracePt t="65746" x="2528888" y="4479925"/>
          <p14:tracePt t="65754" x="2541588" y="4479925"/>
          <p14:tracePt t="65762" x="2554288" y="4479925"/>
          <p14:tracePt t="65770" x="2578100" y="4479925"/>
          <p14:tracePt t="65778" x="2590800" y="4479925"/>
          <p14:tracePt t="65786" x="2603500" y="4479925"/>
          <p14:tracePt t="65803" x="2628900" y="4467225"/>
          <p14:tracePt t="65810" x="2628900" y="4454525"/>
          <p14:tracePt t="65819" x="2628900" y="4418013"/>
          <p14:tracePt t="65826" x="2628900" y="4392613"/>
          <p14:tracePt t="65834" x="2628900" y="4367213"/>
          <p14:tracePt t="65842" x="2628900" y="4330700"/>
          <p14:tracePt t="65850" x="2628900" y="4292600"/>
          <p14:tracePt t="65858" x="2603500" y="4254500"/>
          <p14:tracePt t="65866" x="2603500" y="4241800"/>
          <p14:tracePt t="65874" x="2603500" y="4230688"/>
          <p14:tracePt t="65882" x="2590800" y="4205288"/>
          <p14:tracePt t="65930" x="2578100" y="4205288"/>
          <p14:tracePt t="65962" x="2565400" y="4205288"/>
          <p14:tracePt t="65970" x="2565400" y="4267200"/>
          <p14:tracePt t="65978" x="2578100" y="4292600"/>
          <p14:tracePt t="65986" x="2578100" y="4330700"/>
          <p14:tracePt t="65994" x="2603500" y="4354513"/>
          <p14:tracePt t="66003" x="2616200" y="4367213"/>
          <p14:tracePt t="66010" x="2641600" y="4392613"/>
          <p14:tracePt t="66026" x="2654300" y="4405313"/>
          <p14:tracePt t="66034" x="2667000" y="4418013"/>
          <p14:tracePt t="66042" x="2678113" y="4418013"/>
          <p14:tracePt t="66082" x="2690813" y="4418013"/>
          <p14:tracePt t="66090" x="2703513" y="4418013"/>
          <p14:tracePt t="66106" x="2716213" y="4405313"/>
          <p14:tracePt t="66122" x="2716213" y="4392613"/>
          <p14:tracePt t="66130" x="2716213" y="4379913"/>
          <p14:tracePt t="66138" x="2716213" y="4367213"/>
          <p14:tracePt t="66146" x="2716213" y="4354513"/>
          <p14:tracePt t="66170" x="2716213" y="4341813"/>
          <p14:tracePt t="66186" x="2728913" y="4318000"/>
          <p14:tracePt t="66218" x="2741613" y="4305300"/>
          <p14:tracePt t="66234" x="2754313" y="4292600"/>
          <p14:tracePt t="66259" x="2767013" y="4292600"/>
          <p14:tracePt t="66282" x="2790825" y="4292600"/>
          <p14:tracePt t="66290" x="2803525" y="4292600"/>
          <p14:tracePt t="66322" x="2828925" y="4292600"/>
          <p14:tracePt t="66330" x="2841625" y="4292600"/>
          <p14:tracePt t="66338" x="2854325" y="4279900"/>
          <p14:tracePt t="66378" x="2867025" y="4279900"/>
          <p14:tracePt t="66386" x="2879725" y="4267200"/>
          <p14:tracePt t="66402" x="2890838" y="4267200"/>
          <p14:tracePt t="66418" x="2903538" y="4267200"/>
          <p14:tracePt t="66466" x="2916238" y="4254500"/>
          <p14:tracePt t="66514" x="2928938" y="4254500"/>
          <p14:tracePt t="66530" x="2941638" y="4254500"/>
          <p14:tracePt t="66578" x="2954338" y="4254500"/>
          <p14:tracePt t="66594" x="2967038" y="4254500"/>
          <p14:tracePt t="66602" x="2979738" y="4254500"/>
          <p14:tracePt t="66618" x="2992438" y="4254500"/>
          <p14:tracePt t="66650" x="3003550" y="4267200"/>
          <p14:tracePt t="66690" x="3016250" y="4267200"/>
          <p14:tracePt t="66738" x="3028950" y="4267200"/>
          <p14:tracePt t="66842" x="3041650" y="4267200"/>
          <p14:tracePt t="66946" x="3054350" y="4267200"/>
          <p14:tracePt t="67626" x="3067050" y="4267200"/>
          <p14:tracePt t="68514" x="3067050" y="4254500"/>
          <p14:tracePt t="68730" x="3016250" y="4230688"/>
          <p14:tracePt t="68738" x="2954338" y="4205288"/>
          <p14:tracePt t="68746" x="2879725" y="4167188"/>
          <p14:tracePt t="68754" x="2803525" y="4154488"/>
          <p14:tracePt t="68762" x="2690813" y="4117975"/>
          <p14:tracePt t="68770" x="2641600" y="4117975"/>
          <p14:tracePt t="68778" x="2528888" y="4105275"/>
          <p14:tracePt t="68786" x="2378075" y="4092575"/>
          <p14:tracePt t="68795" x="2239963" y="4067175"/>
          <p14:tracePt t="68802" x="2127250" y="4041775"/>
          <p14:tracePt t="68811" x="1965325" y="4041775"/>
          <p14:tracePt t="68818" x="1814513" y="4041775"/>
          <p14:tracePt t="68826" x="1665288" y="4041775"/>
          <p14:tracePt t="68834" x="1539875" y="4041775"/>
          <p14:tracePt t="68842" x="1439863" y="4041775"/>
          <p14:tracePt t="68850" x="1339850" y="4041775"/>
          <p14:tracePt t="68858" x="1263650" y="4041775"/>
          <p14:tracePt t="68866" x="1201738" y="4041775"/>
          <p14:tracePt t="68874" x="1150938" y="4041775"/>
          <p14:tracePt t="68883" x="1114425" y="4041775"/>
          <p14:tracePt t="68890" x="1076325" y="4041775"/>
          <p14:tracePt t="68899" x="1050925" y="4041775"/>
          <p14:tracePt t="68906" x="1014413" y="4041775"/>
          <p14:tracePt t="68922" x="1001713" y="4041775"/>
          <p14:tracePt t="68930" x="963613" y="4067175"/>
          <p14:tracePt t="68946" x="950913" y="4079875"/>
          <p14:tracePt t="68954" x="938213" y="4092575"/>
          <p14:tracePt t="68970" x="925513" y="4105275"/>
          <p14:tracePt t="68986" x="901700" y="4105275"/>
          <p14:tracePt t="68995" x="889000" y="4117975"/>
          <p14:tracePt t="69002" x="850900" y="4117975"/>
          <p14:tracePt t="69010" x="825500" y="4117975"/>
          <p14:tracePt t="69018" x="801688" y="4117975"/>
          <p14:tracePt t="69026" x="788988" y="4129088"/>
          <p14:tracePt t="69042" x="776288" y="4129088"/>
          <p14:tracePt t="69050" x="763588" y="4129088"/>
          <p14:tracePt t="69058" x="738188" y="4129088"/>
          <p14:tracePt t="69067" x="725488" y="4129088"/>
          <p14:tracePt t="69083" x="701675" y="4129088"/>
          <p14:tracePt t="69098" x="663575" y="4129088"/>
          <p14:tracePt t="69106" x="650875" y="4129088"/>
          <p14:tracePt t="69114" x="612775" y="4129088"/>
          <p14:tracePt t="69122" x="576263" y="4129088"/>
          <p14:tracePt t="69130" x="550863" y="4129088"/>
          <p14:tracePt t="69138" x="500063" y="4129088"/>
          <p14:tracePt t="69146" x="463550" y="4129088"/>
          <p14:tracePt t="69154" x="412750" y="4129088"/>
          <p14:tracePt t="69162" x="387350" y="4129088"/>
          <p14:tracePt t="69170" x="376238" y="4129088"/>
          <p14:tracePt t="69202" x="363538" y="4129088"/>
          <p14:tracePt t="69650" x="376238" y="4129088"/>
          <p14:tracePt t="69658" x="425450" y="4129088"/>
          <p14:tracePt t="69666" x="488950" y="4141788"/>
          <p14:tracePt t="69674" x="576263" y="4141788"/>
          <p14:tracePt t="69682" x="663575" y="4141788"/>
          <p14:tracePt t="69690" x="776288" y="4141788"/>
          <p14:tracePt t="69698" x="914400" y="4141788"/>
          <p14:tracePt t="69706" x="1027113" y="4141788"/>
          <p14:tracePt t="69714" x="1176338" y="4141788"/>
          <p14:tracePt t="69722" x="1327150" y="4141788"/>
          <p14:tracePt t="69731" x="1476375" y="4141788"/>
          <p14:tracePt t="69738" x="1652588" y="4141788"/>
          <p14:tracePt t="69747" x="1827213" y="4141788"/>
          <p14:tracePt t="69754" x="1965325" y="4141788"/>
          <p14:tracePt t="69762" x="2103438" y="4141788"/>
          <p14:tracePt t="69770" x="2203450" y="4141788"/>
          <p14:tracePt t="69778" x="2278063" y="4141788"/>
          <p14:tracePt t="69786" x="2303463" y="4141788"/>
          <p14:tracePt t="69866" x="2239963" y="4141788"/>
          <p14:tracePt t="69874" x="2139950" y="4141788"/>
          <p14:tracePt t="69882" x="2078038" y="4141788"/>
          <p14:tracePt t="69890" x="2003425" y="4141788"/>
          <p14:tracePt t="69898" x="1952625" y="4141788"/>
          <p14:tracePt t="69906" x="1903413" y="4141788"/>
          <p14:tracePt t="69914" x="1865313" y="4141788"/>
          <p14:tracePt t="69932" x="1790700" y="4141788"/>
          <p14:tracePt t="69938" x="1778000" y="4141788"/>
          <p14:tracePt t="69947" x="1752600" y="4129088"/>
          <p14:tracePt t="69954" x="1727200" y="4129088"/>
          <p14:tracePt t="69970" x="1701800" y="4129088"/>
          <p14:tracePt t="69978" x="1689100" y="4129088"/>
          <p14:tracePt t="69994" x="1665288" y="4129088"/>
          <p14:tracePt t="70003" x="1652588" y="4129088"/>
          <p14:tracePt t="70090" x="1665288" y="4129088"/>
          <p14:tracePt t="70098" x="1689100" y="4129088"/>
          <p14:tracePt t="70106" x="1701800" y="4129088"/>
          <p14:tracePt t="70114" x="1727200" y="4141788"/>
          <p14:tracePt t="70123" x="1765300" y="4141788"/>
          <p14:tracePt t="70132" x="1801813" y="4141788"/>
          <p14:tracePt t="70138" x="1839913" y="4141788"/>
          <p14:tracePt t="70146" x="1878013" y="4141788"/>
          <p14:tracePt t="70154" x="1914525" y="4141788"/>
          <p14:tracePt t="70162" x="1952625" y="4141788"/>
          <p14:tracePt t="70170" x="1990725" y="4141788"/>
          <p14:tracePt t="70178" x="2027238" y="4141788"/>
          <p14:tracePt t="70186" x="2065338" y="4141788"/>
          <p14:tracePt t="70194" x="2078038" y="4141788"/>
          <p14:tracePt t="70203" x="2116138" y="4141788"/>
          <p14:tracePt t="70210" x="2139950" y="4141788"/>
          <p14:tracePt t="70218" x="2152650" y="4141788"/>
          <p14:tracePt t="70226" x="2178050" y="4141788"/>
          <p14:tracePt t="70234" x="2216150" y="4141788"/>
          <p14:tracePt t="70242" x="2252663" y="4141788"/>
          <p14:tracePt t="70250" x="2290763" y="4141788"/>
          <p14:tracePt t="70258" x="2339975" y="4141788"/>
          <p14:tracePt t="70266" x="2390775" y="4141788"/>
          <p14:tracePt t="70274" x="2428875" y="4141788"/>
          <p14:tracePt t="70282" x="2490788" y="4141788"/>
          <p14:tracePt t="70290" x="2528888" y="4141788"/>
          <p14:tracePt t="70299" x="2578100" y="4141788"/>
          <p14:tracePt t="70306" x="2628900" y="4141788"/>
          <p14:tracePt t="70315" x="2654300" y="4141788"/>
          <p14:tracePt t="70322" x="2690813" y="4141788"/>
          <p14:tracePt t="70330" x="2741613" y="4141788"/>
          <p14:tracePt t="70338" x="2778125" y="4141788"/>
          <p14:tracePt t="70346" x="2790825" y="4129088"/>
          <p14:tracePt t="70354" x="2828925" y="4129088"/>
          <p14:tracePt t="70362" x="2854325" y="4129088"/>
          <p14:tracePt t="70370" x="2879725" y="4129088"/>
          <p14:tracePt t="70378" x="2916238" y="4129088"/>
          <p14:tracePt t="70387" x="2979738" y="4117975"/>
          <p14:tracePt t="70394" x="3041650" y="4105275"/>
          <p14:tracePt t="70403" x="3092450" y="4105275"/>
          <p14:tracePt t="70410" x="3154363" y="4079875"/>
          <p14:tracePt t="70418" x="3216275" y="4067175"/>
          <p14:tracePt t="70426" x="3279775" y="4067175"/>
          <p14:tracePt t="70434" x="3341688" y="4067175"/>
          <p14:tracePt t="70442" x="3392488" y="4067175"/>
          <p14:tracePt t="70450" x="3417888" y="4067175"/>
          <p14:tracePt t="70458" x="3492500" y="4067175"/>
          <p14:tracePt t="70466" x="3554413" y="4067175"/>
          <p14:tracePt t="70474" x="3605213" y="4067175"/>
          <p14:tracePt t="70482" x="3643313" y="4067175"/>
          <p14:tracePt t="70490" x="3679825" y="4067175"/>
          <p14:tracePt t="70499" x="3717925" y="4067175"/>
          <p14:tracePt t="70506" x="3743325" y="4067175"/>
          <p14:tracePt t="70514" x="3767138" y="4067175"/>
          <p14:tracePt t="70522" x="3792538" y="4067175"/>
          <p14:tracePt t="70530" x="3805238" y="4067175"/>
          <p14:tracePt t="70538" x="3830638" y="4067175"/>
          <p14:tracePt t="70562" x="3843338" y="4067175"/>
          <p14:tracePt t="70594" x="3843338" y="4054475"/>
          <p14:tracePt t="70626" x="3867150" y="4054475"/>
          <p14:tracePt t="70634" x="3917950" y="4054475"/>
          <p14:tracePt t="70642" x="3956050" y="4054475"/>
          <p14:tracePt t="70650" x="3968750" y="4054475"/>
          <p14:tracePt t="70658" x="4017963" y="4054475"/>
          <p14:tracePt t="70666" x="4056063" y="4054475"/>
          <p14:tracePt t="70674" x="4081463" y="4054475"/>
          <p14:tracePt t="70683" x="4105275" y="4054475"/>
          <p14:tracePt t="70698" x="4117975" y="4054475"/>
          <p14:tracePt t="70706" x="4130675" y="4054475"/>
          <p14:tracePt t="70746" x="4143375" y="4054475"/>
          <p14:tracePt t="70818" x="4168775" y="4054475"/>
          <p14:tracePt t="70826" x="4181475" y="4054475"/>
          <p14:tracePt t="70834" x="4192588" y="4054475"/>
          <p14:tracePt t="70842" x="4192588" y="4067175"/>
          <p14:tracePt t="70850" x="4205288" y="4067175"/>
          <p14:tracePt t="70867" x="4205288" y="4079875"/>
          <p14:tracePt t="70970" x="4217988" y="4079875"/>
          <p14:tracePt t="70978" x="4294188" y="4029075"/>
          <p14:tracePt t="70986" x="4318000" y="3992563"/>
          <p14:tracePt t="70994" x="4343400" y="3967163"/>
          <p14:tracePt t="71002" x="4368800" y="3929063"/>
          <p14:tracePt t="71010" x="4381500" y="3905250"/>
          <p14:tracePt t="71019" x="4394200" y="3892550"/>
          <p14:tracePt t="71026" x="4394200" y="3867150"/>
          <p14:tracePt t="71042" x="4394200" y="3841750"/>
          <p14:tracePt t="71058" x="4406900" y="3829050"/>
          <p14:tracePt t="71138" x="4418013" y="3841750"/>
          <p14:tracePt t="71146" x="4418013" y="3854450"/>
          <p14:tracePt t="71162" x="4430713" y="3854450"/>
          <p14:tracePt t="71170" x="4430713" y="3867150"/>
          <p14:tracePt t="71178" x="4430713" y="3879850"/>
          <p14:tracePt t="71194" x="4430713" y="3892550"/>
          <p14:tracePt t="71210" x="4430713" y="3905250"/>
          <p14:tracePt t="71234" x="4430713" y="3929063"/>
          <p14:tracePt t="71746" x="4430713" y="3941763"/>
          <p14:tracePt t="71754" x="4430713" y="3967163"/>
          <p14:tracePt t="71762" x="4430713" y="3979863"/>
          <p14:tracePt t="71770" x="4430713" y="4005263"/>
          <p14:tracePt t="71778" x="4430713" y="4017963"/>
          <p14:tracePt t="71786" x="4430713" y="4054475"/>
          <p14:tracePt t="71794" x="4430713" y="4092575"/>
          <p14:tracePt t="71803" x="4430713" y="4129088"/>
          <p14:tracePt t="71810" x="4406900" y="4205288"/>
          <p14:tracePt t="71819" x="4394200" y="4305300"/>
          <p14:tracePt t="71826" x="4381500" y="4405313"/>
          <p14:tracePt t="71834" x="4368800" y="4505325"/>
          <p14:tracePt t="71842" x="4368800" y="4543425"/>
          <p14:tracePt t="71850" x="4356100" y="4630738"/>
          <p14:tracePt t="71858" x="4343400" y="4679950"/>
          <p14:tracePt t="71866" x="4330700" y="4718050"/>
          <p14:tracePt t="71874" x="4330700" y="4730750"/>
          <p14:tracePt t="71882" x="4330700" y="4743450"/>
          <p14:tracePt t="71946" x="4305300" y="4679950"/>
          <p14:tracePt t="71954" x="4281488" y="4618038"/>
          <p14:tracePt t="71962" x="4268788" y="4530725"/>
          <p14:tracePt t="71970" x="4243388" y="4479925"/>
          <p14:tracePt t="71978" x="4217988" y="4405313"/>
          <p14:tracePt t="71986" x="4192588" y="4330700"/>
          <p14:tracePt t="71994" x="4181475" y="4279900"/>
          <p14:tracePt t="72003" x="4156075" y="4205288"/>
          <p14:tracePt t="72010" x="4143375" y="4117975"/>
          <p14:tracePt t="72018" x="4105275" y="4029075"/>
          <p14:tracePt t="72026" x="4081463" y="3979863"/>
          <p14:tracePt t="72034" x="4056063" y="3916363"/>
          <p14:tracePt t="72042" x="4017963" y="3841750"/>
          <p14:tracePt t="72050" x="3992563" y="3829050"/>
          <p14:tracePt t="72058" x="3979863" y="3803650"/>
          <p14:tracePt t="72066" x="3956050" y="3779838"/>
          <p14:tracePt t="72075" x="3943350" y="3767138"/>
          <p14:tracePt t="72082" x="3917950" y="3754438"/>
          <p14:tracePt t="72114" x="3905250" y="3754438"/>
          <p14:tracePt t="72122" x="3867150" y="3754438"/>
          <p14:tracePt t="72130" x="3830638" y="3754438"/>
          <p14:tracePt t="72138" x="3779838" y="3754438"/>
          <p14:tracePt t="72146" x="3692525" y="3729038"/>
          <p14:tracePt t="72154" x="3630613" y="3716338"/>
          <p14:tracePt t="72162" x="3541713" y="3703638"/>
          <p14:tracePt t="72171" x="3467100" y="3692525"/>
          <p14:tracePt t="72178" x="3417888" y="3679825"/>
          <p14:tracePt t="72187" x="3392488" y="3667125"/>
          <p14:tracePt t="72194" x="3367088" y="3667125"/>
          <p14:tracePt t="72226" x="3367088" y="3654425"/>
          <p14:tracePt t="72274" x="3354388" y="3654425"/>
          <p14:tracePt t="72282" x="3317875" y="3616325"/>
          <p14:tracePt t="72290" x="3292475" y="3616325"/>
          <p14:tracePt t="72298" x="3267075" y="3590925"/>
          <p14:tracePt t="72306" x="3228975" y="3567113"/>
          <p14:tracePt t="72314" x="3167063" y="3529013"/>
          <p14:tracePt t="72323" x="3103563" y="3479800"/>
          <p14:tracePt t="72330" x="3028950" y="3429000"/>
          <p14:tracePt t="72338" x="2954338" y="3390900"/>
          <p14:tracePt t="72346" x="2867025" y="3367088"/>
          <p14:tracePt t="72355" x="2828925" y="3354388"/>
          <p14:tracePt t="72362" x="2803525" y="3341688"/>
          <p14:tracePt t="72371" x="2754313" y="3328988"/>
          <p14:tracePt t="72378" x="2716213" y="3316288"/>
          <p14:tracePt t="72386" x="2690813" y="3316288"/>
          <p14:tracePt t="72394" x="2678113" y="3316288"/>
          <p14:tracePt t="72402" x="2667000" y="3316288"/>
          <p14:tracePt t="72418" x="2654300" y="3316288"/>
          <p14:tracePt t="72426" x="2616200" y="3316288"/>
          <p14:tracePt t="72434" x="2590800" y="3341688"/>
          <p14:tracePt t="72443" x="2565400" y="3378200"/>
          <p14:tracePt t="72450" x="2528888" y="3390900"/>
          <p14:tracePt t="72459" x="2478088" y="3429000"/>
          <p14:tracePt t="72466" x="2452688" y="3441700"/>
          <p14:tracePt t="72474" x="2428875" y="3454400"/>
          <p14:tracePt t="72482" x="2403475" y="3479800"/>
          <p14:tracePt t="72490" x="2378075" y="3503613"/>
          <p14:tracePt t="72507" x="2365375" y="3503613"/>
          <p14:tracePt t="72514" x="2365375" y="3516313"/>
          <p14:tracePt t="72522" x="2352675" y="3529013"/>
          <p14:tracePt t="72530" x="2352675" y="3541713"/>
          <p14:tracePt t="72538" x="2352675" y="3567113"/>
          <p14:tracePt t="72546" x="2352675" y="3590925"/>
          <p14:tracePt t="72555" x="2352675" y="3629025"/>
          <p14:tracePt t="72562" x="2352675" y="3654425"/>
          <p14:tracePt t="72570" x="2352675" y="3692525"/>
          <p14:tracePt t="72578" x="2352675" y="3729038"/>
          <p14:tracePt t="72586" x="2352675" y="3754438"/>
          <p14:tracePt t="72594" x="2352675" y="3779838"/>
          <p14:tracePt t="72602" x="2352675" y="3803650"/>
          <p14:tracePt t="72610" x="2365375" y="3841750"/>
          <p14:tracePt t="72618" x="2416175" y="3867150"/>
          <p14:tracePt t="72627" x="2452688" y="3905250"/>
          <p14:tracePt t="72634" x="2528888" y="3941763"/>
          <p14:tracePt t="72643" x="2578100" y="3967163"/>
          <p14:tracePt t="72650" x="2641600" y="3979863"/>
          <p14:tracePt t="72658" x="2690813" y="4005263"/>
          <p14:tracePt t="72666" x="2728913" y="4005263"/>
          <p14:tracePt t="72674" x="2767013" y="4005263"/>
          <p14:tracePt t="72682" x="2803525" y="4005263"/>
          <p14:tracePt t="72690" x="2828925" y="4005263"/>
          <p14:tracePt t="72698" x="2867025" y="3992563"/>
          <p14:tracePt t="72706" x="2903538" y="3916363"/>
          <p14:tracePt t="72714" x="2928938" y="3841750"/>
          <p14:tracePt t="72722" x="2954338" y="3716338"/>
          <p14:tracePt t="72730" x="2967038" y="3616325"/>
          <p14:tracePt t="72739" x="2967038" y="3516313"/>
          <p14:tracePt t="72746" x="2967038" y="3441700"/>
          <p14:tracePt t="72755" x="2941638" y="3341688"/>
          <p14:tracePt t="72762" x="2916238" y="3303588"/>
          <p14:tracePt t="72770" x="2867025" y="3228975"/>
          <p14:tracePt t="72778" x="2828925" y="3178175"/>
          <p14:tracePt t="72786" x="2767013" y="3141663"/>
          <p14:tracePt t="72794" x="2728913" y="3128963"/>
          <p14:tracePt t="72802" x="2703513" y="3116263"/>
          <p14:tracePt t="72810" x="2654300" y="3103563"/>
          <p14:tracePt t="72818" x="2616200" y="3103563"/>
          <p14:tracePt t="72827" x="2554288" y="3103563"/>
          <p14:tracePt t="72834" x="2503488" y="3103563"/>
          <p14:tracePt t="72842" x="2428875" y="3116263"/>
          <p14:tracePt t="72850" x="2352675" y="3190875"/>
          <p14:tracePt t="72858" x="2290763" y="3267075"/>
          <p14:tracePt t="72866" x="2252663" y="3341688"/>
          <p14:tracePt t="72874" x="2239963" y="3416300"/>
          <p14:tracePt t="72882" x="2239963" y="3541713"/>
          <p14:tracePt t="72891" x="2239963" y="3641725"/>
          <p14:tracePt t="72898" x="2365375" y="3803650"/>
          <p14:tracePt t="72906" x="2678113" y="4017963"/>
          <p14:tracePt t="72914" x="3216275" y="4179888"/>
          <p14:tracePt t="72923" x="3756025" y="4292600"/>
          <p14:tracePt t="72930" x="4281488" y="4392613"/>
          <p14:tracePt t="72939" x="4832350" y="4405313"/>
          <p14:tracePt t="72946" x="5068888" y="4405313"/>
          <p14:tracePt t="72954" x="5145088" y="4405313"/>
          <p14:tracePt t="72962" x="5170488" y="4405313"/>
          <p14:tracePt t="73018" x="5145088" y="4418013"/>
          <p14:tracePt t="73027" x="5132388" y="4418013"/>
          <p14:tracePt t="73034" x="5106988" y="4430713"/>
          <p14:tracePt t="73042" x="5094288" y="4454525"/>
          <p14:tracePt t="73050" x="5068888" y="4467225"/>
          <p14:tracePt t="73058" x="5045075" y="4479925"/>
          <p14:tracePt t="73066" x="5045075" y="4492625"/>
          <p14:tracePt t="73082" x="5032375" y="4492625"/>
          <p14:tracePt t="73138" x="5019675" y="4492625"/>
          <p14:tracePt t="73146" x="5006975" y="4479925"/>
          <p14:tracePt t="73154" x="5006975" y="4443413"/>
          <p14:tracePt t="73162" x="5006975" y="4430713"/>
          <p14:tracePt t="73170" x="5006975" y="4418013"/>
          <p14:tracePt t="73178" x="5006975" y="4405313"/>
          <p14:tracePt t="73186" x="5006975" y="4392613"/>
          <p14:tracePt t="73195" x="5006975" y="4367213"/>
          <p14:tracePt t="73202" x="5006975" y="4354513"/>
          <p14:tracePt t="73211" x="5006975" y="4330700"/>
          <p14:tracePt t="73218" x="5006975" y="4279900"/>
          <p14:tracePt t="73226" x="4994275" y="4205288"/>
          <p14:tracePt t="73234" x="4968875" y="4167188"/>
          <p14:tracePt t="73242" x="4945063" y="4105275"/>
          <p14:tracePt t="73250" x="4894263" y="4041775"/>
          <p14:tracePt t="73258" x="4856163" y="4017963"/>
          <p14:tracePt t="73266" x="4819650" y="3967163"/>
          <p14:tracePt t="73274" x="4768850" y="3941763"/>
          <p14:tracePt t="73282" x="4732338" y="3929063"/>
          <p14:tracePt t="73291" x="4694238" y="3905250"/>
          <p14:tracePt t="73298" x="4619625" y="3879850"/>
          <p14:tracePt t="73307" x="4594225" y="3879850"/>
          <p14:tracePt t="73314" x="4581525" y="3879850"/>
          <p14:tracePt t="73322" x="4568825" y="3879850"/>
          <p14:tracePt t="73330" x="4556125" y="3879850"/>
          <p14:tracePt t="73346" x="4543425" y="3879850"/>
          <p14:tracePt t="73395" x="4530725" y="3879850"/>
          <p14:tracePt t="73402" x="4506913" y="3879850"/>
          <p14:tracePt t="73410" x="4481513" y="3879850"/>
          <p14:tracePt t="73418" x="4468813" y="3879850"/>
          <p14:tracePt t="73426" x="4443413" y="3879850"/>
          <p14:tracePt t="73434" x="4430713" y="3879850"/>
          <p14:tracePt t="73994" x="4443413" y="3879850"/>
          <p14:tracePt t="74026" x="4468813" y="3879850"/>
          <p14:tracePt t="74450" x="4494213" y="3879850"/>
          <p14:tracePt t="74634" x="4506913" y="3879850"/>
          <p14:tracePt t="74714" x="4518025" y="3879850"/>
          <p14:tracePt t="74762" x="4518025" y="3867150"/>
          <p14:tracePt t="74770" x="4530725" y="3867150"/>
          <p14:tracePt t="77546" x="4430713" y="3941763"/>
          <p14:tracePt t="77554" x="4381500" y="3979863"/>
          <p14:tracePt t="77562" x="4318000" y="4029075"/>
          <p14:tracePt t="77570" x="4230688" y="4092575"/>
          <p14:tracePt t="77578" x="4168775" y="4141788"/>
          <p14:tracePt t="77586" x="4056063" y="4217988"/>
          <p14:tracePt t="77594" x="3968750" y="4267200"/>
          <p14:tracePt t="77602" x="3843338" y="4341813"/>
          <p14:tracePt t="77610" x="3779838" y="4392613"/>
          <p14:tracePt t="77619" x="3743325" y="4405313"/>
          <p14:tracePt t="77626" x="3692525" y="4443413"/>
          <p14:tracePt t="77658" x="3679825" y="4443413"/>
          <p14:tracePt t="77706" x="3654425" y="4443413"/>
          <p14:tracePt t="77714" x="3630613" y="4443413"/>
          <p14:tracePt t="77722" x="3605213" y="4443413"/>
          <p14:tracePt t="77730" x="3592513" y="4443413"/>
          <p14:tracePt t="77738" x="3530600" y="4443413"/>
          <p14:tracePt t="77746" x="3454400" y="4405313"/>
          <p14:tracePt t="77754" x="3379788" y="4354513"/>
          <p14:tracePt t="77762" x="3267075" y="4305300"/>
          <p14:tracePt t="77770" x="3179763" y="4279900"/>
          <p14:tracePt t="77778" x="3067050" y="4241800"/>
          <p14:tracePt t="77786" x="2941638" y="4230688"/>
          <p14:tracePt t="77794" x="2828925" y="4217988"/>
          <p14:tracePt t="77803" x="2728913" y="4205288"/>
          <p14:tracePt t="77810" x="2654300" y="4205288"/>
          <p14:tracePt t="77819" x="2590800" y="4205288"/>
          <p14:tracePt t="77826" x="2541588" y="4205288"/>
          <p14:tracePt t="77834" x="2503488" y="4205288"/>
          <p14:tracePt t="77842" x="2452688" y="4205288"/>
          <p14:tracePt t="77850" x="2416175" y="4205288"/>
          <p14:tracePt t="77858" x="2378075" y="4205288"/>
          <p14:tracePt t="77866" x="2328863" y="4205288"/>
          <p14:tracePt t="77874" x="2278063" y="4205288"/>
          <p14:tracePt t="77882" x="2203450" y="4205288"/>
          <p14:tracePt t="77891" x="2116138" y="4205288"/>
          <p14:tracePt t="77898" x="2039938" y="4205288"/>
          <p14:tracePt t="77906" x="1965325" y="4205288"/>
          <p14:tracePt t="77914" x="1903413" y="4205288"/>
          <p14:tracePt t="77922" x="1852613" y="4205288"/>
          <p14:tracePt t="77937" x="1801813" y="4205288"/>
          <p14:tracePt t="77938" x="1778000" y="4205288"/>
          <p14:tracePt t="77946" x="1752600" y="4205288"/>
          <p14:tracePt t="77954" x="1727200" y="4205288"/>
          <p14:tracePt t="77970" x="1714500" y="4205288"/>
          <p14:tracePt t="77987" x="1689100" y="4205288"/>
          <p14:tracePt t="78003" x="1677988" y="4205288"/>
          <p14:tracePt t="78010" x="1665288" y="4205288"/>
          <p14:tracePt t="78018" x="1665288" y="4217988"/>
          <p14:tracePt t="78026" x="1652588" y="4241800"/>
          <p14:tracePt t="78034" x="1639888" y="4267200"/>
          <p14:tracePt t="78042" x="1639888" y="4292600"/>
          <p14:tracePt t="78050" x="1639888" y="4318000"/>
          <p14:tracePt t="78058" x="1639888" y="4354513"/>
          <p14:tracePt t="78066" x="1639888" y="4379913"/>
          <p14:tracePt t="78075" x="1652588" y="4430713"/>
          <p14:tracePt t="78082" x="1689100" y="4467225"/>
          <p14:tracePt t="78091" x="1765300" y="4518025"/>
          <p14:tracePt t="78098" x="1827213" y="4543425"/>
          <p14:tracePt t="78106" x="1914525" y="4579938"/>
          <p14:tracePt t="78114" x="2014538" y="4592638"/>
          <p14:tracePt t="78122" x="2127250" y="4592638"/>
          <p14:tracePt t="78130" x="2252663" y="4592638"/>
          <p14:tracePt t="78138" x="2378075" y="4592638"/>
          <p14:tracePt t="78146" x="2578100" y="4543425"/>
          <p14:tracePt t="78154" x="2816225" y="4479925"/>
          <p14:tracePt t="78162" x="3079750" y="4367213"/>
          <p14:tracePt t="78171" x="3292475" y="4292600"/>
          <p14:tracePt t="78178" x="3429000" y="4217988"/>
          <p14:tracePt t="78187" x="3530600" y="4154488"/>
          <p14:tracePt t="78194" x="3567113" y="4129088"/>
          <p14:tracePt t="78202" x="3567113" y="4117975"/>
          <p14:tracePt t="78210" x="3567113" y="4092575"/>
          <p14:tracePt t="78226" x="3567113" y="4054475"/>
          <p14:tracePt t="78234" x="3517900" y="4029075"/>
          <p14:tracePt t="78242" x="3405188" y="4017963"/>
          <p14:tracePt t="78250" x="3254375" y="3992563"/>
          <p14:tracePt t="78259" x="3079750" y="3954463"/>
          <p14:tracePt t="78266" x="2867025" y="3929063"/>
          <p14:tracePt t="78275" x="2690813" y="3929063"/>
          <p14:tracePt t="78282" x="2528888" y="3916363"/>
          <p14:tracePt t="78291" x="2339975" y="3916363"/>
          <p14:tracePt t="78298" x="2239963" y="3916363"/>
          <p14:tracePt t="78306" x="2127250" y="3916363"/>
          <p14:tracePt t="78314" x="2027238" y="3916363"/>
          <p14:tracePt t="78322" x="1990725" y="3916363"/>
          <p14:tracePt t="78330" x="1927225" y="3929063"/>
          <p14:tracePt t="78338" x="1890713" y="3967163"/>
          <p14:tracePt t="78346" x="1852613" y="4005263"/>
          <p14:tracePt t="78354" x="1827213" y="4054475"/>
          <p14:tracePt t="78362" x="1790700" y="4129088"/>
          <p14:tracePt t="78371" x="1778000" y="4217988"/>
          <p14:tracePt t="78378" x="1778000" y="4279900"/>
          <p14:tracePt t="78386" x="1778000" y="4341813"/>
          <p14:tracePt t="78394" x="1778000" y="4405313"/>
          <p14:tracePt t="78402" x="1790700" y="4443413"/>
          <p14:tracePt t="78410" x="1827213" y="4454525"/>
          <p14:tracePt t="78418" x="1903413" y="4467225"/>
          <p14:tracePt t="78426" x="1990725" y="4467225"/>
          <p14:tracePt t="78434" x="2065338" y="4467225"/>
          <p14:tracePt t="78443" x="2152650" y="4467225"/>
          <p14:tracePt t="78450" x="2252663" y="4467225"/>
          <p14:tracePt t="78459" x="2390775" y="4405313"/>
          <p14:tracePt t="78466" x="2541588" y="4292600"/>
          <p14:tracePt t="78474" x="2628900" y="4192588"/>
          <p14:tracePt t="78482" x="2703513" y="4105275"/>
          <p14:tracePt t="78490" x="2716213" y="4029075"/>
          <p14:tracePt t="78498" x="2716213" y="3979863"/>
          <p14:tracePt t="78506" x="2703513" y="3905250"/>
          <p14:tracePt t="78514" x="2578100" y="3867150"/>
          <p14:tracePt t="78522" x="2428875" y="3841750"/>
          <p14:tracePt t="78530" x="2265363" y="3829050"/>
          <p14:tracePt t="78538" x="2127250" y="3829050"/>
          <p14:tracePt t="78546" x="1990725" y="3829050"/>
          <p14:tracePt t="78555" x="1865313" y="3829050"/>
          <p14:tracePt t="78562" x="1790700" y="3829050"/>
          <p14:tracePt t="78571" x="1739900" y="3854450"/>
          <p14:tracePt t="78578" x="1689100" y="3892550"/>
          <p14:tracePt t="78586" x="1665288" y="3967163"/>
          <p14:tracePt t="78594" x="1665288" y="4005263"/>
          <p14:tracePt t="78602" x="1665288" y="4054475"/>
          <p14:tracePt t="78610" x="1665288" y="4079875"/>
          <p14:tracePt t="78618" x="1689100" y="4129088"/>
          <p14:tracePt t="78626" x="1778000" y="4167188"/>
          <p14:tracePt t="78634" x="1890713" y="4205288"/>
          <p14:tracePt t="78643" x="2027238" y="4217988"/>
          <p14:tracePt t="78650" x="2165350" y="4241800"/>
          <p14:tracePt t="78658" x="2316163" y="4241800"/>
          <p14:tracePt t="78666" x="2465388" y="4241800"/>
          <p14:tracePt t="78674" x="2578100" y="4241800"/>
          <p14:tracePt t="78682" x="2690813" y="4241800"/>
          <p14:tracePt t="78690" x="2754313" y="4241800"/>
          <p14:tracePt t="78698" x="2816225" y="4230688"/>
          <p14:tracePt t="78706" x="2841625" y="4230688"/>
          <p14:tracePt t="78714" x="2854325" y="4205288"/>
          <p14:tracePt t="78730" x="2854325" y="4179888"/>
          <p14:tracePt t="78746" x="2854325" y="4167188"/>
          <p14:tracePt t="78762" x="2854325" y="4154488"/>
          <p14:tracePt t="78834" x="2854325" y="4141788"/>
          <p14:tracePt t="78866" x="2879725" y="4141788"/>
          <p14:tracePt t="78874" x="2928938" y="4141788"/>
          <p14:tracePt t="78882" x="2941638" y="4141788"/>
          <p14:tracePt t="78890" x="2954338" y="4141788"/>
          <p14:tracePt t="78898" x="2979738" y="4141788"/>
          <p14:tracePt t="78906" x="3016250" y="4141788"/>
          <p14:tracePt t="78923" x="3067050" y="4141788"/>
          <p14:tracePt t="78930" x="3079750" y="4141788"/>
          <p14:tracePt t="78939" x="3103563" y="4141788"/>
          <p14:tracePt t="78946" x="3116263" y="4141788"/>
          <p14:tracePt t="78954" x="3128963" y="4141788"/>
          <p14:tracePt t="78962" x="3141663" y="4141788"/>
          <p14:tracePt t="78994" x="3167063" y="4154488"/>
          <p14:tracePt t="79058" x="3154363" y="4154488"/>
          <p14:tracePt t="79082" x="3128963" y="4154488"/>
          <p14:tracePt t="79394" x="3141663" y="4154488"/>
          <p14:tracePt t="79410" x="3154363" y="4154488"/>
          <p14:tracePt t="79578" x="3167063" y="4154488"/>
          <p14:tracePt t="79626" x="3179763" y="4154488"/>
          <p14:tracePt t="79666" x="3192463" y="4154488"/>
          <p14:tracePt t="79778" x="3167063" y="4154488"/>
          <p14:tracePt t="79786" x="3041650" y="4154488"/>
          <p14:tracePt t="79794" x="2928938" y="4167188"/>
          <p14:tracePt t="79802" x="2816225" y="4167188"/>
          <p14:tracePt t="79810" x="2678113" y="4167188"/>
          <p14:tracePt t="79818" x="2554288" y="4167188"/>
          <p14:tracePt t="79826" x="2328863" y="4167188"/>
          <p14:tracePt t="79834" x="2090738" y="4167188"/>
          <p14:tracePt t="79842" x="1878013" y="4167188"/>
          <p14:tracePt t="79850" x="1614488" y="4141788"/>
          <p14:tracePt t="79859" x="1427163" y="4117975"/>
          <p14:tracePt t="79866" x="1239838" y="4092575"/>
          <p14:tracePt t="79875" x="1027113" y="4067175"/>
          <p14:tracePt t="79882" x="876300" y="4067175"/>
          <p14:tracePt t="79890" x="738188" y="4067175"/>
          <p14:tracePt t="79898" x="638175" y="4067175"/>
          <p14:tracePt t="79906" x="588963" y="4067175"/>
          <p14:tracePt t="79914" x="576263" y="4067175"/>
          <p14:tracePt t="79926" x="550863" y="4067175"/>
          <p14:tracePt t="79978" x="525463" y="4067175"/>
          <p14:tracePt t="79994" x="512763" y="4067175"/>
          <p14:tracePt t="80050" x="488950" y="4067175"/>
          <p14:tracePt t="80058" x="463550" y="4067175"/>
          <p14:tracePt t="80066" x="425450" y="4067175"/>
          <p14:tracePt t="80074" x="376238" y="4067175"/>
          <p14:tracePt t="80082" x="350838" y="4067175"/>
          <p14:tracePt t="80090" x="325438" y="4067175"/>
          <p14:tracePt t="80098" x="287338" y="4067175"/>
          <p14:tracePt t="80106" x="263525" y="4067175"/>
          <p14:tracePt t="80114" x="250825" y="4067175"/>
          <p14:tracePt t="80122" x="238125" y="4067175"/>
          <p14:tracePt t="80131" x="225425" y="4067175"/>
          <p14:tracePt t="80178" x="212725" y="4079875"/>
          <p14:tracePt t="80402" x="200025" y="4079875"/>
          <p14:tracePt t="80418" x="187325" y="4079875"/>
          <p14:tracePt t="80450" x="187325" y="4092575"/>
          <p14:tracePt t="80770" x="187325" y="4105275"/>
          <p14:tracePt t="80778" x="225425" y="4154488"/>
          <p14:tracePt t="80786" x="300038" y="4179888"/>
          <p14:tracePt t="80794" x="387350" y="4230688"/>
          <p14:tracePt t="80802" x="488950" y="4241800"/>
          <p14:tracePt t="80811" x="688975" y="4305300"/>
          <p14:tracePt t="80818" x="901700" y="4318000"/>
          <p14:tracePt t="80826" x="1176338" y="4367213"/>
          <p14:tracePt t="80834" x="1514475" y="4367213"/>
          <p14:tracePt t="80842" x="1752600" y="4367213"/>
          <p14:tracePt t="80850" x="1903413" y="4367213"/>
          <p14:tracePt t="80858" x="2052638" y="4367213"/>
          <p14:tracePt t="80866" x="2228850" y="4367213"/>
          <p14:tracePt t="80874" x="2365375" y="4354513"/>
          <p14:tracePt t="80883" x="2516188" y="4341813"/>
          <p14:tracePt t="80890" x="2628900" y="4318000"/>
          <p14:tracePt t="80898" x="2728913" y="4305300"/>
          <p14:tracePt t="80912" x="2828925" y="4292600"/>
          <p14:tracePt t="80914" x="2879725" y="4279900"/>
          <p14:tracePt t="80922" x="2916238" y="4279900"/>
          <p14:tracePt t="80930" x="2941638" y="4254500"/>
          <p14:tracePt t="80986" x="2967038" y="4254500"/>
          <p14:tracePt t="81362" x="2992438" y="4254500"/>
          <p14:tracePt t="81754" x="3003550" y="4267200"/>
          <p14:tracePt t="81762" x="3003550" y="4279900"/>
          <p14:tracePt t="81770" x="3003550" y="4292600"/>
          <p14:tracePt t="81778" x="3003550" y="4305300"/>
          <p14:tracePt t="81786" x="3003550" y="4330700"/>
          <p14:tracePt t="81794" x="3003550" y="4367213"/>
          <p14:tracePt t="81802" x="2979738" y="4405313"/>
          <p14:tracePt t="81810" x="2954338" y="4430713"/>
          <p14:tracePt t="81819" x="2867025" y="4479925"/>
          <p14:tracePt t="81826" x="2778125" y="4492625"/>
          <p14:tracePt t="81835" x="2690813" y="4505325"/>
          <p14:tracePt t="81842" x="2590800" y="4505325"/>
          <p14:tracePt t="81850" x="2490788" y="4505325"/>
          <p14:tracePt t="81858" x="2403475" y="4505325"/>
          <p14:tracePt t="81866" x="2339975" y="4505325"/>
          <p14:tracePt t="81874" x="2278063" y="4479925"/>
          <p14:tracePt t="81882" x="2228850" y="4467225"/>
          <p14:tracePt t="81890" x="2165350" y="4443413"/>
          <p14:tracePt t="81898" x="2139950" y="4430713"/>
          <p14:tracePt t="81906" x="2116138" y="4405313"/>
          <p14:tracePt t="81914" x="2078038" y="4392613"/>
          <p14:tracePt t="81922" x="2078038" y="4379913"/>
          <p14:tracePt t="81938" x="2065338" y="4379913"/>
          <p14:tracePt t="82018" x="2052638" y="4379913"/>
          <p14:tracePt t="82034" x="2039938" y="4379913"/>
          <p14:tracePt t="82058" x="2014538" y="4379913"/>
          <p14:tracePt t="82066" x="2003425" y="4367213"/>
          <p14:tracePt t="82074" x="1952625" y="4341813"/>
          <p14:tracePt t="82082" x="1927225" y="4341813"/>
          <p14:tracePt t="82090" x="1914525" y="4330700"/>
          <p14:tracePt t="82098" x="1852613" y="4292600"/>
          <p14:tracePt t="82122" x="1839913" y="4279900"/>
          <p14:tracePt t="82178" x="1827213" y="4279900"/>
          <p14:tracePt t="82226" x="1827213" y="4267200"/>
          <p14:tracePt t="82234" x="1827213" y="4254500"/>
          <p14:tracePt t="82274" x="1839913" y="4254500"/>
          <p14:tracePt t="82282" x="1865313" y="4254500"/>
          <p14:tracePt t="82298" x="1903413" y="4254500"/>
          <p14:tracePt t="82314" x="1903413" y="4267200"/>
          <p14:tracePt t="82322" x="1927225" y="4267200"/>
          <p14:tracePt t="82338" x="1939925" y="4292600"/>
          <p14:tracePt t="82346" x="1952625" y="4292600"/>
          <p14:tracePt t="82354" x="1965325" y="4305300"/>
          <p14:tracePt t="82362" x="1990725" y="4305300"/>
          <p14:tracePt t="82378" x="2027238" y="4305300"/>
          <p14:tracePt t="82387" x="2052638" y="4330700"/>
          <p14:tracePt t="82394" x="2065338" y="4330700"/>
          <p14:tracePt t="82402" x="2090738" y="4330700"/>
          <p14:tracePt t="82410" x="2116138" y="4341813"/>
          <p14:tracePt t="82426" x="2139950" y="4341813"/>
          <p14:tracePt t="82594" x="2152650" y="4341813"/>
          <p14:tracePt t="82618" x="2165350" y="4341813"/>
          <p14:tracePt t="82634" x="2190750" y="4341813"/>
          <p14:tracePt t="82658" x="2216150" y="4330700"/>
          <p14:tracePt t="82666" x="2228850" y="4330700"/>
          <p14:tracePt t="82674" x="2228850" y="4318000"/>
          <p14:tracePt t="82682" x="2239963" y="4318000"/>
          <p14:tracePt t="82690" x="2252663" y="4292600"/>
          <p14:tracePt t="82730" x="2252663" y="4279900"/>
          <p14:tracePt t="82738" x="2252663" y="4267200"/>
          <p14:tracePt t="82755" x="2252663" y="4254500"/>
          <p14:tracePt t="82882" x="2278063" y="4254500"/>
          <p14:tracePt t="82890" x="2278063" y="4267200"/>
          <p14:tracePt t="82898" x="2290763" y="4305300"/>
          <p14:tracePt t="82917" x="2303463" y="4318000"/>
          <p14:tracePt t="82922" x="2316163" y="4318000"/>
          <p14:tracePt t="82930" x="2316163" y="4330700"/>
          <p14:tracePt t="82955" x="2328863" y="4341813"/>
          <p14:tracePt t="82970" x="2328863" y="4354513"/>
          <p14:tracePt t="83066" x="2339975" y="4354513"/>
          <p14:tracePt t="83114" x="2365375" y="4341813"/>
          <p14:tracePt t="83122" x="2365375" y="4305300"/>
          <p14:tracePt t="83139" x="2378075" y="4292600"/>
          <p14:tracePt t="83154" x="2378075" y="4279900"/>
          <p14:tracePt t="83258" x="2390775" y="4267200"/>
          <p14:tracePt t="83274" x="2390775" y="4254500"/>
          <p14:tracePt t="83290" x="2403475" y="4254500"/>
          <p14:tracePt t="83314" x="2416175" y="4254500"/>
          <p14:tracePt t="83323" x="2416175" y="4267200"/>
          <p14:tracePt t="83339" x="2441575" y="4267200"/>
          <p14:tracePt t="83346" x="2452688" y="4279900"/>
          <p14:tracePt t="83354" x="2465388" y="4292600"/>
          <p14:tracePt t="83362" x="2490788" y="4305300"/>
          <p14:tracePt t="83378" x="2503488" y="4330700"/>
          <p14:tracePt t="83394" x="2516188" y="4330700"/>
          <p14:tracePt t="83442" x="2528888" y="4330700"/>
          <p14:tracePt t="83602" x="2541588" y="4330700"/>
          <p14:tracePt t="83610" x="2554288" y="4341813"/>
          <p14:tracePt t="83626" x="2554288" y="4354513"/>
          <p14:tracePt t="83658" x="2565400" y="4354513"/>
          <p14:tracePt t="83674" x="2565400" y="4367213"/>
          <p14:tracePt t="83690" x="2578100" y="4367213"/>
          <p14:tracePt t="83730" x="2578100" y="4379913"/>
          <p14:tracePt t="83842" x="2590800" y="4379913"/>
          <p14:tracePt t="84082" x="2603500" y="4379913"/>
          <p14:tracePt t="84106" x="2616200" y="4379913"/>
          <p14:tracePt t="84122" x="2628900" y="4379913"/>
          <p14:tracePt t="84266" x="2641600" y="4379913"/>
          <p14:tracePt t="84274" x="2654300" y="4379913"/>
          <p14:tracePt t="84290" x="2654300" y="4367213"/>
          <p14:tracePt t="84298" x="2654300" y="4354513"/>
          <p14:tracePt t="84306" x="2654300" y="4341813"/>
          <p14:tracePt t="84330" x="2654300" y="4330700"/>
          <p14:tracePt t="84346" x="2654300" y="4318000"/>
          <p14:tracePt t="84354" x="2654300" y="4305300"/>
          <p14:tracePt t="84418" x="2654300" y="4292600"/>
          <p14:tracePt t="84530" x="2641600" y="4292600"/>
          <p14:tracePt t="84546" x="2654300" y="4305300"/>
          <p14:tracePt t="84554" x="2654300" y="4318000"/>
          <p14:tracePt t="84562" x="2667000" y="4330700"/>
          <p14:tracePt t="84570" x="2678113" y="4330700"/>
          <p14:tracePt t="84586" x="2690813" y="4341813"/>
          <p14:tracePt t="84626" x="2690813" y="4354513"/>
          <p14:tracePt t="84643" x="2703513" y="4354513"/>
          <p14:tracePt t="84682" x="2716213" y="4354513"/>
          <p14:tracePt t="84690" x="2741613" y="4341813"/>
          <p14:tracePt t="84706" x="2754313" y="4330700"/>
          <p14:tracePt t="84714" x="2767013" y="4318000"/>
          <p14:tracePt t="84730" x="2767013" y="4305300"/>
          <p14:tracePt t="84738" x="2778125" y="4292600"/>
          <p14:tracePt t="84754" x="2778125" y="4279900"/>
          <p14:tracePt t="84762" x="2790825" y="4267200"/>
          <p14:tracePt t="84834" x="2803525" y="4254500"/>
          <p14:tracePt t="84842" x="2816225" y="4254500"/>
          <p14:tracePt t="84890" x="2828925" y="4254500"/>
          <p14:tracePt t="84922" x="2854325" y="4254500"/>
          <p14:tracePt t="84962" x="2867025" y="4254500"/>
          <p14:tracePt t="84986" x="2879725" y="4254500"/>
          <p14:tracePt t="85002" x="2903538" y="4230688"/>
          <p14:tracePt t="85082" x="2928938" y="4230688"/>
          <p14:tracePt t="85122" x="2941638" y="4230688"/>
          <p14:tracePt t="85266" x="2967038" y="4230688"/>
          <p14:tracePt t="85370" x="2979738" y="4230688"/>
          <p14:tracePt t="85778" x="2992438" y="4230688"/>
          <p14:tracePt t="85794" x="3003550" y="4230688"/>
          <p14:tracePt t="85850" x="3016250" y="4230688"/>
          <p14:tracePt t="85858" x="3016250" y="4217988"/>
          <p14:tracePt t="85962" x="3028950" y="4217988"/>
          <p14:tracePt t="88370" x="3016250" y="4217988"/>
          <p14:tracePt t="88387" x="3003550" y="4217988"/>
          <p14:tracePt t="88394" x="3003550" y="4292600"/>
          <p14:tracePt t="88402" x="3003550" y="4418013"/>
          <p14:tracePt t="88410" x="3003550" y="4530725"/>
          <p14:tracePt t="88418" x="3003550" y="4618038"/>
          <p14:tracePt t="88426" x="3003550" y="4705350"/>
          <p14:tracePt t="88434" x="3003550" y="4768850"/>
          <p14:tracePt t="88442" x="2979738" y="4843463"/>
          <p14:tracePt t="88450" x="2954338" y="4868863"/>
          <p14:tracePt t="88458" x="2941638" y="4892675"/>
          <p14:tracePt t="88474" x="2928938" y="4905375"/>
          <p14:tracePt t="88482" x="2916238" y="4918075"/>
          <p14:tracePt t="88490" x="2903538" y="4930775"/>
          <p14:tracePt t="88522" x="2890838" y="4930775"/>
          <p14:tracePt t="88530" x="2879725" y="4930775"/>
          <p14:tracePt t="88538" x="2867025" y="4930775"/>
          <p14:tracePt t="88546" x="2854325" y="4930775"/>
          <p14:tracePt t="88554" x="2841625" y="4930775"/>
          <p14:tracePt t="88562" x="2803525" y="4930775"/>
          <p14:tracePt t="88571" x="2754313" y="4918075"/>
          <p14:tracePt t="88578" x="2703513" y="4856163"/>
          <p14:tracePt t="88586" x="2654300" y="4792663"/>
          <p14:tracePt t="88594" x="2616200" y="4743450"/>
          <p14:tracePt t="88602" x="2590800" y="4679950"/>
          <p14:tracePt t="88610" x="2565400" y="4618038"/>
          <p14:tracePt t="88618" x="2554288" y="4579938"/>
          <p14:tracePt t="88626" x="2516188" y="4530725"/>
          <p14:tracePt t="88634" x="2503488" y="4518025"/>
          <p14:tracePt t="88642" x="2490788" y="4505325"/>
          <p14:tracePt t="88650" x="2478088" y="4479925"/>
          <p14:tracePt t="88658" x="2465388" y="4479925"/>
          <p14:tracePt t="88666" x="2441575" y="4467225"/>
          <p14:tracePt t="88674" x="2428875" y="4467225"/>
          <p14:tracePt t="88683" x="2416175" y="4467225"/>
          <p14:tracePt t="88690" x="2390775" y="4467225"/>
          <p14:tracePt t="88698" x="2378075" y="4467225"/>
          <p14:tracePt t="88706" x="2365375" y="4467225"/>
          <p14:tracePt t="88714" x="2352675" y="4467225"/>
          <p14:tracePt t="88738" x="2339975" y="4467225"/>
          <p14:tracePt t="88754" x="2328863" y="4467225"/>
          <p14:tracePt t="88770" x="2316163" y="4467225"/>
          <p14:tracePt t="88778" x="2303463" y="4443413"/>
          <p14:tracePt t="88786" x="2290763" y="4418013"/>
          <p14:tracePt t="88794" x="2278063" y="4392613"/>
          <p14:tracePt t="88810" x="2265363" y="4367213"/>
          <p14:tracePt t="88818" x="2265363" y="4354513"/>
          <p14:tracePt t="88826" x="2265363" y="4341813"/>
          <p14:tracePt t="88842" x="2265363" y="4330700"/>
          <p14:tracePt t="88850" x="2278063" y="4318000"/>
          <p14:tracePt t="88858" x="2290763" y="4318000"/>
          <p14:tracePt t="88867" x="2352675" y="4318000"/>
          <p14:tracePt t="88874" x="2441575" y="4318000"/>
          <p14:tracePt t="88882" x="2541588" y="4318000"/>
          <p14:tracePt t="88890" x="2616200" y="4318000"/>
          <p14:tracePt t="88898" x="2654300" y="4330700"/>
          <p14:tracePt t="88906" x="2690813" y="4330700"/>
          <p14:tracePt t="88914" x="2703513" y="4330700"/>
          <p14:tracePt t="88933" x="2728913" y="4354513"/>
          <p14:tracePt t="88946" x="2741613" y="4354513"/>
          <p14:tracePt t="89026" x="2754313" y="4354513"/>
          <p14:tracePt t="89034" x="2754313" y="4379913"/>
          <p14:tracePt t="89042" x="2716213" y="4392613"/>
          <p14:tracePt t="89050" x="2628900" y="4392613"/>
          <p14:tracePt t="89058" x="2565400" y="4405313"/>
          <p14:tracePt t="89066" x="2503488" y="4418013"/>
          <p14:tracePt t="89074" x="2441575" y="4430713"/>
          <p14:tracePt t="89082" x="2403475" y="4430713"/>
          <p14:tracePt t="89090" x="2365375" y="4430713"/>
          <p14:tracePt t="89098" x="2328863" y="4430713"/>
          <p14:tracePt t="89106" x="2290763" y="4430713"/>
          <p14:tracePt t="89114" x="2252663" y="4430713"/>
          <p14:tracePt t="89123" x="2228850" y="4430713"/>
          <p14:tracePt t="89138" x="2216150" y="4430713"/>
          <p14:tracePt t="89154" x="2190750" y="4418013"/>
          <p14:tracePt t="89162" x="2190750" y="4405313"/>
          <p14:tracePt t="89170" x="2178050" y="4392613"/>
          <p14:tracePt t="89178" x="2178050" y="4379913"/>
          <p14:tracePt t="89186" x="2178050" y="4367213"/>
          <p14:tracePt t="89194" x="2165350" y="4330700"/>
          <p14:tracePt t="89202" x="2165350" y="4305300"/>
          <p14:tracePt t="89210" x="2165350" y="4279900"/>
          <p14:tracePt t="89218" x="2139950" y="4267200"/>
          <p14:tracePt t="89234" x="2127250" y="4241800"/>
          <p14:tracePt t="89242" x="2103438" y="4230688"/>
          <p14:tracePt t="89251" x="2078038" y="4230688"/>
          <p14:tracePt t="89258" x="2039938" y="4230688"/>
          <p14:tracePt t="89266" x="2014538" y="4230688"/>
          <p14:tracePt t="89274" x="1990725" y="4230688"/>
          <p14:tracePt t="89282" x="1965325" y="4230688"/>
          <p14:tracePt t="89290" x="1927225" y="4230688"/>
          <p14:tracePt t="89298" x="1878013" y="4241800"/>
          <p14:tracePt t="89306" x="1814513" y="4292600"/>
          <p14:tracePt t="89314" x="1739900" y="4341813"/>
          <p14:tracePt t="89323" x="1689100" y="4392613"/>
          <p14:tracePt t="89330" x="1639888" y="4454525"/>
          <p14:tracePt t="89338" x="1614488" y="4492625"/>
          <p14:tracePt t="89346" x="1601788" y="4530725"/>
          <p14:tracePt t="89354" x="1589088" y="4592638"/>
          <p14:tracePt t="89362" x="1589088" y="4618038"/>
          <p14:tracePt t="89370" x="1589088" y="4643438"/>
          <p14:tracePt t="89378" x="1589088" y="4667250"/>
          <p14:tracePt t="89386" x="1614488" y="4692650"/>
          <p14:tracePt t="89394" x="1639888" y="4692650"/>
          <p14:tracePt t="89402" x="1652588" y="4692650"/>
          <p14:tracePt t="89410" x="1689100" y="4692650"/>
          <p14:tracePt t="89418" x="1701800" y="4692650"/>
          <p14:tracePt t="89426" x="1739900" y="4692650"/>
          <p14:tracePt t="89442" x="1790700" y="4656138"/>
          <p14:tracePt t="89450" x="1814513" y="4605338"/>
          <p14:tracePt t="89458" x="1839913" y="4567238"/>
          <p14:tracePt t="89466" x="1865313" y="4492625"/>
          <p14:tracePt t="89474" x="1865313" y="4454525"/>
          <p14:tracePt t="89482" x="1865313" y="4418013"/>
          <p14:tracePt t="89490" x="1865313" y="4405313"/>
          <p14:tracePt t="89498" x="1865313" y="4367213"/>
          <p14:tracePt t="89507" x="1865313" y="4354513"/>
          <p14:tracePt t="89522" x="1865313" y="4341813"/>
          <p14:tracePt t="89538" x="1865313" y="4330700"/>
          <p14:tracePt t="89578" x="1839913" y="4330700"/>
          <p14:tracePt t="89586" x="1839913" y="4354513"/>
          <p14:tracePt t="89594" x="1839913" y="4405313"/>
          <p14:tracePt t="89602" x="1839913" y="4454525"/>
          <p14:tracePt t="89610" x="1839913" y="4492625"/>
          <p14:tracePt t="89619" x="1865313" y="4567238"/>
          <p14:tracePt t="89626" x="1890713" y="4605338"/>
          <p14:tracePt t="89634" x="1927225" y="4656138"/>
          <p14:tracePt t="89642" x="1952625" y="4718050"/>
          <p14:tracePt t="89650" x="2014538" y="4779963"/>
          <p14:tracePt t="89658" x="2078038" y="4843463"/>
          <p14:tracePt t="89666" x="2152650" y="4892675"/>
          <p14:tracePt t="89674" x="2216150" y="4918075"/>
          <p14:tracePt t="89682" x="2252663" y="4930775"/>
          <p14:tracePt t="89690" x="2278063" y="4956175"/>
          <p14:tracePt t="89698" x="2303463" y="4956175"/>
          <p14:tracePt t="89706" x="2316163" y="4956175"/>
          <p14:tracePt t="89714" x="2328863" y="4956175"/>
          <p14:tracePt t="89722" x="2339975" y="4956175"/>
          <p14:tracePt t="89738" x="2339975" y="4905375"/>
          <p14:tracePt t="89746" x="2339975" y="4843463"/>
          <p14:tracePt t="89754" x="2339975" y="4779963"/>
          <p14:tracePt t="89762" x="2316163" y="4692650"/>
          <p14:tracePt t="89770" x="2303463" y="4630738"/>
          <p14:tracePt t="89778" x="2265363" y="4554538"/>
          <p14:tracePt t="89786" x="2228850" y="4505325"/>
          <p14:tracePt t="89794" x="2190750" y="4454525"/>
          <p14:tracePt t="89803" x="2178050" y="4430713"/>
          <p14:tracePt t="89810" x="2152650" y="4418013"/>
          <p14:tracePt t="89818" x="2127250" y="4379913"/>
          <p14:tracePt t="89826" x="2116138" y="4367213"/>
          <p14:tracePt t="89834" x="2090738" y="4354513"/>
          <p14:tracePt t="89842" x="2065338" y="4341813"/>
          <p14:tracePt t="89850" x="2052638" y="4330700"/>
          <p14:tracePt t="89858" x="2039938" y="4330700"/>
          <p14:tracePt t="89866" x="2027238" y="4318000"/>
          <p14:tracePt t="89874" x="2027238" y="4305300"/>
          <p14:tracePt t="89882" x="2027238" y="4292600"/>
          <p14:tracePt t="89891" x="2003425" y="4279900"/>
          <p14:tracePt t="89906" x="2003425" y="4267200"/>
          <p14:tracePt t="89930" x="2003425" y="4254500"/>
          <p14:tracePt t="90074" x="2003425" y="4267200"/>
          <p14:tracePt t="90090" x="2003425" y="4279900"/>
          <p14:tracePt t="90106" x="2003425" y="4292600"/>
          <p14:tracePt t="90122" x="2003425" y="4305300"/>
          <p14:tracePt t="90130" x="2003425" y="4318000"/>
          <p14:tracePt t="90138" x="2003425" y="4330700"/>
          <p14:tracePt t="90146" x="2014538" y="4330700"/>
          <p14:tracePt t="90154" x="2014538" y="4341813"/>
          <p14:tracePt t="90162" x="2027238" y="4354513"/>
          <p14:tracePt t="90170" x="2052638" y="4367213"/>
          <p14:tracePt t="90178" x="2052638" y="4379913"/>
          <p14:tracePt t="90187" x="2065338" y="4379913"/>
          <p14:tracePt t="90194" x="2078038" y="4379913"/>
          <p14:tracePt t="90202" x="2090738" y="4379913"/>
          <p14:tracePt t="90210" x="2103438" y="4379913"/>
          <p14:tracePt t="90218" x="2116138" y="4379913"/>
          <p14:tracePt t="90234" x="2127250" y="4379913"/>
          <p14:tracePt t="90242" x="2139950" y="4379913"/>
          <p14:tracePt t="90250" x="2152650" y="4379913"/>
          <p14:tracePt t="90330" x="2165350" y="4379913"/>
          <p14:tracePt t="90338" x="2178050" y="4379913"/>
          <p14:tracePt t="90346" x="2190750" y="4379913"/>
          <p14:tracePt t="90354" x="2203450" y="4367213"/>
          <p14:tracePt t="90386" x="2216150" y="4354513"/>
          <p14:tracePt t="90394" x="2228850" y="4341813"/>
          <p14:tracePt t="90538" x="2239963" y="4341813"/>
          <p14:tracePt t="90546" x="2252663" y="4341813"/>
          <p14:tracePt t="90562" x="2265363" y="4341813"/>
          <p14:tracePt t="90578" x="2278063" y="4341813"/>
          <p14:tracePt t="90586" x="2303463" y="4341813"/>
          <p14:tracePt t="90610" x="2316163" y="4341813"/>
          <p14:tracePt t="90618" x="2339975" y="4341813"/>
          <p14:tracePt t="90634" x="2365375" y="4341813"/>
          <p14:tracePt t="90642" x="2378075" y="4330700"/>
          <p14:tracePt t="90658" x="2390775" y="4330700"/>
          <p14:tracePt t="90666" x="2416175" y="4318000"/>
          <p14:tracePt t="90682" x="2428875" y="4305300"/>
          <p14:tracePt t="90690" x="2428875" y="4292600"/>
          <p14:tracePt t="90706" x="2428875" y="4279900"/>
          <p14:tracePt t="90722" x="2428875" y="4267200"/>
          <p14:tracePt t="90754" x="2428875" y="4254500"/>
          <p14:tracePt t="90826" x="2441575" y="4241800"/>
          <p14:tracePt t="91138" x="2452688" y="4241800"/>
          <p14:tracePt t="91154" x="2465388" y="4241800"/>
          <p14:tracePt t="91170" x="2490788" y="4241800"/>
          <p14:tracePt t="91178" x="2503488" y="4241800"/>
          <p14:tracePt t="91186" x="2516188" y="4241800"/>
          <p14:tracePt t="91194" x="2528888" y="4267200"/>
          <p14:tracePt t="91202" x="2541588" y="4279900"/>
          <p14:tracePt t="91218" x="2541588" y="4292600"/>
          <p14:tracePt t="91234" x="2554288" y="4292600"/>
          <p14:tracePt t="91242" x="2565400" y="4292600"/>
          <p14:tracePt t="91266" x="2578100" y="4292600"/>
          <p14:tracePt t="91290" x="2590800" y="4292600"/>
          <p14:tracePt t="91306" x="2603500" y="4292600"/>
          <p14:tracePt t="91314" x="2616200" y="4279900"/>
          <p14:tracePt t="91322" x="2628900" y="4267200"/>
          <p14:tracePt t="91330" x="2628900" y="4254500"/>
          <p14:tracePt t="91338" x="2641600" y="4254500"/>
          <p14:tracePt t="91354" x="2654300" y="4241800"/>
          <p14:tracePt t="91890" x="2641600" y="4254500"/>
          <p14:tracePt t="91898" x="2628900" y="4267200"/>
          <p14:tracePt t="91908" x="2616200" y="4318000"/>
          <p14:tracePt t="91914" x="2578100" y="4354513"/>
          <p14:tracePt t="91922" x="2541588" y="4430713"/>
          <p14:tracePt t="91930" x="2503488" y="4505325"/>
          <p14:tracePt t="91938" x="2452688" y="4592638"/>
          <p14:tracePt t="91947" x="2403475" y="4679950"/>
          <p14:tracePt t="91954" x="2352675" y="4792663"/>
          <p14:tracePt t="91962" x="2316163" y="4879975"/>
          <p14:tracePt t="91970" x="2265363" y="5005388"/>
          <p14:tracePt t="91978" x="2203450" y="5130800"/>
          <p14:tracePt t="91986" x="2190750" y="5218113"/>
          <p14:tracePt t="91994" x="2178050" y="5281613"/>
          <p14:tracePt t="92002" x="2152650" y="5343525"/>
          <p14:tracePt t="92010" x="2152650" y="5381625"/>
          <p14:tracePt t="92026" x="2139950" y="5407025"/>
          <p14:tracePt t="92042" x="2139950" y="5430838"/>
          <p14:tracePt t="92050" x="2127250" y="5430838"/>
          <p14:tracePt t="92059" x="2116138" y="5430838"/>
          <p14:tracePt t="92066" x="2103438" y="5443538"/>
          <p14:tracePt t="92074" x="2090738" y="5468938"/>
          <p14:tracePt t="92082" x="2065338" y="5468938"/>
          <p14:tracePt t="92090" x="2014538" y="5507038"/>
          <p14:tracePt t="92098" x="2014538" y="5518150"/>
          <p14:tracePt t="92106" x="1990725" y="5530850"/>
          <p14:tracePt t="92114" x="1965325" y="5556250"/>
          <p14:tracePt t="92122" x="1939925" y="5594350"/>
          <p14:tracePt t="92131" x="1914525" y="5630863"/>
          <p14:tracePt t="92138" x="1903413" y="5656263"/>
          <p14:tracePt t="92146" x="1878013" y="5694363"/>
          <p14:tracePt t="92154" x="1852613" y="5719763"/>
          <p14:tracePt t="92162" x="1839913" y="5768975"/>
          <p14:tracePt t="92170" x="1814513" y="5781675"/>
          <p14:tracePt t="92178" x="1790700" y="5819775"/>
          <p14:tracePt t="92186" x="1765300" y="5856288"/>
          <p14:tracePt t="92202" x="1752600" y="5868988"/>
          <p14:tracePt t="92210" x="1739900" y="5881688"/>
          <p14:tracePt t="92218" x="1727200" y="5894388"/>
          <p14:tracePt t="92226" x="1727200" y="5907088"/>
          <p14:tracePt t="92243" x="1727200" y="5919788"/>
          <p14:tracePt t="92250" x="1714500" y="5919788"/>
          <p14:tracePt t="92306" x="1714500" y="5932488"/>
          <p14:tracePt t="92314" x="1714500" y="5945188"/>
          <p14:tracePt t="92338" x="1701800" y="5956300"/>
          <p14:tracePt t="92370" x="1689100" y="5969000"/>
          <p14:tracePt t="92378" x="1665288" y="5994400"/>
          <p14:tracePt t="92386" x="1627188" y="5994400"/>
          <p14:tracePt t="92394" x="1614488" y="6007100"/>
          <p14:tracePt t="92402" x="1577975" y="6019800"/>
          <p14:tracePt t="92410" x="1539875" y="6045200"/>
          <p14:tracePt t="92418" x="1501775" y="6045200"/>
          <p14:tracePt t="92427" x="1489075" y="6045200"/>
          <p14:tracePt t="92442" x="1465263" y="6056313"/>
          <p14:tracePt t="92650" x="1465263" y="6045200"/>
          <p14:tracePt t="92810" x="1465263" y="6019800"/>
          <p14:tracePt t="92842" x="1476375" y="6019800"/>
          <p14:tracePt t="92850" x="1539875" y="6007100"/>
          <p14:tracePt t="92858" x="1565275" y="5994400"/>
          <p14:tracePt t="92866" x="1577975" y="5994400"/>
          <p14:tracePt t="92874" x="1589088" y="5994400"/>
          <p14:tracePt t="92883" x="1601788" y="5994400"/>
          <p14:tracePt t="92898" x="1614488" y="5994400"/>
          <p14:tracePt t="92930" x="1614488" y="5981700"/>
          <p14:tracePt t="93666" x="1627188" y="5969000"/>
          <p14:tracePt t="93674" x="1665288" y="5969000"/>
          <p14:tracePt t="93682" x="1689100" y="5945188"/>
          <p14:tracePt t="93690" x="1739900" y="5881688"/>
          <p14:tracePt t="93698" x="1814513" y="5781675"/>
          <p14:tracePt t="93706" x="1952625" y="5643563"/>
          <p14:tracePt t="93714" x="2178050" y="5407025"/>
          <p14:tracePt t="93722" x="2290763" y="5281613"/>
          <p14:tracePt t="93730" x="2378075" y="5130800"/>
          <p14:tracePt t="93738" x="2478088" y="4956175"/>
          <p14:tracePt t="93747" x="2528888" y="4856163"/>
          <p14:tracePt t="93754" x="2578100" y="4692650"/>
          <p14:tracePt t="93762" x="2603500" y="4605338"/>
          <p14:tracePt t="93770" x="2603500" y="4543425"/>
          <p14:tracePt t="93778" x="2603500" y="4492625"/>
          <p14:tracePt t="93786" x="2603500" y="4454525"/>
          <p14:tracePt t="93794" x="2603500" y="4443413"/>
          <p14:tracePt t="93802" x="2603500" y="4405313"/>
          <p14:tracePt t="93818" x="2590800" y="4379913"/>
          <p14:tracePt t="93834" x="2590800" y="4367213"/>
          <p14:tracePt t="93858" x="2590800" y="4354513"/>
          <p14:tracePt t="93874" x="2590800" y="4341813"/>
          <p14:tracePt t="93890" x="2590800" y="4330700"/>
          <p14:tracePt t="93906" x="2590800" y="4305300"/>
          <p14:tracePt t="93946" x="2590800" y="4292600"/>
          <p14:tracePt t="93954" x="2590800" y="4279900"/>
          <p14:tracePt t="93962" x="2590800" y="4254500"/>
          <p14:tracePt t="93970" x="2603500" y="4241800"/>
          <p14:tracePt t="93986" x="2616200" y="4230688"/>
          <p14:tracePt t="94003" x="2628900" y="4217988"/>
          <p14:tracePt t="94066" x="2641600" y="4217988"/>
          <p14:tracePt t="94090" x="2654300" y="4217988"/>
          <p14:tracePt t="94098" x="2667000" y="4205288"/>
          <p14:tracePt t="94114" x="2678113" y="4205288"/>
          <p14:tracePt t="94170" x="2690813" y="4205288"/>
          <p14:tracePt t="94186" x="2703513" y="4205288"/>
          <p14:tracePt t="94226" x="2716213" y="4205288"/>
          <p14:tracePt t="94410" x="2728913" y="4205288"/>
          <p14:tracePt t="94522" x="2741613" y="4205288"/>
          <p14:tracePt t="94530" x="2778125" y="4217988"/>
          <p14:tracePt t="94538" x="2790825" y="4217988"/>
          <p14:tracePt t="94546" x="2803525" y="4217988"/>
          <p14:tracePt t="94554" x="2828925" y="4217988"/>
          <p14:tracePt t="94562" x="2841625" y="4217988"/>
          <p14:tracePt t="94571" x="2854325" y="4217988"/>
          <p14:tracePt t="94578" x="2879725" y="4217988"/>
          <p14:tracePt t="94586" x="2879725" y="4205288"/>
          <p14:tracePt t="94594" x="2890838" y="4192588"/>
          <p14:tracePt t="94602" x="2890838" y="4179888"/>
          <p14:tracePt t="94802" x="2890838" y="4154488"/>
          <p14:tracePt t="94810" x="2890838" y="4067175"/>
          <p14:tracePt t="94818" x="2890838" y="4005263"/>
          <p14:tracePt t="94826" x="2890838" y="3916363"/>
          <p14:tracePt t="94834" x="2890838" y="3841750"/>
          <p14:tracePt t="94842" x="2879725" y="3767138"/>
          <p14:tracePt t="94850" x="2867025" y="3679825"/>
          <p14:tracePt t="94858" x="2854325" y="3590925"/>
          <p14:tracePt t="94867" x="2854325" y="3529013"/>
          <p14:tracePt t="94874" x="2841625" y="3416300"/>
          <p14:tracePt t="94882" x="2841625" y="3367088"/>
          <p14:tracePt t="94890" x="2816225" y="3316288"/>
          <p14:tracePt t="94898" x="2803525" y="3290888"/>
          <p14:tracePt t="94906" x="2803525" y="3254375"/>
          <p14:tracePt t="94918" x="2790825" y="3228975"/>
          <p14:tracePt t="94922" x="2767013" y="3203575"/>
          <p14:tracePt t="94930" x="2754313" y="3190875"/>
          <p14:tracePt t="94939" x="2741613" y="3190875"/>
          <p14:tracePt t="94946" x="2716213" y="3178175"/>
          <p14:tracePt t="94955" x="2678113" y="3165475"/>
          <p14:tracePt t="94962" x="2667000" y="3154363"/>
          <p14:tracePt t="94970" x="2641600" y="3154363"/>
          <p14:tracePt t="94978" x="2628900" y="3154363"/>
          <p14:tracePt t="94994" x="2590800" y="3141663"/>
          <p14:tracePt t="95010" x="2578100" y="3141663"/>
          <p14:tracePt t="95018" x="2565400" y="3128963"/>
          <p14:tracePt t="95050" x="2554288" y="3128963"/>
          <p14:tracePt t="95066" x="2528888" y="3128963"/>
          <p14:tracePt t="95098" x="2516188" y="3128963"/>
          <p14:tracePt t="95106" x="2490788" y="3128963"/>
          <p14:tracePt t="95114" x="2465388" y="3128963"/>
          <p14:tracePt t="95130" x="2452688" y="3128963"/>
          <p14:tracePt t="95139" x="2441575" y="3128963"/>
          <p14:tracePt t="95146" x="2428875" y="3128963"/>
          <p14:tracePt t="95154" x="2403475" y="3128963"/>
          <p14:tracePt t="95162" x="2390775" y="3128963"/>
          <p14:tracePt t="95170" x="2365375" y="3128963"/>
          <p14:tracePt t="95178" x="2352675" y="3128963"/>
          <p14:tracePt t="95186" x="2339975" y="3128963"/>
          <p14:tracePt t="95194" x="2316163" y="3128963"/>
          <p14:tracePt t="95410" x="2303463" y="3141663"/>
          <p14:tracePt t="95418" x="2278063" y="3178175"/>
          <p14:tracePt t="95426" x="2265363" y="3178175"/>
          <p14:tracePt t="95434" x="2265363" y="3190875"/>
          <p14:tracePt t="95514" x="2239963" y="3190875"/>
          <p14:tracePt t="95522" x="2228850" y="3190875"/>
          <p14:tracePt t="95530" x="2203450" y="3190875"/>
          <p14:tracePt t="95538" x="2190750" y="3190875"/>
          <p14:tracePt t="95546" x="2165350" y="3190875"/>
          <p14:tracePt t="95650" x="2178050" y="3190875"/>
          <p14:tracePt t="95658" x="2216150" y="3190875"/>
          <p14:tracePt t="95666" x="2239963" y="3190875"/>
          <p14:tracePt t="95674" x="2252663" y="3190875"/>
          <p14:tracePt t="95682" x="2290763" y="3190875"/>
          <p14:tracePt t="95690" x="2316163" y="3190875"/>
          <p14:tracePt t="95698" x="2339975" y="3190875"/>
          <p14:tracePt t="95706" x="2378075" y="3190875"/>
          <p14:tracePt t="95714" x="2428875" y="3190875"/>
          <p14:tracePt t="95722" x="2465388" y="3190875"/>
          <p14:tracePt t="95730" x="2516188" y="3190875"/>
          <p14:tracePt t="95738" x="2554288" y="3190875"/>
          <p14:tracePt t="95746" x="2578100" y="3190875"/>
          <p14:tracePt t="95754" x="2603500" y="3190875"/>
          <p14:tracePt t="95762" x="2616200" y="3190875"/>
          <p14:tracePt t="95826" x="2641600" y="3190875"/>
          <p14:tracePt t="95834" x="2641600" y="3203575"/>
          <p14:tracePt t="95842" x="2654300" y="3228975"/>
          <p14:tracePt t="95850" x="2654300" y="3267075"/>
          <p14:tracePt t="95858" x="2667000" y="3328988"/>
          <p14:tracePt t="95866" x="2678113" y="3441700"/>
          <p14:tracePt t="95874" x="2678113" y="3541713"/>
          <p14:tracePt t="95882" x="2678113" y="3692525"/>
          <p14:tracePt t="95890" x="2678113" y="3879850"/>
          <p14:tracePt t="95898" x="2728913" y="4167188"/>
          <p14:tracePt t="95906" x="2728913" y="4543425"/>
          <p14:tracePt t="95920" x="2728913" y="5043488"/>
          <p14:tracePt t="95922" x="2728913" y="5494338"/>
          <p14:tracePt t="95930" x="2716213" y="5907088"/>
          <p14:tracePt t="95938" x="2654300" y="6332538"/>
          <p14:tracePt t="95946" x="2603500" y="6696075"/>
          <p14:tracePt t="95954" x="2578100" y="6819900"/>
          <p14:tracePt t="96066" x="2528888" y="6819900"/>
          <p14:tracePt t="96074" x="2528888" y="6796088"/>
          <p14:tracePt t="96082" x="2528888" y="6757988"/>
          <p14:tracePt t="96090" x="2528888" y="6719888"/>
          <p14:tracePt t="96098" x="2528888" y="6683375"/>
          <p14:tracePt t="96106" x="2528888" y="6632575"/>
          <p14:tracePt t="96114" x="2490788" y="6583363"/>
          <p14:tracePt t="96122" x="2452688" y="6532563"/>
          <p14:tracePt t="96130" x="2416175" y="6507163"/>
          <p14:tracePt t="96138" x="2328863" y="6483350"/>
          <p14:tracePt t="96146" x="2252663" y="6457950"/>
          <p14:tracePt t="96154" x="2165350" y="6445250"/>
          <p14:tracePt t="96162" x="2127250" y="6432550"/>
          <p14:tracePt t="96170" x="2090738" y="6432550"/>
          <p14:tracePt t="96178" x="2078038" y="6419850"/>
          <p14:tracePt t="96187" x="2052638" y="6407150"/>
          <p14:tracePt t="96194" x="2052638" y="6394450"/>
          <p14:tracePt t="96202" x="2052638" y="6357938"/>
          <p14:tracePt t="96210" x="2052638" y="6319838"/>
          <p14:tracePt t="96218" x="2052638" y="6281738"/>
          <p14:tracePt t="96226" x="2052638" y="6257925"/>
          <p14:tracePt t="96234" x="2052638" y="6219825"/>
          <p14:tracePt t="96242" x="2052638" y="6181725"/>
          <p14:tracePt t="96250" x="2052638" y="6157913"/>
          <p14:tracePt t="96258" x="2039938" y="6132513"/>
          <p14:tracePt t="96266" x="2039938" y="6119813"/>
          <p14:tracePt t="96274" x="2039938" y="6107113"/>
          <p14:tracePt t="96282" x="2039938" y="6094413"/>
          <p14:tracePt t="96370" x="2052638" y="6081713"/>
          <p14:tracePt t="96378" x="2103438" y="6107113"/>
          <p14:tracePt t="96386" x="2178050" y="6145213"/>
          <p14:tracePt t="96394" x="2190750" y="6157913"/>
          <p14:tracePt t="96402" x="2239963" y="6169025"/>
          <p14:tracePt t="96410" x="2265363" y="6181725"/>
          <p14:tracePt t="96426" x="2278063" y="6181725"/>
          <p14:tracePt t="96434" x="2290763" y="6181725"/>
          <p14:tracePt t="96442" x="2303463" y="6169025"/>
          <p14:tracePt t="96450" x="2316163" y="6157913"/>
          <p14:tracePt t="96458" x="2316163" y="6119813"/>
          <p14:tracePt t="96466" x="2316163" y="6081713"/>
          <p14:tracePt t="96474" x="2316163" y="6056313"/>
          <p14:tracePt t="96482" x="2316163" y="6019800"/>
          <p14:tracePt t="96490" x="2316163" y="5994400"/>
          <p14:tracePt t="96498" x="2316163" y="5969000"/>
          <p14:tracePt t="96506" x="2316163" y="5932488"/>
          <p14:tracePt t="96514" x="2278063" y="5907088"/>
          <p14:tracePt t="96522" x="2228850" y="5868988"/>
          <p14:tracePt t="96530" x="2190750" y="5856288"/>
          <p14:tracePt t="96538" x="2152650" y="5856288"/>
          <p14:tracePt t="96546" x="2103438" y="5832475"/>
          <p14:tracePt t="96555" x="2078038" y="5832475"/>
          <p14:tracePt t="96562" x="2039938" y="5832475"/>
          <p14:tracePt t="96570" x="2003425" y="5832475"/>
          <p14:tracePt t="96578" x="1990725" y="5832475"/>
          <p14:tracePt t="96586" x="1978025" y="5856288"/>
          <p14:tracePt t="96594" x="1952625" y="5881688"/>
          <p14:tracePt t="96602" x="1952625" y="5919788"/>
          <p14:tracePt t="96610" x="1952625" y="5956300"/>
          <p14:tracePt t="96618" x="1952625" y="5981700"/>
          <p14:tracePt t="96626" x="1965325" y="6007100"/>
          <p14:tracePt t="96634" x="2003425" y="6032500"/>
          <p14:tracePt t="96642" x="2014538" y="6056313"/>
          <p14:tracePt t="96650" x="2027238" y="6056313"/>
          <p14:tracePt t="96658" x="2039938" y="6056313"/>
          <p14:tracePt t="96666" x="2065338" y="6056313"/>
          <p14:tracePt t="96682" x="2078038" y="6056313"/>
          <p14:tracePt t="96690" x="2090738" y="6056313"/>
          <p14:tracePt t="96698" x="2116138" y="6056313"/>
          <p14:tracePt t="96706" x="2152650" y="6045200"/>
          <p14:tracePt t="96714" x="2190750" y="6007100"/>
          <p14:tracePt t="96722" x="2228850" y="5956300"/>
          <p14:tracePt t="96730" x="2228850" y="5919788"/>
          <p14:tracePt t="96739" x="2239963" y="5843588"/>
          <p14:tracePt t="96746" x="2239963" y="5794375"/>
          <p14:tracePt t="96754" x="2239963" y="5743575"/>
          <p14:tracePt t="96762" x="2239963" y="5707063"/>
          <p14:tracePt t="96778" x="2239963" y="5681663"/>
          <p14:tracePt t="96794" x="2228850" y="5681663"/>
          <p14:tracePt t="96810" x="2216150" y="5681663"/>
          <p14:tracePt t="96826" x="2203450" y="5681663"/>
          <p14:tracePt t="96834" x="2178050" y="5681663"/>
          <p14:tracePt t="96842" x="2152650" y="5707063"/>
          <p14:tracePt t="96850" x="2152650" y="5768975"/>
          <p14:tracePt t="96858" x="2152650" y="5819775"/>
          <p14:tracePt t="96866" x="2152650" y="5881688"/>
          <p14:tracePt t="96874" x="2190750" y="5919788"/>
          <p14:tracePt t="96882" x="2203450" y="5932488"/>
          <p14:tracePt t="96890" x="2252663" y="5932488"/>
          <p14:tracePt t="96898" x="2290763" y="5932488"/>
          <p14:tracePt t="96906" x="2339975" y="5932488"/>
          <p14:tracePt t="96914" x="2378075" y="5932488"/>
          <p14:tracePt t="96923" x="2428875" y="5932488"/>
          <p14:tracePt t="96930" x="2452688" y="5932488"/>
          <p14:tracePt t="96938" x="2503488" y="5894388"/>
          <p14:tracePt t="96946" x="2541588" y="5856288"/>
          <p14:tracePt t="96954" x="2554288" y="5843588"/>
          <p14:tracePt t="96962" x="2554288" y="5819775"/>
          <p14:tracePt t="96970" x="2554288" y="5781675"/>
          <p14:tracePt t="96978" x="2554288" y="5768975"/>
          <p14:tracePt t="96994" x="2541588" y="5743575"/>
          <p14:tracePt t="97002" x="2528888" y="5743575"/>
          <p14:tracePt t="97010" x="2516188" y="5732463"/>
          <p14:tracePt t="97026" x="2503488" y="5732463"/>
          <p14:tracePt t="97042" x="2478088" y="5732463"/>
          <p14:tracePt t="97050" x="2465388" y="5732463"/>
          <p14:tracePt t="97058" x="2441575" y="5743575"/>
          <p14:tracePt t="97066" x="2428875" y="5756275"/>
          <p14:tracePt t="97082" x="2416175" y="5781675"/>
          <p14:tracePt t="97242" x="2428875" y="5781675"/>
          <p14:tracePt t="97354" x="2441575" y="5781675"/>
          <p14:tracePt t="97450" x="2452688" y="5781675"/>
          <p14:tracePt t="97594" x="2465388" y="5781675"/>
          <p14:tracePt t="97722" x="2478088" y="5794375"/>
          <p14:tracePt t="97730" x="2441575" y="5868988"/>
          <p14:tracePt t="97738" x="2365375" y="5969000"/>
          <p14:tracePt t="97747" x="2278063" y="6056313"/>
          <p14:tracePt t="97754" x="2190750" y="6157913"/>
          <p14:tracePt t="97763" x="2103438" y="6232525"/>
          <p14:tracePt t="97770" x="2014538" y="6294438"/>
          <p14:tracePt t="97778" x="1939925" y="6345238"/>
          <p14:tracePt t="97786" x="1914525" y="6357938"/>
          <p14:tracePt t="97794" x="1903413" y="6357938"/>
          <p14:tracePt t="97834" x="1865313" y="6357938"/>
          <p14:tracePt t="97842" x="1814513" y="6357938"/>
          <p14:tracePt t="97850" x="1801813" y="6357938"/>
          <p14:tracePt t="97859" x="1790700" y="6357938"/>
          <p14:tracePt t="97866" x="1778000" y="6357938"/>
          <p14:tracePt t="97875" x="1765300" y="6357938"/>
          <p14:tracePt t="97890" x="1739900" y="6332538"/>
          <p14:tracePt t="97898" x="1714500" y="6319838"/>
          <p14:tracePt t="97909" x="1689100" y="6294438"/>
          <p14:tracePt t="97914" x="1677988" y="6269038"/>
          <p14:tracePt t="97922" x="1627188" y="6232525"/>
          <p14:tracePt t="97930" x="1589088" y="6194425"/>
          <p14:tracePt t="97938" x="1527175" y="6157913"/>
          <p14:tracePt t="97947" x="1439863" y="6119813"/>
          <p14:tracePt t="97954" x="1363663" y="6094413"/>
          <p14:tracePt t="97962" x="1227138" y="6056313"/>
          <p14:tracePt t="97970" x="1139825" y="6045200"/>
          <p14:tracePt t="97978" x="1038225" y="6032500"/>
          <p14:tracePt t="97986" x="963613" y="6032500"/>
          <p14:tracePt t="97994" x="901700" y="6007100"/>
          <p14:tracePt t="98002" x="876300" y="6007100"/>
          <p14:tracePt t="98010" x="838200" y="6007100"/>
          <p14:tracePt t="98018" x="814388" y="6007100"/>
          <p14:tracePt t="98026" x="788988" y="6007100"/>
          <p14:tracePt t="98034" x="763588" y="6007100"/>
          <p14:tracePt t="98042" x="701675" y="6032500"/>
          <p14:tracePt t="98050" x="650875" y="6056313"/>
          <p14:tracePt t="98059" x="576263" y="6094413"/>
          <p14:tracePt t="98066" x="512763" y="6132513"/>
          <p14:tracePt t="98074" x="438150" y="6194425"/>
          <p14:tracePt t="98082" x="376238" y="6207125"/>
          <p14:tracePt t="98090" x="350838" y="6232525"/>
          <p14:tracePt t="98098" x="338138" y="6232525"/>
          <p14:tracePt t="98106" x="312738" y="6245225"/>
          <p14:tracePt t="98114" x="287338" y="6257925"/>
          <p14:tracePt t="98122" x="274638" y="6269038"/>
          <p14:tracePt t="98130" x="263525" y="6269038"/>
          <p14:tracePt t="98138" x="250825" y="6281738"/>
          <p14:tracePt t="98146" x="225425" y="6294438"/>
          <p14:tracePt t="98154" x="212725" y="6294438"/>
          <p14:tracePt t="98162" x="150813" y="6319838"/>
          <p14:tracePt t="98170" x="125413" y="6332538"/>
          <p14:tracePt t="98178" x="74613" y="6345238"/>
          <p14:tracePt t="98186" x="61913" y="6357938"/>
          <p14:tracePt t="98194" x="38100" y="6370638"/>
          <p14:tracePt t="98210" x="25400" y="6381750"/>
          <p14:tracePt t="98218" x="12700" y="6381750"/>
          <p14:tracePt t="98234" x="0" y="6381750"/>
          <p14:tracePt t="98243" x="0" y="6394450"/>
          <p14:tracePt t="98410" x="74613" y="6470650"/>
          <p14:tracePt t="98418" x="138113" y="6470650"/>
          <p14:tracePt t="98426" x="212725" y="6470650"/>
          <p14:tracePt t="98434" x="325438" y="6445250"/>
          <p14:tracePt t="98442" x="412750" y="6407150"/>
          <p14:tracePt t="98450" x="512763" y="6407150"/>
          <p14:tracePt t="98458" x="600075" y="6394450"/>
          <p14:tracePt t="98466" x="688975" y="6381750"/>
          <p14:tracePt t="98474" x="750888" y="6357938"/>
          <p14:tracePt t="98482" x="825500" y="6357938"/>
          <p14:tracePt t="98490" x="850900" y="6357938"/>
          <p14:tracePt t="98498" x="901700" y="6357938"/>
          <p14:tracePt t="98506" x="914400" y="6357938"/>
          <p14:tracePt t="98514" x="938213" y="6357938"/>
          <p14:tracePt t="98522" x="963613" y="6357938"/>
          <p14:tracePt t="98738" x="976313" y="6357938"/>
          <p14:tracePt t="98746" x="1014413" y="6357938"/>
          <p14:tracePt t="98754" x="1101725" y="6357938"/>
          <p14:tracePt t="98762" x="1214438" y="6357938"/>
          <p14:tracePt t="98770" x="1352550" y="6357938"/>
          <p14:tracePt t="98778" x="1489075" y="6357938"/>
          <p14:tracePt t="98786" x="1652588" y="6357938"/>
          <p14:tracePt t="98794" x="1801813" y="6345238"/>
          <p14:tracePt t="98802" x="1990725" y="6319838"/>
          <p14:tracePt t="98811" x="2139950" y="6294438"/>
          <p14:tracePt t="98818" x="2278063" y="6281738"/>
          <p14:tracePt t="98826" x="2328863" y="6269038"/>
          <p14:tracePt t="98834" x="2365375" y="6257925"/>
          <p14:tracePt t="98978" x="2378075" y="6257925"/>
          <p14:tracePt t="99146" x="2378075" y="6245225"/>
          <p14:tracePt t="99178" x="2390775" y="6232525"/>
          <p14:tracePt t="99234" x="2403475" y="6232525"/>
          <p14:tracePt t="99250" x="2416175" y="6232525"/>
          <p14:tracePt t="99306" x="2428875" y="6219825"/>
          <p14:tracePt t="99338" x="2441575" y="6219825"/>
          <p14:tracePt t="99354" x="2465388" y="6219825"/>
          <p14:tracePt t="99362" x="2478088" y="6219825"/>
          <p14:tracePt t="99370" x="2503488" y="6219825"/>
          <p14:tracePt t="99378" x="2528888" y="6232525"/>
          <p14:tracePt t="99386" x="2541588" y="6245225"/>
          <p14:tracePt t="99394" x="2565400" y="6294438"/>
          <p14:tracePt t="99402" x="2590800" y="6332538"/>
          <p14:tracePt t="99410" x="2628900" y="6407150"/>
          <p14:tracePt t="99418" x="2641600" y="6483350"/>
          <p14:tracePt t="99426" x="2667000" y="6545263"/>
          <p14:tracePt t="99434" x="2690813" y="6632575"/>
          <p14:tracePt t="99442" x="2690813" y="6670675"/>
          <p14:tracePt t="99450" x="2690813" y="6770688"/>
          <p14:tracePt t="99570" x="2014538" y="6745288"/>
          <p14:tracePt t="99578" x="1978025" y="6683375"/>
          <p14:tracePt t="99586" x="1927225" y="6607175"/>
          <p14:tracePt t="99594" x="1903413" y="6570663"/>
          <p14:tracePt t="99602" x="1878013" y="6519863"/>
          <p14:tracePt t="99610" x="1827213" y="6445250"/>
          <p14:tracePt t="99618" x="1814513" y="6445250"/>
          <p14:tracePt t="99626" x="1814513" y="6407150"/>
          <p14:tracePt t="99634" x="1814513" y="6394450"/>
          <p14:tracePt t="99642" x="1790700" y="6357938"/>
          <p14:tracePt t="99650" x="1778000" y="6345238"/>
          <p14:tracePt t="99666" x="1778000" y="6332538"/>
          <p14:tracePt t="99674" x="1765300" y="6332538"/>
          <p14:tracePt t="99690" x="1752600" y="6332538"/>
          <p14:tracePt t="99698" x="1739900" y="6332538"/>
          <p14:tracePt t="99714" x="1727200" y="6332538"/>
          <p14:tracePt t="99722" x="1714500" y="6332538"/>
          <p14:tracePt t="99730" x="1701800" y="6332538"/>
          <p14:tracePt t="99738" x="1652588" y="6319838"/>
          <p14:tracePt t="99747" x="1601788" y="6307138"/>
          <p14:tracePt t="99754" x="1539875" y="6307138"/>
          <p14:tracePt t="99762" x="1476375" y="6281738"/>
          <p14:tracePt t="99770" x="1427163" y="6257925"/>
          <p14:tracePt t="99778" x="1363663" y="6232525"/>
          <p14:tracePt t="99786" x="1327150" y="6232525"/>
          <p14:tracePt t="99794" x="1301750" y="6207125"/>
          <p14:tracePt t="99802" x="1289050" y="6207125"/>
          <p14:tracePt t="99954" x="1289050" y="6194425"/>
          <p14:tracePt t="100058" x="1301750" y="6194425"/>
          <p14:tracePt t="100066" x="1314450" y="6194425"/>
          <p14:tracePt t="100074" x="1327150" y="6194425"/>
          <p14:tracePt t="100082" x="1339850" y="6194425"/>
          <p14:tracePt t="100090" x="1352550" y="6219825"/>
          <p14:tracePt t="100106" x="1363663" y="6232525"/>
          <p14:tracePt t="100115" x="1376363" y="6232525"/>
          <p14:tracePt t="100122" x="1389063" y="6245225"/>
          <p14:tracePt t="100378" x="1401763" y="6245225"/>
          <p14:tracePt t="100474" x="1414463" y="6245225"/>
          <p14:tracePt t="100482" x="1427163" y="6245225"/>
          <p14:tracePt t="100490" x="1439863" y="6257925"/>
          <p14:tracePt t="100498" x="1452563" y="6257925"/>
          <p14:tracePt t="100514" x="1452563" y="6269038"/>
          <p14:tracePt t="100530" x="1465263" y="6281738"/>
          <p14:tracePt t="100602" x="1476375" y="6281738"/>
          <p14:tracePt t="101098" x="1501775" y="6281738"/>
          <p14:tracePt t="101114" x="1539875" y="6281738"/>
          <p14:tracePt t="101130" x="1552575" y="6281738"/>
          <p14:tracePt t="101138" x="1601788" y="6281738"/>
          <p14:tracePt t="101146" x="1665288" y="6269038"/>
          <p14:tracePt t="101154" x="1714500" y="6257925"/>
          <p14:tracePt t="101162" x="1765300" y="6257925"/>
          <p14:tracePt t="101170" x="1814513" y="6257925"/>
          <p14:tracePt t="101178" x="1865313" y="6257925"/>
          <p14:tracePt t="101186" x="1927225" y="6257925"/>
          <p14:tracePt t="101194" x="1965325" y="6257925"/>
          <p14:tracePt t="101202" x="2003425" y="6257925"/>
          <p14:tracePt t="101210" x="2014538" y="6232525"/>
          <p14:tracePt t="101410" x="2039938" y="6232525"/>
          <p14:tracePt t="101417" x="2052638" y="6232525"/>
          <p14:tracePt t="101426" x="2078038" y="6232525"/>
          <p14:tracePt t="101434" x="2103438" y="6232525"/>
          <p14:tracePt t="101442" x="2127250" y="6232525"/>
          <p14:tracePt t="101450" x="2152650" y="6219825"/>
          <p14:tracePt t="101458" x="2178050" y="6207125"/>
          <p14:tracePt t="101466" x="2216150" y="6194425"/>
          <p14:tracePt t="101474" x="2239963" y="6181725"/>
          <p14:tracePt t="101482" x="2265363" y="6169025"/>
          <p14:tracePt t="101490" x="2278063" y="6169025"/>
          <p14:tracePt t="101498" x="2303463" y="6169025"/>
          <p14:tracePt t="101514" x="2316163" y="6169025"/>
          <p14:tracePt t="101546" x="2328863" y="6145213"/>
          <p14:tracePt t="101554" x="2339975" y="6145213"/>
          <p14:tracePt t="101666" x="2352675" y="6145213"/>
          <p14:tracePt t="101962" x="2378075" y="6145213"/>
          <p14:tracePt t="102434" x="2378075" y="6194425"/>
          <p14:tracePt t="102442" x="2390775" y="6257925"/>
          <p14:tracePt t="102450" x="2390775" y="6307138"/>
          <p14:tracePt t="102458" x="2403475" y="6345238"/>
          <p14:tracePt t="102466" x="2452688" y="6419850"/>
          <p14:tracePt t="102474" x="2516188" y="6494463"/>
          <p14:tracePt t="102482" x="2590800" y="6532563"/>
          <p14:tracePt t="102490" x="2628900" y="6570663"/>
          <p14:tracePt t="102498" x="2678113" y="6594475"/>
          <p14:tracePt t="102506" x="2678113" y="6607175"/>
          <p14:tracePt t="102514" x="2703513" y="6619875"/>
          <p14:tracePt t="102522" x="2716213" y="6632575"/>
          <p14:tracePt t="102530" x="2728913" y="6632575"/>
          <p14:tracePt t="102578" x="2728913" y="6645275"/>
          <p14:tracePt t="102586" x="2716213" y="6657975"/>
          <p14:tracePt t="102594" x="2578100" y="6657975"/>
          <p14:tracePt t="102602" x="2303463" y="6657975"/>
          <p14:tracePt t="102610" x="2003425" y="6657975"/>
          <p14:tracePt t="102618" x="1652588" y="6657975"/>
          <p14:tracePt t="102627" x="1452563" y="6657975"/>
          <p14:tracePt t="102634" x="1263650" y="6657975"/>
          <p14:tracePt t="102642" x="1089025" y="6670675"/>
          <p14:tracePt t="102650" x="989013" y="6696075"/>
          <p14:tracePt t="102658" x="938213" y="6707188"/>
          <p14:tracePt t="102666" x="938213" y="6719888"/>
          <p14:tracePt t="102786" x="963613" y="6719888"/>
          <p14:tracePt t="102794" x="1014413" y="6719888"/>
          <p14:tracePt t="102802" x="1027113" y="6719888"/>
          <p14:tracePt t="102850" x="1038225" y="6719888"/>
          <p14:tracePt t="102906" x="1050925" y="6719888"/>
          <p14:tracePt t="102962" x="1038225" y="6707188"/>
          <p14:tracePt t="102970" x="1027113" y="6683375"/>
          <p14:tracePt t="102986" x="1027113" y="6657975"/>
          <p14:tracePt t="102994" x="1014413" y="6645275"/>
          <p14:tracePt t="103002" x="1014413" y="6632575"/>
          <p14:tracePt t="103018" x="1014413" y="6607175"/>
          <p14:tracePt t="103218" x="1014413" y="6594475"/>
          <p14:tracePt t="103226" x="1027113" y="6594475"/>
          <p14:tracePt t="103234" x="1038225" y="6594475"/>
          <p14:tracePt t="103250" x="1063625" y="6594475"/>
          <p14:tracePt t="103258" x="1063625" y="6607175"/>
          <p14:tracePt t="103266" x="1101725" y="6619875"/>
          <p14:tracePt t="103274" x="1114425" y="6632575"/>
          <p14:tracePt t="103282" x="1127125" y="6645275"/>
          <p14:tracePt t="103290" x="1139825" y="6645275"/>
          <p14:tracePt t="103298" x="1163638" y="6645275"/>
          <p14:tracePt t="103307" x="1201738" y="6645275"/>
          <p14:tracePt t="103314" x="1227138" y="6645275"/>
          <p14:tracePt t="103322" x="1252538" y="6645275"/>
          <p14:tracePt t="103330" x="1289050" y="6645275"/>
          <p14:tracePt t="103338" x="1301750" y="6645275"/>
          <p14:tracePt t="103346" x="1339850" y="6645275"/>
          <p14:tracePt t="103354" x="1363663" y="6645275"/>
          <p14:tracePt t="103362" x="1376363" y="6645275"/>
          <p14:tracePt t="103370" x="1401763" y="6645275"/>
          <p14:tracePt t="103378" x="1427163" y="6645275"/>
          <p14:tracePt t="103394" x="1452563" y="6645275"/>
          <p14:tracePt t="103402" x="1465263" y="6645275"/>
          <p14:tracePt t="103410" x="1501775" y="6645275"/>
          <p14:tracePt t="103418" x="1514475" y="6645275"/>
          <p14:tracePt t="103426" x="1565275" y="6645275"/>
          <p14:tracePt t="103434" x="1652588" y="6645275"/>
          <p14:tracePt t="103442" x="1701800" y="6645275"/>
          <p14:tracePt t="103450" x="1765300" y="6645275"/>
          <p14:tracePt t="103458" x="1801813" y="6645275"/>
          <p14:tracePt t="103466" x="1839913" y="6645275"/>
          <p14:tracePt t="103474" x="1865313" y="6645275"/>
          <p14:tracePt t="103482" x="1878013" y="6645275"/>
          <p14:tracePt t="103491" x="1890713" y="6645275"/>
          <p14:tracePt t="103506" x="1903413" y="6645275"/>
          <p14:tracePt t="103530" x="1914525" y="6645275"/>
          <p14:tracePt t="103538" x="1927225" y="6645275"/>
          <p14:tracePt t="103546" x="1939925" y="6645275"/>
          <p14:tracePt t="103554" x="1952625" y="6645275"/>
          <p14:tracePt t="103562" x="1978025" y="6632575"/>
          <p14:tracePt t="103570" x="1990725" y="6619875"/>
          <p14:tracePt t="103578" x="2014538" y="6619875"/>
          <p14:tracePt t="103586" x="2027238" y="6607175"/>
          <p14:tracePt t="103642" x="2052638" y="6583363"/>
          <p14:tracePt t="103658" x="2065338" y="6570663"/>
          <p14:tracePt t="103866" x="2065338" y="6557963"/>
          <p14:tracePt t="103874" x="2078038" y="6557963"/>
          <p14:tracePt t="103882" x="2127250" y="6557963"/>
          <p14:tracePt t="103890" x="2178050" y="6557963"/>
          <p14:tracePt t="103898" x="2228850" y="6570663"/>
          <p14:tracePt t="103906" x="2328863" y="6583363"/>
          <p14:tracePt t="103914" x="2452688" y="6607175"/>
          <p14:tracePt t="103926" x="2603500" y="6619875"/>
          <p14:tracePt t="103930" x="2754313" y="6619875"/>
          <p14:tracePt t="103938" x="2916238" y="6619875"/>
          <p14:tracePt t="103947" x="3079750" y="6619875"/>
          <p14:tracePt t="103954" x="3228975" y="6607175"/>
          <p14:tracePt t="103962" x="3305175" y="6583363"/>
          <p14:tracePt t="103970" x="3392488" y="6532563"/>
          <p14:tracePt t="103978" x="3441700" y="6483350"/>
          <p14:tracePt t="103986" x="3467100" y="6457950"/>
          <p14:tracePt t="103994" x="3479800" y="6445250"/>
          <p14:tracePt t="104002" x="3479800" y="6432550"/>
          <p14:tracePt t="104010" x="3479800" y="6419850"/>
          <p14:tracePt t="104018" x="3479800" y="6407150"/>
          <p14:tracePt t="104026" x="3479800" y="6394450"/>
          <p14:tracePt t="104034" x="3479800" y="6381750"/>
          <p14:tracePt t="104042" x="3479800" y="6370638"/>
          <p14:tracePt t="104090" x="3467100" y="6370638"/>
          <p14:tracePt t="104098" x="3429000" y="6370638"/>
          <p14:tracePt t="104106" x="3354388" y="6357938"/>
          <p14:tracePt t="104114" x="3241675" y="6345238"/>
          <p14:tracePt t="104122" x="3103563" y="6281738"/>
          <p14:tracePt t="104130" x="2967038" y="6269038"/>
          <p14:tracePt t="104138" x="2828925" y="6245225"/>
          <p14:tracePt t="104146" x="2716213" y="6232525"/>
          <p14:tracePt t="104154" x="2628900" y="6232525"/>
          <p14:tracePt t="104162" x="2541588" y="6232525"/>
          <p14:tracePt t="104170" x="2490788" y="6232525"/>
          <p14:tracePt t="104178" x="2478088" y="6232525"/>
          <p14:tracePt t="104186" x="2465388" y="6245225"/>
          <p14:tracePt t="104202" x="2465388" y="6281738"/>
          <p14:tracePt t="104210" x="2465388" y="6294438"/>
          <p14:tracePt t="104218" x="2465388" y="6332538"/>
          <p14:tracePt t="104226" x="2465388" y="6357938"/>
          <p14:tracePt t="104234" x="2465388" y="6381750"/>
          <p14:tracePt t="104243" x="2490788" y="6419850"/>
          <p14:tracePt t="104250" x="2516188" y="6432550"/>
          <p14:tracePt t="104258" x="2541588" y="6445250"/>
          <p14:tracePt t="104266" x="2565400" y="6457950"/>
          <p14:tracePt t="104274" x="2603500" y="6457950"/>
          <p14:tracePt t="104282" x="2628900" y="6457950"/>
          <p14:tracePt t="104290" x="2678113" y="6457950"/>
          <p14:tracePt t="104298" x="2716213" y="6457950"/>
          <p14:tracePt t="104306" x="2790825" y="6457950"/>
          <p14:tracePt t="104314" x="2841625" y="6419850"/>
          <p14:tracePt t="104322" x="2903538" y="6332538"/>
          <p14:tracePt t="104330" x="2916238" y="6294438"/>
          <p14:tracePt t="104338" x="2916238" y="6245225"/>
          <p14:tracePt t="104346" x="2916238" y="6207125"/>
          <p14:tracePt t="104354" x="2916238" y="6194425"/>
          <p14:tracePt t="104362" x="2916238" y="6181725"/>
          <p14:tracePt t="104370" x="2916238" y="6157913"/>
          <p14:tracePt t="104410" x="2903538" y="6157913"/>
          <p14:tracePt t="104418" x="2867025" y="6207125"/>
          <p14:tracePt t="104426" x="2854325" y="6232525"/>
          <p14:tracePt t="104434" x="2828925" y="6307138"/>
          <p14:tracePt t="104442" x="2803525" y="6370638"/>
          <p14:tracePt t="104450" x="2803525" y="6432550"/>
          <p14:tracePt t="104458" x="2803525" y="6470650"/>
          <p14:tracePt t="104466" x="2803525" y="6494463"/>
          <p14:tracePt t="104474" x="2828925" y="6532563"/>
          <p14:tracePt t="104482" x="2903538" y="6545263"/>
          <p14:tracePt t="104490" x="2979738" y="6570663"/>
          <p14:tracePt t="104498" x="3092450" y="6570663"/>
          <p14:tracePt t="104506" x="3192463" y="6570663"/>
          <p14:tracePt t="104514" x="3317875" y="6557963"/>
          <p14:tracePt t="104522" x="3429000" y="6494463"/>
          <p14:tracePt t="104530" x="3530600" y="6445250"/>
          <p14:tracePt t="104538" x="3554413" y="6432550"/>
          <p14:tracePt t="104546" x="3567113" y="6407150"/>
          <p14:tracePt t="104554" x="3592513" y="6381750"/>
          <p14:tracePt t="104594" x="3592513" y="6370638"/>
          <p14:tracePt t="104610" x="3567113" y="6370638"/>
          <p14:tracePt t="104626" x="3541713" y="6394450"/>
          <p14:tracePt t="104634" x="3517900" y="6407150"/>
          <p14:tracePt t="104642" x="3505200" y="6419850"/>
          <p14:tracePt t="104650" x="3492500" y="6445250"/>
          <p14:tracePt t="104658" x="3479800" y="6457950"/>
          <p14:tracePt t="104794" x="3467100" y="6470650"/>
          <p14:tracePt t="104802" x="3467100" y="6483350"/>
          <p14:tracePt t="104818" x="3467100" y="6507163"/>
          <p14:tracePt t="104826" x="3467100" y="6545263"/>
          <p14:tracePt t="104834" x="3467100" y="6557963"/>
          <p14:tracePt t="104842" x="3467100" y="6594475"/>
          <p14:tracePt t="104850" x="3467100" y="6619875"/>
          <p14:tracePt t="104858" x="3467100" y="6632575"/>
          <p14:tracePt t="104914" x="3467100" y="6645275"/>
          <p14:tracePt t="104970" x="3467100" y="6632575"/>
          <p14:tracePt t="104978" x="3467100" y="6619875"/>
          <p14:tracePt t="104994" x="3467100" y="6607175"/>
          <p14:tracePt t="105002" x="3467100" y="6594475"/>
          <p14:tracePt t="105018" x="3467100" y="6570663"/>
          <p14:tracePt t="105026" x="3441700" y="6570663"/>
          <p14:tracePt t="105034" x="3429000" y="6570663"/>
          <p14:tracePt t="105042" x="3405188" y="6570663"/>
          <p14:tracePt t="105050" x="3392488" y="6570663"/>
          <p14:tracePt t="105106" x="3379788" y="6570663"/>
          <p14:tracePt t="105154" x="3379788" y="6557963"/>
          <p14:tracePt t="105258" x="3379788" y="6545263"/>
          <p14:tracePt t="105298" x="3379788" y="6532563"/>
          <p14:tracePt t="105322" x="3392488" y="6519863"/>
          <p14:tracePt t="105338" x="3417888" y="6519863"/>
          <p14:tracePt t="105346" x="3441700" y="6519863"/>
          <p14:tracePt t="105354" x="3454400" y="6519863"/>
          <p14:tracePt t="105362" x="3467100" y="6519863"/>
          <p14:tracePt t="105370" x="3492500" y="6519863"/>
          <p14:tracePt t="105378" x="3517900" y="6519863"/>
          <p14:tracePt t="105386" x="3579813" y="6519863"/>
          <p14:tracePt t="105394" x="3667125" y="6519863"/>
          <p14:tracePt t="105402" x="3743325" y="6519863"/>
          <p14:tracePt t="105410" x="3817938" y="6519863"/>
          <p14:tracePt t="105418" x="3917950" y="6519863"/>
          <p14:tracePt t="105426" x="3968750" y="6519863"/>
          <p14:tracePt t="105434" x="4005263" y="6519863"/>
          <p14:tracePt t="105442" x="4017963" y="6519863"/>
          <p14:tracePt t="105450" x="4030663" y="6519863"/>
          <p14:tracePt t="105466" x="4056063" y="6507163"/>
          <p14:tracePt t="105530" x="4056063" y="6494463"/>
          <p14:tracePt t="105546" x="4068763" y="6494463"/>
          <p14:tracePt t="105554" x="4081463" y="6494463"/>
          <p14:tracePt t="105562" x="4092575" y="6494463"/>
          <p14:tracePt t="105618" x="4105275" y="6494463"/>
          <p14:tracePt t="105626" x="4117975" y="6494463"/>
          <p14:tracePt t="105642" x="4143375" y="6494463"/>
          <p14:tracePt t="105666" x="4156075" y="6494463"/>
          <p14:tracePt t="105994" x="4168775" y="6494463"/>
          <p14:tracePt t="108362" x="4181475" y="6494463"/>
          <p14:tracePt t="108370" x="4192588" y="6494463"/>
          <p14:tracePt t="108530" x="4205288" y="6494463"/>
          <p14:tracePt t="108626" x="4205288" y="6483350"/>
          <p14:tracePt t="108634" x="4205288" y="6332538"/>
          <p14:tracePt t="108642" x="4205288" y="6257925"/>
          <p14:tracePt t="108650" x="4205288" y="6132513"/>
          <p14:tracePt t="108658" x="4205288" y="6007100"/>
          <p14:tracePt t="108666" x="4205288" y="5856288"/>
          <p14:tracePt t="108674" x="4205288" y="5507038"/>
          <p14:tracePt t="108682" x="4205288" y="5092700"/>
          <p14:tracePt t="108690" x="4156075" y="4667250"/>
          <p14:tracePt t="108698" x="4156075" y="4292600"/>
          <p14:tracePt t="108706" x="4143375" y="4141788"/>
          <p14:tracePt t="108714" x="4143375" y="3792538"/>
          <p14:tracePt t="108722" x="4130675" y="3579813"/>
          <p14:tracePt t="108730" x="4130675" y="3367088"/>
          <p14:tracePt t="108739" x="4105275" y="3203575"/>
          <p14:tracePt t="108746" x="4081463" y="3054350"/>
          <p14:tracePt t="108754" x="4081463" y="2952750"/>
          <p14:tracePt t="108762" x="4030663" y="2852738"/>
          <p14:tracePt t="108769" x="4017963" y="2816225"/>
          <p14:tracePt t="108778" x="3979863" y="2752725"/>
          <p14:tracePt t="108785" x="3968750" y="2740025"/>
          <p14:tracePt t="108794" x="3943350" y="2728913"/>
          <p14:tracePt t="108802" x="3930650" y="2716213"/>
          <p14:tracePt t="108810" x="3905250" y="2703513"/>
          <p14:tracePt t="108817" x="3892550" y="2703513"/>
          <p14:tracePt t="108826" x="3879850" y="2678113"/>
          <p14:tracePt t="108833" x="3856038" y="2678113"/>
          <p14:tracePt t="108842" x="3779838" y="2665413"/>
          <p14:tracePt t="108850" x="3717925" y="2652713"/>
          <p14:tracePt t="108858" x="3592513" y="2627313"/>
          <p14:tracePt t="108865" x="3467100" y="2627313"/>
          <p14:tracePt t="108874" x="3292475" y="2627313"/>
          <p14:tracePt t="108882" x="3116263" y="2627313"/>
          <p14:tracePt t="108890" x="2928938" y="2627313"/>
          <p14:tracePt t="108898" x="2754313" y="2627313"/>
          <p14:tracePt t="108906" x="2565400" y="2627313"/>
          <p14:tracePt t="108914" x="2490788" y="2627313"/>
          <p14:tracePt t="108923" x="2428875" y="2627313"/>
          <p14:tracePt t="108930" x="2390775" y="2627313"/>
          <p14:tracePt t="108938" x="2365375" y="2627313"/>
          <p14:tracePt t="108946" x="2339975" y="2627313"/>
          <p14:tracePt t="108953" x="2316163" y="2627313"/>
          <p14:tracePt t="108972" x="2303463" y="2627313"/>
          <p14:tracePt t="108978" x="2290763" y="2627313"/>
          <p14:tracePt t="108986" x="2252663" y="2627313"/>
          <p14:tracePt t="108994" x="2216150" y="2616200"/>
          <p14:tracePt t="109002" x="2178050" y="2590800"/>
          <p14:tracePt t="109010" x="2116138" y="2552700"/>
          <p14:tracePt t="109018" x="2090738" y="2540000"/>
          <p14:tracePt t="109026" x="2052638" y="2503488"/>
          <p14:tracePt t="109034" x="2027238" y="2503488"/>
          <p14:tracePt t="109042" x="2003425" y="2490788"/>
          <p14:tracePt t="109050" x="1965325" y="2490788"/>
          <p14:tracePt t="109058" x="1927225" y="2490788"/>
          <p14:tracePt t="109066" x="1878013" y="2490788"/>
          <p14:tracePt t="109074" x="1827213" y="2490788"/>
          <p14:tracePt t="109082" x="1778000" y="2490788"/>
          <p14:tracePt t="109090" x="1701800" y="2516188"/>
          <p14:tracePt t="109098" x="1665288" y="2527300"/>
          <p14:tracePt t="109106" x="1601788" y="2540000"/>
          <p14:tracePt t="109114" x="1552575" y="2578100"/>
          <p14:tracePt t="109123" x="1476375" y="2603500"/>
          <p14:tracePt t="109130" x="1414463" y="2640013"/>
          <p14:tracePt t="109138" x="1314450" y="2665413"/>
          <p14:tracePt t="109146" x="1214438" y="2716213"/>
          <p14:tracePt t="109154" x="1089025" y="2778125"/>
          <p14:tracePt t="109162" x="950913" y="2828925"/>
          <p14:tracePt t="109170" x="814388" y="2865438"/>
          <p14:tracePt t="109178" x="701675" y="2928938"/>
          <p14:tracePt t="109186" x="650875" y="2965450"/>
          <p14:tracePt t="109194" x="600075" y="2990850"/>
          <p14:tracePt t="109202" x="576263" y="3016250"/>
          <p14:tracePt t="109250" x="914400" y="3003550"/>
          <p14:tracePt t="109258" x="1289050" y="2903538"/>
          <p14:tracePt t="109266" x="1790700" y="2752725"/>
          <p14:tracePt t="109274" x="2265363" y="2627313"/>
          <p14:tracePt t="109282" x="2678113" y="2516188"/>
          <p14:tracePt t="109290" x="3016250" y="2414588"/>
          <p14:tracePt t="109298" x="3254375" y="2365375"/>
          <p14:tracePt t="109307" x="3429000" y="2352675"/>
          <p14:tracePt t="109314" x="3567113" y="2339975"/>
          <p14:tracePt t="109322" x="3667125" y="2339975"/>
          <p14:tracePt t="109330" x="3692525" y="2339975"/>
          <p14:tracePt t="109338" x="3717925" y="2339975"/>
          <p14:tracePt t="109346" x="3717925" y="2352675"/>
          <p14:tracePt t="109354" x="3717925" y="2403475"/>
          <p14:tracePt t="109362" x="3717925" y="2465388"/>
          <p14:tracePt t="109370" x="3705225" y="2590800"/>
          <p14:tracePt t="109378" x="3630613" y="2716213"/>
          <p14:tracePt t="109385" x="3530600" y="2840038"/>
          <p14:tracePt t="109394" x="3417888" y="2952750"/>
          <p14:tracePt t="109402" x="3267075" y="3078163"/>
          <p14:tracePt t="109410" x="3128963" y="3165475"/>
          <p14:tracePt t="109418" x="3003550" y="3216275"/>
          <p14:tracePt t="109426" x="2890838" y="3241675"/>
          <p14:tracePt t="109434" x="2790825" y="3241675"/>
          <p14:tracePt t="109442" x="2703513" y="3241675"/>
          <p14:tracePt t="109450" x="2654300" y="3241675"/>
          <p14:tracePt t="109458" x="2590800" y="3216275"/>
          <p14:tracePt t="109466" x="2541588" y="3141663"/>
          <p14:tracePt t="109474" x="2528888" y="3054350"/>
          <p14:tracePt t="109482" x="2516188" y="2978150"/>
          <p14:tracePt t="109491" x="2516188" y="2890838"/>
          <p14:tracePt t="109498" x="2516188" y="2816225"/>
          <p14:tracePt t="109506" x="2516188" y="2740025"/>
          <p14:tracePt t="109514" x="2516188" y="2703513"/>
          <p14:tracePt t="109522" x="2541588" y="2665413"/>
          <p14:tracePt t="109530" x="2565400" y="2627313"/>
          <p14:tracePt t="109538" x="2590800" y="2590800"/>
          <p14:tracePt t="109546" x="2628900" y="2578100"/>
          <p14:tracePt t="109562" x="2654300" y="2578100"/>
          <p14:tracePt t="109570" x="2667000" y="2578100"/>
          <p14:tracePt t="109586" x="2678113" y="2578100"/>
          <p14:tracePt t="109594" x="2690813" y="2578100"/>
          <p14:tracePt t="109602" x="2716213" y="2590800"/>
          <p14:tracePt t="109610" x="2741613" y="2640013"/>
          <p14:tracePt t="109618" x="2767013" y="2716213"/>
          <p14:tracePt t="109626" x="2778125" y="2778125"/>
          <p14:tracePt t="109634" x="2778125" y="2903538"/>
          <p14:tracePt t="109642" x="2778125" y="3003550"/>
          <p14:tracePt t="109650" x="2778125" y="3103563"/>
          <p14:tracePt t="109658" x="2741613" y="3203575"/>
          <p14:tracePt t="109666" x="2654300" y="3303588"/>
          <p14:tracePt t="109675" x="2565400" y="3390900"/>
          <p14:tracePt t="109682" x="2465388" y="3479800"/>
          <p14:tracePt t="109690" x="2378075" y="3503613"/>
          <p14:tracePt t="109698" x="2290763" y="3516313"/>
          <p14:tracePt t="109706" x="2190750" y="3516313"/>
          <p14:tracePt t="109714" x="2116138" y="3516313"/>
          <p14:tracePt t="109722" x="2039938" y="3490913"/>
          <p14:tracePt t="109730" x="1990725" y="3441700"/>
          <p14:tracePt t="109738" x="1978025" y="3354388"/>
          <p14:tracePt t="109746" x="1965325" y="3241675"/>
          <p14:tracePt t="109754" x="1965325" y="3116263"/>
          <p14:tracePt t="109763" x="1965325" y="3016250"/>
          <p14:tracePt t="109770" x="1990725" y="2878138"/>
          <p14:tracePt t="109778" x="2039938" y="2803525"/>
          <p14:tracePt t="109786" x="2139950" y="2752725"/>
          <p14:tracePt t="109794" x="2239963" y="2716213"/>
          <p14:tracePt t="109802" x="2328863" y="2690813"/>
          <p14:tracePt t="109810" x="2428875" y="2678113"/>
          <p14:tracePt t="109818" x="2516188" y="2678113"/>
          <p14:tracePt t="109826" x="2578100" y="2678113"/>
          <p14:tracePt t="109834" x="2678113" y="2678113"/>
          <p14:tracePt t="109842" x="2767013" y="2678113"/>
          <p14:tracePt t="109850" x="2879725" y="2716213"/>
          <p14:tracePt t="109858" x="2954338" y="2765425"/>
          <p14:tracePt t="109866" x="2992438" y="2803525"/>
          <p14:tracePt t="109875" x="3054350" y="2865438"/>
          <p14:tracePt t="109882" x="3067050" y="2890838"/>
          <p14:tracePt t="109890" x="3067050" y="2952750"/>
          <p14:tracePt t="109898" x="3067050" y="3041650"/>
          <p14:tracePt t="109906" x="3067050" y="3090863"/>
          <p14:tracePt t="109914" x="3067050" y="3154363"/>
          <p14:tracePt t="109922" x="3041650" y="3216275"/>
          <p14:tracePt t="109930" x="2992438" y="3278188"/>
          <p14:tracePt t="109937" x="2954338" y="3303588"/>
          <p14:tracePt t="109946" x="2879725" y="3341688"/>
          <p14:tracePt t="109954" x="2803525" y="3354388"/>
          <p14:tracePt t="109962" x="2690813" y="3354388"/>
          <p14:tracePt t="109970" x="2603500" y="3354388"/>
          <p14:tracePt t="109978" x="2490788" y="3354388"/>
          <p14:tracePt t="109986" x="2316163" y="3290888"/>
          <p14:tracePt t="109994" x="2152650" y="3228975"/>
          <p14:tracePt t="110002" x="2003425" y="3154363"/>
          <p14:tracePt t="110010" x="1865313" y="3054350"/>
          <p14:tracePt t="110018" x="1739900" y="2978150"/>
          <p14:tracePt t="110026" x="1677988" y="2916238"/>
          <p14:tracePt t="110034" x="1627188" y="2865438"/>
          <p14:tracePt t="110042" x="1614488" y="2852738"/>
          <p14:tracePt t="110050" x="1614488" y="2828925"/>
          <p14:tracePt t="110059" x="1614488" y="2816225"/>
          <p14:tracePt t="110066" x="1614488" y="2803525"/>
          <p14:tracePt t="110082" x="1614488" y="2790825"/>
          <p14:tracePt t="110242" x="1527175" y="2790825"/>
          <p14:tracePt t="110250" x="1439863" y="2828925"/>
          <p14:tracePt t="110258" x="1389063" y="2840038"/>
          <p14:tracePt t="110266" x="1352550" y="2840038"/>
          <p14:tracePt t="110273" x="1339850" y="2840038"/>
          <p14:tracePt t="110322" x="1339850" y="2828925"/>
          <p14:tracePt t="110330" x="1589088" y="2703513"/>
          <p14:tracePt t="110338" x="1801813" y="2616200"/>
          <p14:tracePt t="110346" x="2003425" y="2578100"/>
          <p14:tracePt t="110354" x="2265363" y="2540000"/>
          <p14:tracePt t="110362" x="2490788" y="2503488"/>
          <p14:tracePt t="110370" x="2728913" y="2490788"/>
          <p14:tracePt t="110378" x="2916238" y="2490788"/>
          <p14:tracePt t="110386" x="3079750" y="2490788"/>
          <p14:tracePt t="110394" x="3216275" y="2490788"/>
          <p14:tracePt t="110402" x="3279775" y="2490788"/>
          <p14:tracePt t="110410" x="3354388" y="2516188"/>
          <p14:tracePt t="110418" x="3379788" y="2527300"/>
          <p14:tracePt t="110427" x="3392488" y="2565400"/>
          <p14:tracePt t="110434" x="3392488" y="2616200"/>
          <p14:tracePt t="110441" x="3392488" y="2678113"/>
          <p14:tracePt t="110450" x="3392488" y="2728913"/>
          <p14:tracePt t="110457" x="3292475" y="2840038"/>
          <p14:tracePt t="110466" x="3216275" y="2916238"/>
          <p14:tracePt t="110474" x="3128963" y="2978150"/>
          <p14:tracePt t="110482" x="3054350" y="3003550"/>
          <p14:tracePt t="110489" x="2967038" y="3041650"/>
          <p14:tracePt t="110498" x="2890838" y="3054350"/>
          <p14:tracePt t="110505" x="2816225" y="3054350"/>
          <p14:tracePt t="110514" x="2754313" y="3054350"/>
          <p14:tracePt t="110522" x="2716213" y="3054350"/>
          <p14:tracePt t="110530" x="2678113" y="3041650"/>
          <p14:tracePt t="110538" x="2654300" y="3016250"/>
          <p14:tracePt t="110546" x="2641600" y="2978150"/>
          <p14:tracePt t="110554" x="2628900" y="2952750"/>
          <p14:tracePt t="110562" x="2628900" y="2903538"/>
          <p14:tracePt t="110570" x="2603500" y="2865438"/>
          <p14:tracePt t="110578" x="2590800" y="2816225"/>
          <p14:tracePt t="110586" x="2590800" y="2790825"/>
          <p14:tracePt t="110594" x="2590800" y="2778125"/>
          <p14:tracePt t="110611" x="2590800" y="2765425"/>
          <p14:tracePt t="110706" x="2578100" y="2752725"/>
          <p14:tracePt t="110730" x="2554288" y="2752725"/>
          <p14:tracePt t="110738" x="2490788" y="2728913"/>
          <p14:tracePt t="110746" x="2452688" y="2716213"/>
          <p14:tracePt t="110754" x="2328863" y="2690813"/>
          <p14:tracePt t="110762" x="2252663" y="2665413"/>
          <p14:tracePt t="110770" x="2139950" y="2640013"/>
          <p14:tracePt t="110778" x="2027238" y="2603500"/>
          <p14:tracePt t="110786" x="1939925" y="2590800"/>
          <p14:tracePt t="110794" x="1890713" y="2578100"/>
          <p14:tracePt t="110802" x="1814513" y="2565400"/>
          <p14:tracePt t="110811" x="1778000" y="2565400"/>
          <p14:tracePt t="110818" x="1752600" y="2565400"/>
          <p14:tracePt t="110834" x="1739900" y="2565400"/>
          <p14:tracePt t="110866" x="1714500" y="2565400"/>
          <p14:tracePt t="110874" x="1689100" y="2565400"/>
          <p14:tracePt t="110882" x="1665288" y="2565400"/>
          <p14:tracePt t="110890" x="1614488" y="2565400"/>
          <p14:tracePt t="110898" x="1565275" y="2565400"/>
          <p14:tracePt t="110906" x="1527175" y="2565400"/>
          <p14:tracePt t="110914" x="1489075" y="2565400"/>
          <p14:tracePt t="110928" x="1452563" y="2590800"/>
          <p14:tracePt t="110938" x="1414463" y="2590800"/>
          <p14:tracePt t="110970" x="1401763" y="2603500"/>
          <p14:tracePt t="110986" x="1376363" y="2627313"/>
          <p14:tracePt t="110994" x="1363663" y="2640013"/>
          <p14:tracePt t="111010" x="1352550" y="2652713"/>
          <p14:tracePt t="111018" x="1339850" y="2665413"/>
          <p14:tracePt t="111025" x="1314450" y="2690813"/>
          <p14:tracePt t="111034" x="1289050" y="2690813"/>
          <p14:tracePt t="111042" x="1276350" y="2716213"/>
          <p14:tracePt t="111050" x="1252538" y="2728913"/>
          <p14:tracePt t="111058" x="1227138" y="2765425"/>
          <p14:tracePt t="111066" x="1214438" y="2765425"/>
          <p14:tracePt t="111074" x="1189038" y="2778125"/>
          <p14:tracePt t="111082" x="1176338" y="2816225"/>
          <p14:tracePt t="111090" x="1163638" y="2840038"/>
          <p14:tracePt t="111098" x="1139825" y="2852738"/>
          <p14:tracePt t="111106" x="1114425" y="2916238"/>
          <p14:tracePt t="111114" x="1101725" y="2952750"/>
          <p14:tracePt t="111122" x="1101725" y="3016250"/>
          <p14:tracePt t="111130" x="1089025" y="3090863"/>
          <p14:tracePt t="111138" x="1076325" y="3154363"/>
          <p14:tracePt t="111146" x="1076325" y="3241675"/>
          <p14:tracePt t="111154" x="1076325" y="3316288"/>
          <p14:tracePt t="111162" x="1127125" y="3378200"/>
          <p14:tracePt t="111170" x="1163638" y="3416300"/>
          <p14:tracePt t="111179" x="1201738" y="3454400"/>
          <p14:tracePt t="111186" x="1263650" y="3479800"/>
          <p14:tracePt t="111194" x="1314450" y="3490913"/>
          <p14:tracePt t="111202" x="1376363" y="3529013"/>
          <p14:tracePt t="111209" x="1465263" y="3554413"/>
          <p14:tracePt t="111218" x="1577975" y="3567113"/>
          <p14:tracePt t="111225" x="1689100" y="3590925"/>
          <p14:tracePt t="111234" x="1801813" y="3616325"/>
          <p14:tracePt t="111241" x="1927225" y="3667125"/>
          <p14:tracePt t="111250" x="2065338" y="3692525"/>
          <p14:tracePt t="111257" x="2203450" y="3729038"/>
          <p14:tracePt t="111266" x="2339975" y="3741738"/>
          <p14:tracePt t="111274" x="2452688" y="3754438"/>
          <p14:tracePt t="111282" x="2578100" y="3803650"/>
          <p14:tracePt t="111290" x="2716213" y="3841750"/>
          <p14:tracePt t="111298" x="2803525" y="3879850"/>
          <p14:tracePt t="111306" x="2928938" y="3905250"/>
          <p14:tracePt t="111314" x="3003550" y="3941763"/>
          <p14:tracePt t="111322" x="3092450" y="3967163"/>
          <p14:tracePt t="111330" x="3141663" y="4005263"/>
          <p14:tracePt t="111338" x="3205163" y="4029075"/>
          <p14:tracePt t="111346" x="3228975" y="4054475"/>
          <p14:tracePt t="111354" x="3267075" y="4067175"/>
          <p14:tracePt t="111363" x="3292475" y="4067175"/>
          <p14:tracePt t="111370" x="3305175" y="4079875"/>
          <p14:tracePt t="111418" x="3305175" y="4092575"/>
          <p14:tracePt t="111426" x="3305175" y="4105275"/>
          <p14:tracePt t="111434" x="3317875" y="4129088"/>
          <p14:tracePt t="111442" x="3317875" y="4141788"/>
          <p14:tracePt t="111450" x="3317875" y="4179888"/>
          <p14:tracePt t="111458" x="3317875" y="4205288"/>
          <p14:tracePt t="111466" x="3317875" y="4230688"/>
          <p14:tracePt t="111474" x="3317875" y="4254500"/>
          <p14:tracePt t="111482" x="3328988" y="4267200"/>
          <p14:tracePt t="111490" x="3328988" y="4305300"/>
          <p14:tracePt t="111498" x="3328988" y="4318000"/>
          <p14:tracePt t="111506" x="3328988" y="4341813"/>
          <p14:tracePt t="111514" x="3328988" y="4367213"/>
          <p14:tracePt t="111522" x="3328988" y="4379913"/>
          <p14:tracePt t="111530" x="3328988" y="4392613"/>
          <p14:tracePt t="111538" x="3328988" y="4430713"/>
          <p14:tracePt t="111547" x="3328988" y="4443413"/>
          <p14:tracePt t="111562" x="3328988" y="4467225"/>
          <p14:tracePt t="111578" x="3328988" y="4479925"/>
          <p14:tracePt t="111594" x="3328988" y="4518025"/>
          <p14:tracePt t="112762" x="3328988" y="4467225"/>
          <p14:tracePt t="112770" x="3367088" y="4392613"/>
          <p14:tracePt t="112778" x="3405188" y="4354513"/>
          <p14:tracePt t="112786" x="3429000" y="4292600"/>
          <p14:tracePt t="112794" x="3492500" y="4205288"/>
          <p14:tracePt t="112802" x="3517900" y="4092575"/>
          <p14:tracePt t="112810" x="3554413" y="3967163"/>
          <p14:tracePt t="112818" x="3579813" y="3829050"/>
          <p14:tracePt t="112826" x="3605213" y="3716338"/>
          <p14:tracePt t="112834" x="3617913" y="3616325"/>
          <p14:tracePt t="112842" x="3617913" y="3567113"/>
          <p14:tracePt t="112850" x="3630613" y="3516313"/>
          <p14:tracePt t="112858" x="3667125" y="3429000"/>
          <p14:tracePt t="112867" x="3667125" y="3403600"/>
          <p14:tracePt t="112874" x="3679825" y="3341688"/>
          <p14:tracePt t="112882" x="3679825" y="3316288"/>
          <p14:tracePt t="112898" x="3679825" y="3290888"/>
          <p14:tracePt t="115554" x="3867150" y="3254375"/>
          <p14:tracePt t="115562" x="4668838" y="3116263"/>
          <p14:tracePt t="115569" x="5094288" y="3028950"/>
          <p14:tracePt t="115578" x="5657850" y="2990850"/>
          <p14:tracePt t="115585" x="6096000" y="2878138"/>
          <p14:tracePt t="115594" x="6459538" y="2778125"/>
          <p14:tracePt t="115602" x="6672263" y="2716213"/>
          <p14:tracePt t="115610" x="6797675" y="2640013"/>
          <p14:tracePt t="115618" x="6884988" y="2590800"/>
          <p14:tracePt t="115626" x="6910388" y="2565400"/>
          <p14:tracePt t="115634" x="6934200" y="2540000"/>
          <p14:tracePt t="115641" x="6997700" y="2503488"/>
          <p14:tracePt t="115650" x="7021513" y="2478088"/>
          <p14:tracePt t="115658" x="7085013" y="2439988"/>
          <p14:tracePt t="115666" x="7110413" y="2427288"/>
          <p14:tracePt t="115675" x="7172325" y="2365375"/>
          <p14:tracePt t="115682" x="7185025" y="2365375"/>
          <p14:tracePt t="115690" x="7197725" y="2352675"/>
          <p14:tracePt t="115746" x="7210425" y="2352675"/>
          <p14:tracePt t="115754" x="7259638" y="2314575"/>
          <p14:tracePt t="115762" x="7310438" y="2290763"/>
          <p14:tracePt t="115770" x="7372350" y="2239963"/>
          <p14:tracePt t="115778" x="7459663" y="2201863"/>
          <p14:tracePt t="115786" x="7572375" y="2127250"/>
          <p14:tracePt t="115794" x="7661275" y="2065338"/>
          <p14:tracePt t="115802" x="7710488" y="2001838"/>
          <p14:tracePt t="115810" x="7723188" y="1965325"/>
          <p14:tracePt t="115818" x="7735888" y="1927225"/>
          <p14:tracePt t="115826" x="7735888" y="1889125"/>
          <p14:tracePt t="115834" x="7735888" y="1852613"/>
          <p14:tracePt t="115842" x="7735888" y="1839913"/>
          <p14:tracePt t="115850" x="7735888" y="1814513"/>
          <p14:tracePt t="115858" x="7735888" y="1789113"/>
          <p14:tracePt t="115866" x="7735888" y="1776413"/>
          <p14:tracePt t="115874" x="7723188" y="1776413"/>
          <p14:tracePt t="115882" x="7710488" y="1765300"/>
          <p14:tracePt t="115898" x="7697788" y="1765300"/>
          <p14:tracePt t="115906" x="7685088" y="1765300"/>
          <p14:tracePt t="115914" x="7673975" y="1765300"/>
          <p14:tracePt t="115922" x="7648575" y="1765300"/>
          <p14:tracePt t="115930" x="7635875" y="1789113"/>
          <p14:tracePt t="115938" x="7623175" y="1814513"/>
          <p14:tracePt t="115946" x="7623175" y="1865313"/>
          <p14:tracePt t="115954" x="7623175" y="1901825"/>
          <p14:tracePt t="115962" x="7597775" y="1952625"/>
          <p14:tracePt t="115970" x="7597775" y="1965325"/>
          <p14:tracePt t="115978" x="7597775" y="1989138"/>
          <p14:tracePt t="115986" x="7597775" y="2027238"/>
          <p14:tracePt t="115994" x="7597775" y="2052638"/>
          <p14:tracePt t="116002" x="7610475" y="2089150"/>
          <p14:tracePt t="116010" x="7685088" y="2139950"/>
          <p14:tracePt t="116018" x="7785100" y="2190750"/>
          <p14:tracePt t="116026" x="7823200" y="2239963"/>
          <p14:tracePt t="116034" x="7897813" y="2278063"/>
          <p14:tracePt t="116042" x="7948613" y="2290763"/>
          <p14:tracePt t="116050" x="8023225" y="2314575"/>
          <p14:tracePt t="116059" x="8061325" y="2314575"/>
          <p14:tracePt t="116114" x="8074025" y="2314575"/>
          <p14:tracePt t="116122" x="8074025" y="2290763"/>
          <p14:tracePt t="116130" x="8061325" y="2265363"/>
          <p14:tracePt t="116138" x="8048625" y="2252663"/>
          <p14:tracePt t="116146" x="8048625" y="2227263"/>
          <p14:tracePt t="116154" x="8035925" y="2214563"/>
          <p14:tracePt t="116162" x="8023225" y="2201863"/>
          <p14:tracePt t="116178" x="8010525" y="2190750"/>
          <p14:tracePt t="116218" x="7986713" y="2190750"/>
          <p14:tracePt t="116314" x="7974013" y="2190750"/>
          <p14:tracePt t="116346" x="7948613" y="2190750"/>
          <p14:tracePt t="116370" x="7935913" y="2178050"/>
          <p14:tracePt t="116386" x="7910513" y="2178050"/>
          <p14:tracePt t="116394" x="7897813" y="2165350"/>
          <p14:tracePt t="116409" x="7874000" y="2152650"/>
          <p14:tracePt t="116418" x="7848600" y="2152650"/>
          <p14:tracePt t="116426" x="7810500" y="2139950"/>
          <p14:tracePt t="116434" x="7773988" y="2127250"/>
          <p14:tracePt t="116441" x="7748588" y="2114550"/>
          <p14:tracePt t="116450" x="7723188" y="2114550"/>
          <p14:tracePt t="116458" x="7685088" y="2114550"/>
          <p14:tracePt t="116466" x="7648575" y="2101850"/>
          <p14:tracePt t="116473" x="7610475" y="2101850"/>
          <p14:tracePt t="116482" x="7585075" y="2101850"/>
          <p14:tracePt t="116489" x="7585075" y="2089150"/>
          <p14:tracePt t="116499" x="7561263" y="2089150"/>
          <p14:tracePt t="116506" x="7548563" y="2089150"/>
          <p14:tracePt t="116514" x="7535863" y="2089150"/>
          <p14:tracePt t="116530" x="7523163" y="2089150"/>
          <p14:tracePt t="116538" x="7510463" y="2089150"/>
          <p14:tracePt t="116546" x="7497763" y="2089150"/>
          <p14:tracePt t="116554" x="7459663" y="2089150"/>
          <p14:tracePt t="116562" x="7423150" y="2089150"/>
          <p14:tracePt t="116570" x="7397750" y="2114550"/>
          <p14:tracePt t="116578" x="7385050" y="2114550"/>
          <p14:tracePt t="116594" x="7372350" y="2114550"/>
          <p14:tracePt t="116602" x="7359650" y="2114550"/>
          <p14:tracePt t="116611" x="7348538" y="2114550"/>
          <p14:tracePt t="116626" x="7323138" y="2127250"/>
          <p14:tracePt t="117025" x="7359650" y="2127250"/>
          <p14:tracePt t="117034" x="7372350" y="2127250"/>
          <p14:tracePt t="117041" x="7385050" y="2127250"/>
          <p14:tracePt t="117089" x="7397750" y="2127250"/>
          <p14:tracePt t="117098" x="7410450" y="2127250"/>
          <p14:tracePt t="117114" x="7423150" y="2127250"/>
          <p14:tracePt t="117130" x="7448550" y="2127250"/>
          <p14:tracePt t="117138" x="7459663" y="2127250"/>
          <p14:tracePt t="117146" x="7459663" y="2201863"/>
          <p14:tracePt t="117154" x="7459663" y="2278063"/>
          <p14:tracePt t="117162" x="7459663" y="2365375"/>
          <p14:tracePt t="117170" x="7459663" y="2465388"/>
          <p14:tracePt t="117179" x="7459663" y="2540000"/>
          <p14:tracePt t="117186" x="7459663" y="2640013"/>
          <p14:tracePt t="117193" x="7459663" y="2703513"/>
          <p14:tracePt t="117202" x="7448550" y="2752725"/>
          <p14:tracePt t="117209" x="7435850" y="2778125"/>
          <p14:tracePt t="117354" x="7435850" y="2765425"/>
          <p14:tracePt t="117370" x="7448550" y="2752725"/>
          <p14:tracePt t="117386" x="7459663" y="2728913"/>
          <p14:tracePt t="117698" x="7459663" y="2716213"/>
          <p14:tracePt t="117706" x="7385050" y="2678113"/>
          <p14:tracePt t="117714" x="7348538" y="2665413"/>
          <p14:tracePt t="117722" x="7335838" y="2665413"/>
          <p14:tracePt t="117730" x="7297738" y="2665413"/>
          <p14:tracePt t="117738" x="7272338" y="2652713"/>
          <p14:tracePt t="117747" x="7235825" y="2616200"/>
          <p14:tracePt t="117754" x="7210425" y="2565400"/>
          <p14:tracePt t="117762" x="7146925" y="2490788"/>
          <p14:tracePt t="117770" x="7059613" y="2378075"/>
          <p14:tracePt t="117778" x="7010400" y="2303463"/>
          <p14:tracePt t="117786" x="6985000" y="2239963"/>
          <p14:tracePt t="117794" x="6985000" y="2201863"/>
          <p14:tracePt t="117802" x="6972300" y="2190750"/>
          <p14:tracePt t="117809" x="6972300" y="2165350"/>
          <p14:tracePt t="117818" x="6959600" y="2139950"/>
          <p14:tracePt t="117826" x="6959600" y="2127250"/>
          <p14:tracePt t="117834" x="6959600" y="2114550"/>
          <p14:tracePt t="117842" x="6946900" y="2101850"/>
          <p14:tracePt t="117850" x="6934200" y="2101850"/>
          <p14:tracePt t="117858" x="6934200" y="2089150"/>
          <p14:tracePt t="117866" x="6934200" y="2078038"/>
          <p14:tracePt t="117874" x="6934200" y="2065338"/>
          <p14:tracePt t="117882" x="6934200" y="2052638"/>
          <p14:tracePt t="117898" x="6934200" y="2039938"/>
          <p14:tracePt t="117914" x="6921500" y="2027238"/>
          <p14:tracePt t="117938" x="6897688" y="2001838"/>
          <p14:tracePt t="117954" x="6884988" y="1989138"/>
          <p14:tracePt t="117962" x="6872288" y="1989138"/>
          <p14:tracePt t="117970" x="6846888" y="1965325"/>
          <p14:tracePt t="117986" x="6821488" y="1952625"/>
          <p14:tracePt t="118010" x="6808788" y="1939925"/>
          <p14:tracePt t="118018" x="6759575" y="1914525"/>
          <p14:tracePt t="118026" x="6734175" y="1914525"/>
          <p14:tracePt t="118034" x="6684963" y="1901825"/>
          <p14:tracePt t="118042" x="6672263" y="1889125"/>
          <p14:tracePt t="118050" x="6646863" y="1876425"/>
          <p14:tracePt t="118098" x="6634163" y="1876425"/>
          <p14:tracePt t="118274" x="6634163" y="1889125"/>
          <p14:tracePt t="118281" x="6634163" y="1901825"/>
          <p14:tracePt t="118290" x="6646863" y="1927225"/>
          <p14:tracePt t="118298" x="6684963" y="1927225"/>
          <p14:tracePt t="118306" x="6708775" y="1952625"/>
          <p14:tracePt t="118314" x="6721475" y="1952625"/>
          <p14:tracePt t="118322" x="6746875" y="1965325"/>
          <p14:tracePt t="118338" x="6759575" y="1978025"/>
          <p14:tracePt t="118345" x="6759575" y="1989138"/>
          <p14:tracePt t="118641" x="6734175" y="1978025"/>
          <p14:tracePt t="118650" x="6721475" y="1978025"/>
          <p14:tracePt t="118657" x="6696075" y="1978025"/>
          <p14:tracePt t="118665" x="6672263" y="1978025"/>
          <p14:tracePt t="118673" x="6634163" y="1965325"/>
          <p14:tracePt t="118681" x="6634163" y="1952625"/>
          <p14:tracePt t="118689" x="6608763" y="1939925"/>
          <p14:tracePt t="118697" x="6608763" y="1927225"/>
          <p14:tracePt t="118706" x="6584950" y="1927225"/>
          <p14:tracePt t="118713" x="6559550" y="1914525"/>
          <p14:tracePt t="118721" x="6546850" y="1901825"/>
          <p14:tracePt t="118762" x="6534150" y="1901825"/>
          <p14:tracePt t="118770" x="6483350" y="1901825"/>
          <p14:tracePt t="118778" x="6472238" y="1901825"/>
          <p14:tracePt t="118786" x="6434138" y="1901825"/>
          <p14:tracePt t="118794" x="6421438" y="1901825"/>
          <p14:tracePt t="118802" x="6396038" y="1901825"/>
          <p14:tracePt t="118809" x="6383338" y="1901825"/>
          <p14:tracePt t="118817" x="6370638" y="1901825"/>
          <p14:tracePt t="118834" x="6359525" y="1901825"/>
          <p14:tracePt t="118850" x="6346825" y="1901825"/>
          <p14:tracePt t="118914" x="6334125" y="1901825"/>
          <p14:tracePt t="119098" x="6334125" y="1889125"/>
          <p14:tracePt t="119122" x="6346825" y="1889125"/>
          <p14:tracePt t="119138" x="6370638" y="1889125"/>
          <p14:tracePt t="119154" x="6383338" y="1889125"/>
          <p14:tracePt t="119162" x="6421438" y="1876425"/>
          <p14:tracePt t="119186" x="6446838" y="1876425"/>
          <p14:tracePt t="119194" x="6459538" y="1876425"/>
          <p14:tracePt t="119226" x="6472238" y="1876425"/>
          <p14:tracePt t="119233" x="6483350" y="1876425"/>
          <p14:tracePt t="119242" x="6496050" y="1876425"/>
          <p14:tracePt t="119250" x="6508750" y="1876425"/>
          <p14:tracePt t="119258" x="6521450" y="1876425"/>
          <p14:tracePt t="119265" x="6534150" y="1876425"/>
          <p14:tracePt t="119330" x="6546850" y="1876425"/>
          <p14:tracePt t="119362" x="6546850" y="1889125"/>
          <p14:tracePt t="119370" x="6534150" y="1914525"/>
          <p14:tracePt t="119386" x="6521450" y="1914525"/>
          <p14:tracePt t="119394" x="6508750" y="1914525"/>
          <p14:tracePt t="119402" x="6483350" y="1901825"/>
          <p14:tracePt t="119410" x="6459538" y="1889125"/>
          <p14:tracePt t="119418" x="6434138" y="1865313"/>
          <p14:tracePt t="119426" x="6408738" y="1852613"/>
          <p14:tracePt t="119435" x="6396038" y="1839913"/>
          <p14:tracePt t="119442" x="6396038" y="1827213"/>
          <p14:tracePt t="119602" x="6396038" y="1839913"/>
          <p14:tracePt t="119610" x="6396038" y="1852613"/>
          <p14:tracePt t="119626" x="6396038" y="1865313"/>
          <p14:tracePt t="119674" x="6396038" y="1876425"/>
          <p14:tracePt t="119706" x="6396038" y="1889125"/>
          <p14:tracePt t="119802" x="6408738" y="1889125"/>
          <p14:tracePt t="119818" x="6421438" y="1889125"/>
          <p14:tracePt t="119866" x="6434138" y="1889125"/>
          <p14:tracePt t="119890" x="6446838" y="1889125"/>
          <p14:tracePt t="119898" x="6459538" y="1889125"/>
          <p14:tracePt t="120314" x="6472238" y="1889125"/>
          <p14:tracePt t="120321" x="6496050" y="1889125"/>
          <p14:tracePt t="120329" x="6508750" y="1901825"/>
          <p14:tracePt t="120345" x="6521450" y="1914525"/>
          <p14:tracePt t="120353" x="6546850" y="1914525"/>
          <p14:tracePt t="120378" x="6559550" y="1914525"/>
          <p14:tracePt t="120410" x="6572250" y="1914525"/>
          <p14:tracePt t="120450" x="6584950" y="1914525"/>
          <p14:tracePt t="120498" x="6608763" y="1914525"/>
          <p14:tracePt t="120506" x="6621463" y="1914525"/>
          <p14:tracePt t="120514" x="6634163" y="1914525"/>
          <p14:tracePt t="120522" x="6646863" y="1914525"/>
          <p14:tracePt t="120537" x="6659563" y="1914525"/>
          <p14:tracePt t="120586" x="6672263" y="1914525"/>
          <p14:tracePt t="120601" x="6696075" y="1914525"/>
          <p14:tracePt t="120610" x="6734175" y="1914525"/>
          <p14:tracePt t="120618" x="6746875" y="1914525"/>
          <p14:tracePt t="120626" x="6784975" y="1914525"/>
          <p14:tracePt t="120633" x="6797675" y="1914525"/>
          <p14:tracePt t="120642" x="6821488" y="1889125"/>
          <p14:tracePt t="120658" x="6834188" y="1889125"/>
          <p14:tracePt t="120682" x="6859588" y="1889125"/>
          <p14:tracePt t="120746" x="6872288" y="1889125"/>
          <p14:tracePt t="120762" x="6897688" y="1889125"/>
          <p14:tracePt t="120778" x="6921500" y="1889125"/>
          <p14:tracePt t="120786" x="6946900" y="1889125"/>
          <p14:tracePt t="120802" x="6972300" y="1889125"/>
          <p14:tracePt t="120810" x="7010400" y="1889125"/>
          <p14:tracePt t="120818" x="7021513" y="1889125"/>
          <p14:tracePt t="120826" x="7034213" y="1889125"/>
          <p14:tracePt t="120833" x="7046913" y="1889125"/>
          <p14:tracePt t="120842" x="7059613" y="1889125"/>
          <p14:tracePt t="120858" x="7072313" y="1889125"/>
          <p14:tracePt t="120866" x="7085013" y="1889125"/>
          <p14:tracePt t="120874" x="7097713" y="1889125"/>
          <p14:tracePt t="120890" x="7110413" y="1889125"/>
          <p14:tracePt t="120898" x="7123113" y="1889125"/>
          <p14:tracePt t="120906" x="7134225" y="1889125"/>
          <p14:tracePt t="120914" x="7146925" y="1889125"/>
          <p14:tracePt t="120923" x="7159625" y="1889125"/>
          <p14:tracePt t="120930" x="7172325" y="1889125"/>
          <p14:tracePt t="120954" x="7185025" y="1889125"/>
          <p14:tracePt t="120994" x="7197725" y="1889125"/>
          <p14:tracePt t="121010" x="7210425" y="1889125"/>
          <p14:tracePt t="121122" x="7223125" y="1889125"/>
          <p14:tracePt t="121298" x="7259638" y="1889125"/>
          <p14:tracePt t="121306" x="7272338" y="1889125"/>
          <p14:tracePt t="121314" x="7285038" y="1889125"/>
          <p14:tracePt t="121354" x="7297738" y="1889125"/>
          <p14:tracePt t="121362" x="7335838" y="1876425"/>
          <p14:tracePt t="121378" x="7348538" y="1876425"/>
          <p14:tracePt t="121386" x="7359650" y="1876425"/>
          <p14:tracePt t="121394" x="7372350" y="1876425"/>
          <p14:tracePt t="121410" x="7397750" y="1865313"/>
          <p14:tracePt t="121417" x="7435850" y="1865313"/>
          <p14:tracePt t="121426" x="7459663" y="1865313"/>
          <p14:tracePt t="121434" x="7510463" y="1865313"/>
          <p14:tracePt t="121442" x="7585075" y="1865313"/>
          <p14:tracePt t="121449" x="7635875" y="1865313"/>
          <p14:tracePt t="121458" x="7723188" y="1865313"/>
          <p14:tracePt t="121466" x="7773988" y="1865313"/>
          <p14:tracePt t="121474" x="7797800" y="1889125"/>
          <p14:tracePt t="121482" x="7823200" y="1889125"/>
          <p14:tracePt t="121491" x="7835900" y="1889125"/>
          <p14:tracePt t="121498" x="7848600" y="1889125"/>
          <p14:tracePt t="121562" x="7861300" y="1889125"/>
          <p14:tracePt t="121578" x="7874000" y="1889125"/>
          <p14:tracePt t="121594" x="7886700" y="1889125"/>
          <p14:tracePt t="121601" x="7910513" y="1889125"/>
          <p14:tracePt t="121610" x="7923213" y="1889125"/>
          <p14:tracePt t="121618" x="7935913" y="1889125"/>
          <p14:tracePt t="121626" x="7961313" y="1889125"/>
          <p14:tracePt t="121634" x="7999413" y="1889125"/>
          <p14:tracePt t="121642" x="8048625" y="1889125"/>
          <p14:tracePt t="121650" x="8086725" y="1889125"/>
          <p14:tracePt t="121658" x="8123238" y="1889125"/>
          <p14:tracePt t="121666" x="8148638" y="1889125"/>
          <p14:tracePt t="121675" x="8186738" y="1889125"/>
          <p14:tracePt t="121681" x="8223250" y="1889125"/>
          <p14:tracePt t="121689" x="8261350" y="1889125"/>
          <p14:tracePt t="121697" x="8286750" y="1889125"/>
          <p14:tracePt t="121705" x="8312150" y="1889125"/>
          <p14:tracePt t="121714" x="8335963" y="1889125"/>
          <p14:tracePt t="121721" x="8348663" y="1889125"/>
          <p14:tracePt t="121730" x="8361363" y="1889125"/>
          <p14:tracePt t="121746" x="8374063" y="1889125"/>
          <p14:tracePt t="121753" x="8399463" y="1889125"/>
          <p14:tracePt t="121786" x="8412163" y="1889125"/>
          <p14:tracePt t="121794" x="8424863" y="1889125"/>
          <p14:tracePt t="121810" x="8448675" y="1889125"/>
          <p14:tracePt t="121826" x="8474075" y="1889125"/>
          <p14:tracePt t="121833" x="8486775" y="1889125"/>
          <p14:tracePt t="121842" x="8512175" y="1889125"/>
          <p14:tracePt t="121849" x="8548688" y="1889125"/>
          <p14:tracePt t="121859" x="8586788" y="1889125"/>
          <p14:tracePt t="121865" x="8624888" y="1889125"/>
          <p14:tracePt t="121873" x="8650288" y="1889125"/>
          <p14:tracePt t="121881" x="8661400" y="1889125"/>
          <p14:tracePt t="121889" x="8686800" y="1889125"/>
          <p14:tracePt t="121897" x="8699500" y="1889125"/>
          <p14:tracePt t="121986" x="8712200" y="1889125"/>
          <p14:tracePt t="121994" x="8724900" y="1889125"/>
          <p14:tracePt t="122001" x="8750300" y="1889125"/>
          <p14:tracePt t="122009" x="8763000" y="1889125"/>
          <p14:tracePt t="122017" x="8786813" y="1876425"/>
          <p14:tracePt t="122114" x="8799513" y="1876425"/>
          <p14:tracePt t="122186" x="8812213" y="1876425"/>
          <p14:tracePt t="122193" x="8850313" y="1876425"/>
          <p14:tracePt t="122202" x="8863013" y="1876425"/>
          <p14:tracePt t="122210" x="8886825" y="1876425"/>
          <p14:tracePt t="122217" x="8899525" y="1876425"/>
          <p14:tracePt t="122330" x="8912225" y="1876425"/>
          <p14:tracePt t="122337" x="8924925" y="1876425"/>
          <p14:tracePt t="122346" x="8950325" y="1876425"/>
          <p14:tracePt t="122354" x="8975725" y="1876425"/>
          <p14:tracePt t="122362" x="8986838" y="1876425"/>
          <p14:tracePt t="122378" x="8999538" y="1876425"/>
          <p14:tracePt t="122386" x="9012238" y="1876425"/>
          <p14:tracePt t="122577" x="9024938" y="1876425"/>
          <p14:tracePt t="122602" x="9050338" y="1876425"/>
          <p14:tracePt t="122610" x="9063038" y="1876425"/>
          <p14:tracePt t="122618" x="9088438" y="1865313"/>
          <p14:tracePt t="122634" x="9099550" y="1852613"/>
          <p14:tracePt t="122906" x="9112250" y="1852613"/>
          <p14:tracePt t="123386" x="9199563" y="1852613"/>
          <p14:tracePt t="123393" x="9312275" y="1876425"/>
          <p14:tracePt t="123402" x="9388475" y="1889125"/>
          <p14:tracePt t="123410" x="9463088" y="1914525"/>
          <p14:tracePt t="123418" x="9563100" y="1914525"/>
          <p14:tracePt t="123425" x="9613900" y="1914525"/>
          <p14:tracePt t="123434" x="9650413" y="1914525"/>
          <p14:tracePt t="123657" x="9650413" y="1901825"/>
          <p14:tracePt t="123666" x="9650413" y="1889125"/>
          <p14:tracePt t="123681" x="9650413" y="1876425"/>
          <p14:tracePt t="123690" x="9637713" y="1852613"/>
          <p14:tracePt t="123714" x="9626600" y="1852613"/>
          <p14:tracePt t="123745" x="9613900" y="1852613"/>
          <p14:tracePt t="123849" x="9613900" y="1876425"/>
          <p14:tracePt t="123865" x="9613900" y="1889125"/>
          <p14:tracePt t="123881" x="9613900" y="1901825"/>
          <p14:tracePt t="123905" x="9626600" y="1914525"/>
          <p14:tracePt t="123913" x="9637713" y="1914525"/>
          <p14:tracePt t="123994" x="9650413" y="1914525"/>
          <p14:tracePt t="124002" x="9663113" y="1914525"/>
          <p14:tracePt t="124010" x="9675813" y="1914525"/>
          <p14:tracePt t="124025" x="9701213" y="1901825"/>
          <p14:tracePt t="124034" x="9701213" y="1889125"/>
          <p14:tracePt t="124090" x="9713913" y="1889125"/>
          <p14:tracePt t="124210" x="9726613" y="1889125"/>
          <p14:tracePt t="124290" x="9739313" y="1889125"/>
          <p14:tracePt t="124498" x="9750425" y="1876425"/>
          <p14:tracePt t="124546" x="9763125" y="1876425"/>
          <p14:tracePt t="124578" x="9775825" y="1876425"/>
          <p14:tracePt t="124610" x="9813925" y="1876425"/>
          <p14:tracePt t="124618" x="9826625" y="1876425"/>
          <p14:tracePt t="124626" x="9863138" y="1876425"/>
          <p14:tracePt t="124634" x="9888538" y="1876425"/>
          <p14:tracePt t="124641" x="9913938" y="1876425"/>
          <p14:tracePt t="124650" x="9952038" y="1876425"/>
          <p14:tracePt t="124657" x="9988550" y="1876425"/>
          <p14:tracePt t="124666" x="10026650" y="1876425"/>
          <p14:tracePt t="124674" x="10052050" y="1876425"/>
          <p14:tracePt t="124681" x="10088563" y="1876425"/>
          <p14:tracePt t="124689" x="10101263" y="1876425"/>
          <p14:tracePt t="124946" x="10113963" y="1876425"/>
          <p14:tracePt t="124986" x="10139363" y="1865313"/>
          <p14:tracePt t="124993" x="10177463" y="1865313"/>
          <p14:tracePt t="125002" x="10201275" y="1865313"/>
          <p14:tracePt t="125010" x="10239375" y="1852613"/>
          <p14:tracePt t="125018" x="10264775" y="1852613"/>
          <p14:tracePt t="125089" x="10277475" y="1852613"/>
          <p14:tracePt t="125106" x="10288588" y="1839913"/>
          <p14:tracePt t="125129" x="10301288" y="1827213"/>
          <p14:tracePt t="125138" x="10326688" y="1814513"/>
          <p14:tracePt t="125145" x="10339388" y="1801813"/>
          <p14:tracePt t="125153" x="10352088" y="1789113"/>
          <p14:tracePt t="125161" x="10352088" y="1776413"/>
          <p14:tracePt t="125170" x="10352088" y="1765300"/>
          <p14:tracePt t="125177" x="10377488" y="1714500"/>
          <p14:tracePt t="125193" x="10377488" y="1689100"/>
          <p14:tracePt t="125202" x="10377488" y="1663700"/>
          <p14:tracePt t="125209" x="10377488" y="1639888"/>
          <p14:tracePt t="125225" x="10377488" y="1627188"/>
          <p14:tracePt t="125234" x="10377488" y="1614488"/>
          <p14:tracePt t="125361" x="10390188" y="1614488"/>
          <p14:tracePt t="125369" x="10390188" y="1652588"/>
          <p14:tracePt t="125378" x="10390188" y="1676400"/>
          <p14:tracePt t="125385" x="10390188" y="1689100"/>
          <p14:tracePt t="125393" x="10401300" y="1714500"/>
          <p14:tracePt t="125401" x="10401300" y="1727200"/>
          <p14:tracePt t="125410" x="10401300" y="1739900"/>
          <p14:tracePt t="125418" x="10401300" y="1765300"/>
          <p14:tracePt t="125425" x="10401300" y="1776413"/>
          <p14:tracePt t="125433" x="10401300" y="1801813"/>
          <p14:tracePt t="125442" x="10401300" y="1814513"/>
          <p14:tracePt t="125458" x="10401300" y="1839913"/>
          <p14:tracePt t="125474" x="10401300" y="1852613"/>
          <p14:tracePt t="125497" x="10401300" y="1876425"/>
          <p14:tracePt t="125514" x="10401300" y="1889125"/>
          <p14:tracePt t="125874" x="10401300" y="1914525"/>
          <p14:tracePt t="125881" x="10401300" y="1927225"/>
          <p14:tracePt t="126017" x="10414000" y="1927225"/>
          <p14:tracePt t="126026" x="10426700" y="1927225"/>
          <p14:tracePt t="126034" x="10439400" y="1927225"/>
          <p14:tracePt t="126041" x="10464800" y="1927225"/>
          <p14:tracePt t="126049" x="10502900" y="1927225"/>
          <p14:tracePt t="126058" x="10526713" y="1927225"/>
          <p14:tracePt t="126065" x="10602913" y="1927225"/>
          <p14:tracePt t="126074" x="10677525" y="1914525"/>
          <p14:tracePt t="126081" x="10739438" y="1914525"/>
          <p14:tracePt t="126089" x="10815638" y="1914525"/>
          <p14:tracePt t="126097" x="10864850" y="1901825"/>
          <p14:tracePt t="126106" x="10902950" y="1901825"/>
          <p14:tracePt t="126113" x="10928350" y="1901825"/>
          <p14:tracePt t="126121" x="10939463" y="1901825"/>
          <p14:tracePt t="126129" x="10952163" y="1901825"/>
          <p14:tracePt t="126369" x="10964863" y="1914525"/>
          <p14:tracePt t="126394" x="10977563" y="1927225"/>
          <p14:tracePt t="126410" x="10990263" y="1927225"/>
          <p14:tracePt t="126418" x="11002963" y="1927225"/>
          <p14:tracePt t="126426" x="11028363" y="1927225"/>
          <p14:tracePt t="126433" x="11064875" y="1939925"/>
          <p14:tracePt t="126442" x="11077575" y="1939925"/>
          <p14:tracePt t="126449" x="11102975" y="1939925"/>
          <p14:tracePt t="126458" x="11141075" y="1939925"/>
          <p14:tracePt t="126465" x="11164888" y="1939925"/>
          <p14:tracePt t="126473" x="11190288" y="1939925"/>
          <p14:tracePt t="126481" x="11215688" y="1939925"/>
          <p14:tracePt t="126489" x="11241088" y="1939925"/>
          <p14:tracePt t="126498" x="11253788" y="1939925"/>
          <p14:tracePt t="126505" x="11266488" y="1939925"/>
          <p14:tracePt t="126513" x="11277600" y="1939925"/>
          <p14:tracePt t="126554" x="11303000" y="1939925"/>
          <p14:tracePt t="126578" x="11328400" y="1927225"/>
          <p14:tracePt t="126609" x="11341100" y="1914525"/>
          <p14:tracePt t="126665" x="11353800" y="1901825"/>
          <p14:tracePt t="126690" x="11366500" y="1901825"/>
          <p14:tracePt t="126697" x="11390313" y="1901825"/>
          <p14:tracePt t="126706" x="11390313" y="1889125"/>
          <p14:tracePt t="126714" x="11415713" y="1876425"/>
          <p14:tracePt t="126729" x="11428413" y="1876425"/>
          <p14:tracePt t="126739" x="11441113" y="1876425"/>
          <p14:tracePt t="126745" x="11453813" y="1876425"/>
          <p14:tracePt t="126753" x="11466513" y="1876425"/>
          <p14:tracePt t="126785" x="11479213" y="1865313"/>
          <p14:tracePt t="126794" x="11490325" y="1865313"/>
          <p14:tracePt t="126801" x="11503025" y="1865313"/>
          <p14:tracePt t="126810" x="11541125" y="1865313"/>
          <p14:tracePt t="126817" x="11566525" y="1865313"/>
          <p14:tracePt t="126826" x="11591925" y="1865313"/>
          <p14:tracePt t="126833" x="11603038" y="1865313"/>
          <p14:tracePt t="126841" x="11615738" y="1865313"/>
          <p14:tracePt t="126849" x="11628438" y="1865313"/>
          <p14:tracePt t="126898" x="11641138" y="1865313"/>
          <p14:tracePt t="126914" x="11653838" y="1865313"/>
          <p14:tracePt t="126922" x="11679238" y="1865313"/>
          <p14:tracePt t="126946" x="11691938" y="1865313"/>
          <p14:tracePt t="127009" x="11703050" y="1865313"/>
          <p14:tracePt t="127057" x="11715750" y="1865313"/>
          <p14:tracePt t="127066" x="11728450" y="1865313"/>
          <p14:tracePt t="127074" x="11741150" y="1865313"/>
          <p14:tracePt t="127097" x="11753850" y="1865313"/>
          <p14:tracePt t="127113" x="11766550" y="1852613"/>
          <p14:tracePt t="127129" x="11779250" y="1852613"/>
          <p14:tracePt t="127354" x="11791950" y="1852613"/>
          <p14:tracePt t="127361" x="11804650" y="1839913"/>
          <p14:tracePt t="127369" x="11828463" y="1827213"/>
          <p14:tracePt t="127378" x="11853863" y="1814513"/>
          <p14:tracePt t="127385" x="11879263" y="1789113"/>
          <p14:tracePt t="127394" x="11891963" y="1776413"/>
          <p14:tracePt t="127409" x="11904663" y="1776413"/>
          <p14:tracePt t="127426" x="11904663" y="1765300"/>
          <p14:tracePt t="127674" x="11904663" y="1752600"/>
          <p14:tracePt t="127681" x="11766550" y="1765300"/>
          <p14:tracePt t="127690" x="11628438" y="1801813"/>
          <p14:tracePt t="127698" x="11479213" y="1827213"/>
          <p14:tracePt t="127705" x="11290300" y="1839913"/>
          <p14:tracePt t="127713" x="11102975" y="1852613"/>
          <p14:tracePt t="127721" x="10839450" y="1901825"/>
          <p14:tracePt t="127730" x="10514013" y="1939925"/>
          <p14:tracePt t="127737" x="10026650" y="2001838"/>
          <p14:tracePt t="127746" x="9713913" y="2027238"/>
          <p14:tracePt t="127753" x="9437688" y="2027238"/>
          <p14:tracePt t="127762" x="9024938" y="2052638"/>
          <p14:tracePt t="127769" x="8612188" y="2052638"/>
          <p14:tracePt t="127777" x="8312150" y="2052638"/>
          <p14:tracePt t="127785" x="8148638" y="2052638"/>
          <p14:tracePt t="127793" x="8023225" y="2052638"/>
          <p14:tracePt t="127801" x="7961313" y="2052638"/>
          <p14:tracePt t="127809" x="7874000" y="2052638"/>
          <p14:tracePt t="127817" x="7810500" y="2052638"/>
          <p14:tracePt t="127826" x="7748588" y="2052638"/>
          <p14:tracePt t="127833" x="7697788" y="2052638"/>
          <p14:tracePt t="127842" x="7635875" y="2052638"/>
          <p14:tracePt t="127850" x="7523163" y="2052638"/>
          <p14:tracePt t="127858" x="7397750" y="2052638"/>
          <p14:tracePt t="127865" x="7285038" y="2052638"/>
          <p14:tracePt t="127873" x="7134225" y="2078038"/>
          <p14:tracePt t="127881" x="7010400" y="2089150"/>
          <p14:tracePt t="127889" x="6884988" y="2101850"/>
          <p14:tracePt t="127897" x="6784975" y="2101850"/>
          <p14:tracePt t="127905" x="6684963" y="2101850"/>
          <p14:tracePt t="127925" x="6521450" y="2078038"/>
          <p14:tracePt t="127930" x="6421438" y="2065338"/>
          <p14:tracePt t="127937" x="6334125" y="2039938"/>
          <p14:tracePt t="127946" x="6234113" y="2014538"/>
          <p14:tracePt t="127953" x="6157913" y="2014538"/>
          <p14:tracePt t="127961" x="6108700" y="2014538"/>
          <p14:tracePt t="127969" x="6083300" y="2014538"/>
          <p14:tracePt t="127978" x="6070600" y="2014538"/>
          <p14:tracePt t="128018" x="6070600" y="2001838"/>
          <p14:tracePt t="128025" x="6083300" y="2001838"/>
          <p14:tracePt t="128033" x="6108700" y="1989138"/>
          <p14:tracePt t="128042" x="6121400" y="1989138"/>
          <p14:tracePt t="128049" x="6146800" y="1989138"/>
          <p14:tracePt t="128058" x="6146800" y="1978025"/>
          <p14:tracePt t="128074" x="6157913" y="1978025"/>
          <p14:tracePt t="128081" x="6170613" y="1978025"/>
          <p14:tracePt t="128089" x="6183313" y="1978025"/>
          <p14:tracePt t="128097" x="6196013" y="1978025"/>
          <p14:tracePt t="128105" x="6208713" y="1978025"/>
          <p14:tracePt t="128114" x="6221413" y="1978025"/>
          <p14:tracePt t="128130" x="6246813" y="1978025"/>
          <p14:tracePt t="128146" x="6259513" y="1978025"/>
          <p14:tracePt t="128153" x="6270625" y="1989138"/>
          <p14:tracePt t="128161" x="6283325" y="1989138"/>
          <p14:tracePt t="128169" x="6334125" y="2014538"/>
          <p14:tracePt t="128177" x="6359525" y="2027238"/>
          <p14:tracePt t="128185" x="6396038" y="2039938"/>
          <p14:tracePt t="128193" x="6434138" y="2065338"/>
          <p14:tracePt t="128201" x="6459538" y="2065338"/>
          <p14:tracePt t="128210" x="6496050" y="2078038"/>
          <p14:tracePt t="128217" x="6508750" y="2089150"/>
          <p14:tracePt t="128226" x="6521450" y="2089150"/>
          <p14:tracePt t="128233" x="6534150" y="2089150"/>
          <p14:tracePt t="128243" x="6546850" y="2089150"/>
          <p14:tracePt t="128249" x="6559550" y="2089150"/>
          <p14:tracePt t="128257" x="6572250" y="2089150"/>
          <p14:tracePt t="128265" x="6584950" y="2089150"/>
          <p14:tracePt t="128273" x="6596063" y="2089150"/>
          <p14:tracePt t="128282" x="6621463" y="2089150"/>
          <p14:tracePt t="128289" x="6672263" y="2089150"/>
          <p14:tracePt t="128298" x="6721475" y="2089150"/>
          <p14:tracePt t="128305" x="6784975" y="2089150"/>
          <p14:tracePt t="128314" x="6872288" y="2089150"/>
          <p14:tracePt t="128321" x="6921500" y="2089150"/>
          <p14:tracePt t="128330" x="6972300" y="2089150"/>
          <p14:tracePt t="128337" x="6997700" y="2089150"/>
          <p14:tracePt t="128345" x="7046913" y="2089150"/>
          <p14:tracePt t="128353" x="7072313" y="2089150"/>
          <p14:tracePt t="128361" x="7110413" y="2089150"/>
          <p14:tracePt t="128369" x="7123113" y="2089150"/>
          <p14:tracePt t="128410" x="7146925" y="2089150"/>
          <p14:tracePt t="128433" x="7159625" y="2089150"/>
          <p14:tracePt t="128441" x="7197725" y="2089150"/>
          <p14:tracePt t="128449" x="7235825" y="2089150"/>
          <p14:tracePt t="128457" x="7259638" y="2089150"/>
          <p14:tracePt t="128465" x="7297738" y="2089150"/>
          <p14:tracePt t="128482" x="7310438" y="2089150"/>
          <p14:tracePt t="128665" x="7297738" y="2089150"/>
          <p14:tracePt t="128673" x="7285038" y="2089150"/>
          <p14:tracePt t="128689" x="7272338" y="2089150"/>
          <p14:tracePt t="128698" x="7259638" y="2089150"/>
          <p14:tracePt t="128705" x="7235825" y="2089150"/>
          <p14:tracePt t="128714" x="7223125" y="2089150"/>
          <p14:tracePt t="128729" x="7210425" y="2101850"/>
          <p14:tracePt t="128785" x="7197725" y="2101850"/>
          <p14:tracePt t="128801" x="7185025" y="2114550"/>
          <p14:tracePt t="128817" x="7172325" y="2114550"/>
          <p14:tracePt t="128825" x="7159625" y="2114550"/>
          <p14:tracePt t="128833" x="7146925" y="2114550"/>
          <p14:tracePt t="128986" x="7134225" y="2127250"/>
          <p14:tracePt t="129018" x="7123113" y="2127250"/>
          <p14:tracePt t="129025" x="7085013" y="2139950"/>
          <p14:tracePt t="129041" x="7072313" y="2139950"/>
          <p14:tracePt t="129050" x="7072313" y="2152650"/>
          <p14:tracePt t="129377" x="7097713" y="2152650"/>
          <p14:tracePt t="129385" x="7110413" y="2152650"/>
          <p14:tracePt t="129393" x="7146925" y="2152650"/>
          <p14:tracePt t="129401" x="7159625" y="2152650"/>
          <p14:tracePt t="129409" x="7197725" y="2152650"/>
          <p14:tracePt t="129418" x="7235825" y="2152650"/>
          <p14:tracePt t="129425" x="7272338" y="2152650"/>
          <p14:tracePt t="129434" x="7297738" y="2152650"/>
          <p14:tracePt t="129441" x="7335838" y="2152650"/>
          <p14:tracePt t="129450" x="7372350" y="2152650"/>
          <p14:tracePt t="129457" x="7397750" y="2152650"/>
          <p14:tracePt t="129465" x="7423150" y="2152650"/>
          <p14:tracePt t="129489" x="7435850" y="2152650"/>
          <p14:tracePt t="129545" x="7448550" y="2152650"/>
          <p14:tracePt t="129553" x="7459663" y="2152650"/>
          <p14:tracePt t="129562" x="7472363" y="2152650"/>
          <p14:tracePt t="129577" x="7485063" y="2152650"/>
          <p14:tracePt t="129634" x="7510463" y="2152650"/>
          <p14:tracePt t="129641" x="7561263" y="2152650"/>
          <p14:tracePt t="129650" x="7610475" y="2152650"/>
          <p14:tracePt t="129657" x="7648575" y="2165350"/>
          <p14:tracePt t="129665" x="7697788" y="2165350"/>
          <p14:tracePt t="129673" x="7748588" y="2165350"/>
          <p14:tracePt t="129681" x="7785100" y="2165350"/>
          <p14:tracePt t="129689" x="7810500" y="2165350"/>
          <p14:tracePt t="129698" x="7848600" y="2165350"/>
          <p14:tracePt t="129705" x="7886700" y="2165350"/>
          <p14:tracePt t="129714" x="7923213" y="2165350"/>
          <p14:tracePt t="129721" x="7948613" y="2165350"/>
          <p14:tracePt t="129730" x="7986713" y="2165350"/>
          <p14:tracePt t="129737" x="8010525" y="2165350"/>
          <p14:tracePt t="129745" x="8035925" y="2165350"/>
          <p14:tracePt t="129753" x="8061325" y="2165350"/>
          <p14:tracePt t="129761" x="8074025" y="2165350"/>
          <p14:tracePt t="129769" x="8099425" y="2165350"/>
          <p14:tracePt t="129777" x="8123238" y="2165350"/>
          <p14:tracePt t="129785" x="8148638" y="2165350"/>
          <p14:tracePt t="129793" x="8161338" y="2165350"/>
          <p14:tracePt t="129802" x="8174038" y="2165350"/>
          <p14:tracePt t="129809" x="8186738" y="2165350"/>
          <p14:tracePt t="129825" x="8212138" y="2165350"/>
          <p14:tracePt t="129833" x="8223250" y="2165350"/>
          <p14:tracePt t="129857" x="8235950" y="2165350"/>
          <p14:tracePt t="129865" x="8261350" y="2165350"/>
          <p14:tracePt t="129873" x="8274050" y="2165350"/>
          <p14:tracePt t="129881" x="8299450" y="2165350"/>
          <p14:tracePt t="129889" x="8324850" y="2165350"/>
          <p14:tracePt t="129898" x="8348663" y="2165350"/>
          <p14:tracePt t="129905" x="8361363" y="2165350"/>
          <p14:tracePt t="129914" x="8386763" y="2165350"/>
          <p14:tracePt t="129932" x="8412163" y="2165350"/>
          <p14:tracePt t="129937" x="8435975" y="2165350"/>
          <p14:tracePt t="129953" x="8448675" y="2165350"/>
          <p14:tracePt t="129961" x="8461375" y="2165350"/>
          <p14:tracePt t="129969" x="8474075" y="2165350"/>
          <p14:tracePt t="129993" x="8486775" y="2165350"/>
          <p14:tracePt t="130105" x="8499475" y="2165350"/>
          <p14:tracePt t="130161" x="8512175" y="2165350"/>
          <p14:tracePt t="130193" x="8524875" y="2165350"/>
          <p14:tracePt t="130201" x="8599488" y="2165350"/>
          <p14:tracePt t="130209" x="8624888" y="2165350"/>
          <p14:tracePt t="130217" x="8661400" y="2165350"/>
          <p14:tracePt t="130225" x="8699500" y="2165350"/>
          <p14:tracePt t="130233" x="8712200" y="2165350"/>
          <p14:tracePt t="130241" x="8737600" y="2165350"/>
          <p14:tracePt t="130257" x="8750300" y="2165350"/>
          <p14:tracePt t="130282" x="8774113" y="2165350"/>
          <p14:tracePt t="130305" x="8786813" y="2165350"/>
          <p14:tracePt t="130313" x="8812213" y="2165350"/>
          <p14:tracePt t="130321" x="8824913" y="2165350"/>
          <p14:tracePt t="130329" x="8837613" y="2165350"/>
          <p14:tracePt t="130337" x="8863013" y="2165350"/>
          <p14:tracePt t="130354" x="8874125" y="2165350"/>
          <p14:tracePt t="130434" x="8886825" y="2165350"/>
          <p14:tracePt t="130441" x="8899525" y="2165350"/>
          <p14:tracePt t="130449" x="8912225" y="2165350"/>
          <p14:tracePt t="130457" x="8937625" y="2165350"/>
          <p14:tracePt t="130466" x="8963025" y="2165350"/>
          <p14:tracePt t="130473" x="8986838" y="2165350"/>
          <p14:tracePt t="130482" x="9012238" y="2165350"/>
          <p14:tracePt t="130489" x="9024938" y="2165350"/>
          <p14:tracePt t="130498" x="9050338" y="2165350"/>
          <p14:tracePt t="130505" x="9063038" y="2165350"/>
          <p14:tracePt t="130513" x="9075738" y="2165350"/>
          <p14:tracePt t="130522" x="9088438" y="2165350"/>
          <p14:tracePt t="130529" x="9099550" y="2165350"/>
          <p14:tracePt t="130545" x="9112250" y="2165350"/>
          <p14:tracePt t="130594" x="9124950" y="2165350"/>
          <p14:tracePt t="130602" x="9137650" y="2165350"/>
          <p14:tracePt t="130617" x="9175750" y="2165350"/>
          <p14:tracePt t="130625" x="9188450" y="2165350"/>
          <p14:tracePt t="130633" x="9212263" y="2165350"/>
          <p14:tracePt t="130641" x="9237663" y="2165350"/>
          <p14:tracePt t="130650" x="9250363" y="2165350"/>
          <p14:tracePt t="130666" x="9263063" y="2165350"/>
          <p14:tracePt t="130705" x="9301163" y="2165350"/>
          <p14:tracePt t="130713" x="9324975" y="2165350"/>
          <p14:tracePt t="130721" x="9350375" y="2165350"/>
          <p14:tracePt t="130729" x="9388475" y="2165350"/>
          <p14:tracePt t="130738" x="9401175" y="2165350"/>
          <p14:tracePt t="130745" x="9437688" y="2165350"/>
          <p14:tracePt t="130754" x="9475788" y="2165350"/>
          <p14:tracePt t="130762" x="9513888" y="2165350"/>
          <p14:tracePt t="130770" x="9537700" y="2165350"/>
          <p14:tracePt t="130777" x="9575800" y="2165350"/>
          <p14:tracePt t="130794" x="9588500" y="2165350"/>
          <p14:tracePt t="130801" x="9601200" y="2165350"/>
          <p14:tracePt t="130857" x="9613900" y="2165350"/>
          <p14:tracePt t="130866" x="9626600" y="2165350"/>
          <p14:tracePt t="130873" x="9650413" y="2165350"/>
          <p14:tracePt t="130945" x="9663113" y="2165350"/>
          <p14:tracePt t="130954" x="9701213" y="2165350"/>
          <p14:tracePt t="130961" x="9739313" y="2165350"/>
          <p14:tracePt t="130969" x="9788525" y="2165350"/>
          <p14:tracePt t="130977" x="9839325" y="2165350"/>
          <p14:tracePt t="130985" x="9888538" y="2165350"/>
          <p14:tracePt t="130993" x="9926638" y="2165350"/>
          <p14:tracePt t="131001" x="9952038" y="2165350"/>
          <p14:tracePt t="131009" x="9975850" y="2165350"/>
          <p14:tracePt t="131017" x="9988550" y="2165350"/>
          <p14:tracePt t="131225" x="10013950" y="2165350"/>
          <p14:tracePt t="131233" x="10026650" y="2165350"/>
          <p14:tracePt t="131249" x="10052050" y="2165350"/>
          <p14:tracePt t="131265" x="10064750" y="2165350"/>
          <p14:tracePt t="131281" x="10088563" y="2165350"/>
          <p14:tracePt t="131961" x="10088563" y="2178050"/>
          <p14:tracePt t="132209" x="10075863" y="2190750"/>
          <p14:tracePt t="132449" x="10101263" y="2201863"/>
          <p14:tracePt t="132458" x="10213975" y="2201863"/>
          <p14:tracePt t="132465" x="10277475" y="2214563"/>
          <p14:tracePt t="132473" x="10313988" y="2214563"/>
          <p14:tracePt t="132481" x="10339388" y="2214563"/>
          <p14:tracePt t="132489" x="10364788" y="2214563"/>
          <p14:tracePt t="132497" x="10377488" y="2214563"/>
          <p14:tracePt t="132505" x="10401300" y="2214563"/>
          <p14:tracePt t="132513" x="10414000" y="2214563"/>
          <p14:tracePt t="132537" x="10426700" y="2201863"/>
          <p14:tracePt t="132553" x="10439400" y="2178050"/>
          <p14:tracePt t="132570" x="10439400" y="2165350"/>
          <p14:tracePt t="132585" x="10439400" y="2152650"/>
          <p14:tracePt t="132593" x="10439400" y="2139950"/>
          <p14:tracePt t="132601" x="10439400" y="2127250"/>
          <p14:tracePt t="132617" x="10439400" y="2101850"/>
          <p14:tracePt t="132626" x="10439400" y="2089150"/>
          <p14:tracePt t="132657" x="10439400" y="2078038"/>
          <p14:tracePt t="132689" x="10439400" y="2065338"/>
          <p14:tracePt t="132697" x="10439400" y="2052638"/>
          <p14:tracePt t="132730" x="10452100" y="2039938"/>
          <p14:tracePt t="132762" x="10452100" y="2027238"/>
          <p14:tracePt t="132801" x="10452100" y="2014538"/>
          <p14:tracePt t="132841" x="10452100" y="2001838"/>
          <p14:tracePt t="132881" x="10452100" y="1989138"/>
          <p14:tracePt t="132898" x="10452100" y="1978025"/>
          <p14:tracePt t="132961" x="10452100" y="1965325"/>
          <p14:tracePt t="133017" x="10426700" y="1965325"/>
          <p14:tracePt t="133025" x="10414000" y="1952625"/>
          <p14:tracePt t="133033" x="10401300" y="1952625"/>
          <p14:tracePt t="133041" x="10390188" y="1952625"/>
          <p14:tracePt t="133049" x="10364788" y="1952625"/>
          <p14:tracePt t="133057" x="10326688" y="1952625"/>
          <p14:tracePt t="133065" x="10301288" y="1952625"/>
          <p14:tracePt t="133073" x="10277475" y="1952625"/>
          <p14:tracePt t="133081" x="10239375" y="1952625"/>
          <p14:tracePt t="133090" x="10213975" y="1978025"/>
          <p14:tracePt t="133097" x="10177463" y="2027238"/>
          <p14:tracePt t="133107" x="10164763" y="2065338"/>
          <p14:tracePt t="133113" x="10126663" y="2127250"/>
          <p14:tracePt t="133121" x="10101263" y="2152650"/>
          <p14:tracePt t="133129" x="10088563" y="2201863"/>
          <p14:tracePt t="133137" x="10088563" y="2227263"/>
          <p14:tracePt t="133145" x="10088563" y="2252663"/>
          <p14:tracePt t="133153" x="10088563" y="2265363"/>
          <p14:tracePt t="133169" x="10088563" y="2278063"/>
          <p14:tracePt t="133185" x="10088563" y="2290763"/>
          <p14:tracePt t="133194" x="10101263" y="2303463"/>
          <p14:tracePt t="133201" x="10113963" y="2314575"/>
          <p14:tracePt t="133209" x="10152063" y="2314575"/>
          <p14:tracePt t="133217" x="10177463" y="2314575"/>
          <p14:tracePt t="133225" x="10226675" y="2314575"/>
          <p14:tracePt t="133233" x="10277475" y="2314575"/>
          <p14:tracePt t="133241" x="10339388" y="2314575"/>
          <p14:tracePt t="133249" x="10390188" y="2314575"/>
          <p14:tracePt t="133257" x="10426700" y="2314575"/>
          <p14:tracePt t="133265" x="10452100" y="2314575"/>
          <p14:tracePt t="133273" x="10477500" y="2303463"/>
          <p14:tracePt t="133290" x="10490200" y="2278063"/>
          <p14:tracePt t="133297" x="10490200" y="2265363"/>
          <p14:tracePt t="133305" x="10490200" y="2227263"/>
          <p14:tracePt t="133313" x="10490200" y="2214563"/>
          <p14:tracePt t="133321" x="10490200" y="2190750"/>
          <p14:tracePt t="133329" x="10490200" y="2178050"/>
          <p14:tracePt t="133337" x="10490200" y="2152650"/>
          <p14:tracePt t="133345" x="10490200" y="2127250"/>
          <p14:tracePt t="133353" x="10490200" y="2101850"/>
          <p14:tracePt t="133369" x="10490200" y="2089150"/>
          <p14:tracePt t="133921" x="10502900" y="2089150"/>
          <p14:tracePt t="134041" x="10514013" y="2089150"/>
          <p14:tracePt t="134049" x="10514013" y="2078038"/>
          <p14:tracePt t="134218" x="10526713" y="2065338"/>
          <p14:tracePt t="134225" x="10552113" y="2065338"/>
          <p14:tracePt t="134242" x="10577513" y="2065338"/>
          <p14:tracePt t="134249" x="10602913" y="2065338"/>
          <p14:tracePt t="134257" x="10614025" y="2065338"/>
          <p14:tracePt t="134265" x="10626725" y="2065338"/>
          <p14:tracePt t="134273" x="10639425" y="2065338"/>
          <p14:tracePt t="134281" x="10664825" y="2078038"/>
          <p14:tracePt t="134289" x="10677525" y="2078038"/>
          <p14:tracePt t="134305" x="10702925" y="2089150"/>
          <p14:tracePt t="134314" x="10715625" y="2101850"/>
          <p14:tracePt t="134329" x="10739438" y="2101850"/>
          <p14:tracePt t="134337" x="10752138" y="2101850"/>
          <p14:tracePt t="134345" x="10790238" y="2114550"/>
          <p14:tracePt t="134353" x="10802938" y="2114550"/>
          <p14:tracePt t="134361" x="10828338" y="2127250"/>
          <p14:tracePt t="134369" x="10839450" y="2127250"/>
          <p14:tracePt t="134378" x="10852150" y="2127250"/>
          <p14:tracePt t="134385" x="10864850" y="2139950"/>
          <p14:tracePt t="134457" x="10877550" y="2139950"/>
          <p14:tracePt t="134482" x="10902950" y="2139950"/>
          <p14:tracePt t="134498" x="10915650" y="2139950"/>
          <p14:tracePt t="134521" x="10939463" y="2139950"/>
          <p14:tracePt t="134529" x="10952163" y="2139950"/>
          <p14:tracePt t="134537" x="10977563" y="2139950"/>
          <p14:tracePt t="134545" x="11002963" y="2139950"/>
          <p14:tracePt t="134553" x="11041063" y="2139950"/>
          <p14:tracePt t="134561" x="11077575" y="2139950"/>
          <p14:tracePt t="134569" x="11115675" y="2139950"/>
          <p14:tracePt t="134577" x="11141075" y="2139950"/>
          <p14:tracePt t="134585" x="11164888" y="2139950"/>
          <p14:tracePt t="134594" x="11177588" y="2139950"/>
          <p14:tracePt t="134601" x="11202988" y="2139950"/>
          <p14:tracePt t="134617" x="11228388" y="2139950"/>
          <p14:tracePt t="134625" x="11253788" y="2139950"/>
          <p14:tracePt t="134633" x="11303000" y="2139950"/>
          <p14:tracePt t="134641" x="11341100" y="2139950"/>
          <p14:tracePt t="134649" x="11366500" y="2139950"/>
          <p14:tracePt t="134657" x="11403013" y="2139950"/>
          <p14:tracePt t="134666" x="11428413" y="2139950"/>
          <p14:tracePt t="134673" x="11441113" y="2139950"/>
          <p14:tracePt t="134721" x="11453813" y="2139950"/>
          <p14:tracePt t="134737" x="11466513" y="2139950"/>
          <p14:tracePt t="134753" x="11479213" y="2139950"/>
          <p14:tracePt t="134769" x="11503025" y="2139950"/>
          <p14:tracePt t="134777" x="11515725" y="2127250"/>
          <p14:tracePt t="134785" x="11528425" y="2127250"/>
          <p14:tracePt t="134794" x="11553825" y="2127250"/>
          <p14:tracePt t="134801" x="11566525" y="2127250"/>
          <p14:tracePt t="134809" x="11579225" y="2127250"/>
          <p14:tracePt t="134817" x="11591925" y="2127250"/>
          <p14:tracePt t="134825" x="11603038" y="2114550"/>
          <p14:tracePt t="134833" x="11615738" y="2114550"/>
          <p14:tracePt t="134841" x="11628438" y="2114550"/>
          <p14:tracePt t="134849" x="11641138" y="2114550"/>
          <p14:tracePt t="134857" x="11666538" y="2114550"/>
          <p14:tracePt t="134866" x="11703050" y="2114550"/>
          <p14:tracePt t="134873" x="11753850" y="2114550"/>
          <p14:tracePt t="134882" x="11828463" y="2114550"/>
          <p14:tracePt t="134889" x="11866563" y="2114550"/>
          <p14:tracePt t="134898" x="11891963" y="2114550"/>
          <p14:tracePt t="134905" x="11917363" y="2114550"/>
          <p14:tracePt t="134913" x="11928475" y="2114550"/>
          <p14:tracePt t="134961" x="11941175" y="2114550"/>
          <p14:tracePt t="134969" x="11991975" y="2114550"/>
          <p14:tracePt t="134977" x="12017375" y="2114550"/>
          <p14:tracePt t="134985" x="12041188" y="2114550"/>
          <p14:tracePt t="134993" x="12053888" y="2114550"/>
          <p14:tracePt t="135001" x="12066588" y="2114550"/>
          <p14:tracePt t="135009" x="12079288" y="2114550"/>
          <p14:tracePt t="135161" x="12091988" y="2114550"/>
          <p14:tracePt t="135217" x="12079288" y="2114550"/>
          <p14:tracePt t="135225" x="12053888" y="2114550"/>
          <p14:tracePt t="135234" x="12041188" y="2114550"/>
          <p14:tracePt t="135241" x="11991975" y="2114550"/>
          <p14:tracePt t="135250" x="11941175" y="2114550"/>
          <p14:tracePt t="135257" x="11879263" y="2114550"/>
          <p14:tracePt t="135266" x="11791950" y="2114550"/>
          <p14:tracePt t="135273" x="11703050" y="2114550"/>
          <p14:tracePt t="135281" x="11591925" y="2114550"/>
          <p14:tracePt t="135289" x="11441113" y="2114550"/>
          <p14:tracePt t="135297" x="11253788" y="2114550"/>
          <p14:tracePt t="135305" x="11077575" y="2114550"/>
          <p14:tracePt t="135313" x="10877550" y="2114550"/>
          <p14:tracePt t="135321" x="10602913" y="2114550"/>
          <p14:tracePt t="135329" x="10126663" y="2114550"/>
          <p14:tracePt t="135337" x="9788525" y="2114550"/>
          <p14:tracePt t="135346" x="9375775" y="2114550"/>
          <p14:tracePt t="135353" x="8950325" y="2178050"/>
          <p14:tracePt t="135363" x="8561388" y="2214563"/>
          <p14:tracePt t="135369" x="8299450" y="2278063"/>
          <p14:tracePt t="135377" x="7874000" y="2314575"/>
          <p14:tracePt t="135385" x="7673975" y="2365375"/>
          <p14:tracePt t="135393" x="7523163" y="2378075"/>
          <p14:tracePt t="135401" x="7472363" y="2390775"/>
          <p14:tracePt t="135409" x="7435850" y="2390775"/>
          <p14:tracePt t="135418" x="7423150" y="2390775"/>
          <p14:tracePt t="135425" x="7385050" y="2390775"/>
          <p14:tracePt t="135434" x="7348538" y="2390775"/>
          <p14:tracePt t="135441" x="7323138" y="2390775"/>
          <p14:tracePt t="135449" x="7297738" y="2390775"/>
          <p14:tracePt t="135457" x="7259638" y="2390775"/>
          <p14:tracePt t="135465" x="7246938" y="2390775"/>
          <p14:tracePt t="135473" x="7210425" y="2390775"/>
          <p14:tracePt t="135481" x="7197725" y="2390775"/>
          <p14:tracePt t="135489" x="7159625" y="2390775"/>
          <p14:tracePt t="135497" x="7123113" y="2390775"/>
          <p14:tracePt t="135505" x="7097713" y="2390775"/>
          <p14:tracePt t="135513" x="7072313" y="2378075"/>
          <p14:tracePt t="135530" x="7059613" y="2378075"/>
          <p14:tracePt t="135537" x="7034213" y="2365375"/>
          <p14:tracePt t="135553" x="7010400" y="2365375"/>
          <p14:tracePt t="135561" x="6997700" y="2365375"/>
          <p14:tracePt t="135569" x="6985000" y="2365375"/>
          <p14:tracePt t="135577" x="6959600" y="2365375"/>
          <p14:tracePt t="135585" x="6946900" y="2365375"/>
          <p14:tracePt t="135593" x="6934200" y="2365375"/>
          <p14:tracePt t="135618" x="6921500" y="2365375"/>
          <p14:tracePt t="135625" x="6910388" y="2365375"/>
          <p14:tracePt t="135634" x="6897688" y="2365375"/>
          <p14:tracePt t="135641" x="6884988" y="2365375"/>
          <p14:tracePt t="135649" x="6872288" y="2365375"/>
          <p14:tracePt t="135657" x="6859588" y="2365375"/>
          <p14:tracePt t="135665" x="6834188" y="2352675"/>
          <p14:tracePt t="135673" x="6797675" y="2352675"/>
          <p14:tracePt t="135681" x="6772275" y="2352675"/>
          <p14:tracePt t="135698" x="6759575" y="2352675"/>
          <p14:tracePt t="135705" x="6746875" y="2352675"/>
          <p14:tracePt t="135761" x="6734175" y="2352675"/>
          <p14:tracePt t="135801" x="6721475" y="2352675"/>
          <p14:tracePt t="135809" x="6708775" y="2352675"/>
          <p14:tracePt t="135881" x="6684963" y="2352675"/>
          <p14:tracePt t="136162" x="6684963" y="2365375"/>
          <p14:tracePt t="136169" x="6684963" y="2378075"/>
          <p14:tracePt t="136177" x="6708775" y="2390775"/>
          <p14:tracePt t="136186" x="6734175" y="2414588"/>
          <p14:tracePt t="136193" x="6784975" y="2427288"/>
          <p14:tracePt t="136202" x="6846888" y="2465388"/>
          <p14:tracePt t="136209" x="6910388" y="2478088"/>
          <p14:tracePt t="136217" x="6972300" y="2490788"/>
          <p14:tracePt t="136225" x="7010400" y="2490788"/>
          <p14:tracePt t="136233" x="7072313" y="2490788"/>
          <p14:tracePt t="136241" x="7097713" y="2490788"/>
          <p14:tracePt t="136249" x="7146925" y="2490788"/>
          <p14:tracePt t="136257" x="7185025" y="2490788"/>
          <p14:tracePt t="136265" x="7235825" y="2490788"/>
          <p14:tracePt t="136273" x="7285038" y="2490788"/>
          <p14:tracePt t="136282" x="7335838" y="2490788"/>
          <p14:tracePt t="136289" x="7372350" y="2490788"/>
          <p14:tracePt t="136299" x="7385050" y="2490788"/>
          <p14:tracePt t="136305" x="7397750" y="2490788"/>
          <p14:tracePt t="136321" x="7410450" y="2490788"/>
          <p14:tracePt t="136337" x="7423150" y="2490788"/>
          <p14:tracePt t="136353" x="7435850" y="2490788"/>
          <p14:tracePt t="136361" x="7472363" y="2478088"/>
          <p14:tracePt t="136370" x="7485063" y="2478088"/>
          <p14:tracePt t="136377" x="7510463" y="2465388"/>
          <p14:tracePt t="136386" x="7535863" y="2452688"/>
          <p14:tracePt t="136393" x="7548563" y="2439988"/>
          <p14:tracePt t="136401" x="7561263" y="2427288"/>
          <p14:tracePt t="136417" x="7572375" y="2427288"/>
          <p14:tracePt t="136457" x="7585075" y="2414588"/>
          <p14:tracePt t="136473" x="7597775" y="2403475"/>
          <p14:tracePt t="136497" x="7610475" y="2403475"/>
          <p14:tracePt t="136505" x="7623175" y="2403475"/>
          <p14:tracePt t="136521" x="7635875" y="2403475"/>
          <p14:tracePt t="136529" x="7661275" y="2403475"/>
          <p14:tracePt t="136537" x="7710488" y="2403475"/>
          <p14:tracePt t="136545" x="7761288" y="2403475"/>
          <p14:tracePt t="136554" x="7886700" y="2403475"/>
          <p14:tracePt t="136562" x="7948613" y="2403475"/>
          <p14:tracePt t="136570" x="8048625" y="2403475"/>
          <p14:tracePt t="136577" x="8123238" y="2403475"/>
          <p14:tracePt t="136585" x="8174038" y="2403475"/>
          <p14:tracePt t="136593" x="8212138" y="2403475"/>
          <p14:tracePt t="136601" x="8235950" y="2403475"/>
          <p14:tracePt t="136609" x="8261350" y="2403475"/>
          <p14:tracePt t="136617" x="8274050" y="2403475"/>
          <p14:tracePt t="136633" x="8286750" y="2403475"/>
          <p14:tracePt t="136649" x="8299450" y="2403475"/>
          <p14:tracePt t="136673" x="8312150" y="2403475"/>
          <p14:tracePt t="136689" x="8324850" y="2403475"/>
          <p14:tracePt t="136697" x="8335963" y="2403475"/>
          <p14:tracePt t="136721" x="8348663" y="2403475"/>
          <p14:tracePt t="136761" x="8361363" y="2403475"/>
          <p14:tracePt t="136769" x="8374063" y="2403475"/>
          <p14:tracePt t="136785" x="8386763" y="2403475"/>
          <p14:tracePt t="136793" x="8399463" y="2403475"/>
          <p14:tracePt t="136801" x="8412163" y="2403475"/>
          <p14:tracePt t="136809" x="8424863" y="2403475"/>
          <p14:tracePt t="136817" x="8448675" y="2403475"/>
          <p14:tracePt t="136825" x="8461375" y="2403475"/>
          <p14:tracePt t="136833" x="8474075" y="2403475"/>
          <p14:tracePt t="136841" x="8486775" y="2403475"/>
          <p14:tracePt t="136850" x="8499475" y="2403475"/>
          <p14:tracePt t="136873" x="8512175" y="2403475"/>
          <p14:tracePt t="136905" x="8524875" y="2390775"/>
          <p14:tracePt t="136916" x="8537575" y="2390775"/>
          <p14:tracePt t="136922" x="8548688" y="2390775"/>
          <p14:tracePt t="136929" x="8574088" y="2390775"/>
          <p14:tracePt t="136954" x="8586788" y="2390775"/>
          <p14:tracePt t="137066" x="8599488" y="2390775"/>
          <p14:tracePt t="137105" x="8612188" y="2390775"/>
          <p14:tracePt t="137122" x="8624888" y="2390775"/>
          <p14:tracePt t="137129" x="8637588" y="2390775"/>
          <p14:tracePt t="137138" x="8650288" y="2390775"/>
          <p14:tracePt t="137161" x="8661400" y="2390775"/>
          <p14:tracePt t="137169" x="8686800" y="2390775"/>
          <p14:tracePt t="137185" x="8699500" y="2390775"/>
          <p14:tracePt t="137193" x="8737600" y="2390775"/>
          <p14:tracePt t="137201" x="8763000" y="2390775"/>
          <p14:tracePt t="137209" x="8786813" y="2403475"/>
          <p14:tracePt t="137218" x="8799513" y="2403475"/>
          <p14:tracePt t="137225" x="8824913" y="2403475"/>
          <p14:tracePt t="137234" x="8850313" y="2403475"/>
          <p14:tracePt t="137241" x="8863013" y="2403475"/>
          <p14:tracePt t="137249" x="8886825" y="2403475"/>
          <p14:tracePt t="137257" x="8899525" y="2403475"/>
          <p14:tracePt t="137265" x="8924925" y="2403475"/>
          <p14:tracePt t="137281" x="8937625" y="2403475"/>
          <p14:tracePt t="137633" x="8950325" y="2403475"/>
          <p14:tracePt t="137649" x="8963025" y="2403475"/>
          <p14:tracePt t="137665" x="8975725" y="2403475"/>
          <p14:tracePt t="137690" x="8986838" y="2403475"/>
          <p14:tracePt t="137697" x="8999538" y="2403475"/>
          <p14:tracePt t="137705" x="9012238" y="2403475"/>
          <p14:tracePt t="137713" x="9037638" y="2403475"/>
          <p14:tracePt t="137721" x="9050338" y="2403475"/>
          <p14:tracePt t="137729" x="9088438" y="2403475"/>
          <p14:tracePt t="137737" x="9124950" y="2403475"/>
          <p14:tracePt t="137753" x="9137650" y="2403475"/>
          <p14:tracePt t="137770" x="9163050" y="2403475"/>
          <p14:tracePt t="137793" x="9175750" y="2403475"/>
          <p14:tracePt t="138385" x="9188450" y="2403475"/>
          <p14:tracePt t="138393" x="9263063" y="2414588"/>
          <p14:tracePt t="138401" x="9350375" y="2439988"/>
          <p14:tracePt t="138409" x="9450388" y="2439988"/>
          <p14:tracePt t="138417" x="9550400" y="2465388"/>
          <p14:tracePt t="138426" x="9650413" y="2465388"/>
          <p14:tracePt t="138433" x="9726613" y="2465388"/>
          <p14:tracePt t="138442" x="9763125" y="2465388"/>
          <p14:tracePt t="138449" x="9801225" y="2465388"/>
          <p14:tracePt t="138457" x="9813925" y="2465388"/>
          <p14:tracePt t="138465" x="9826625" y="2465388"/>
          <p14:tracePt t="138521" x="9839325" y="2465388"/>
          <p14:tracePt t="138545" x="9863138" y="2465388"/>
          <p14:tracePt t="138553" x="9875838" y="2465388"/>
          <p14:tracePt t="138561" x="9888538" y="2465388"/>
          <p14:tracePt t="138569" x="9901238" y="2465388"/>
          <p14:tracePt t="138577" x="9913938" y="2465388"/>
          <p14:tracePt t="138593" x="9926638" y="2465388"/>
          <p14:tracePt t="138601" x="9939338" y="2465388"/>
          <p14:tracePt t="138610" x="9952038" y="2465388"/>
          <p14:tracePt t="138617" x="9988550" y="2465388"/>
          <p14:tracePt t="138626" x="10013950" y="2465388"/>
          <p14:tracePt t="138633" x="10052050" y="2465388"/>
          <p14:tracePt t="138641" x="10088563" y="2465388"/>
          <p14:tracePt t="138649" x="10101263" y="2465388"/>
          <p14:tracePt t="138657" x="10139363" y="2465388"/>
          <p14:tracePt t="138665" x="10188575" y="2478088"/>
          <p14:tracePt t="138673" x="10213975" y="2478088"/>
          <p14:tracePt t="138681" x="10239375" y="2503488"/>
          <p14:tracePt t="138690" x="10288588" y="2503488"/>
          <p14:tracePt t="138697" x="10352088" y="2516188"/>
          <p14:tracePt t="138705" x="10401300" y="2516188"/>
          <p14:tracePt t="138713" x="10439400" y="2516188"/>
          <p14:tracePt t="138722" x="10464800" y="2516188"/>
          <p14:tracePt t="138729" x="10477500" y="2516188"/>
          <p14:tracePt t="138738" x="10490200" y="2516188"/>
          <p14:tracePt t="138745" x="10514013" y="2527300"/>
          <p14:tracePt t="138785" x="10526713" y="2527300"/>
          <p14:tracePt t="138817" x="10539413" y="2527300"/>
          <p14:tracePt t="138826" x="10552113" y="2527300"/>
          <p14:tracePt t="138977" x="10577513" y="2527300"/>
          <p14:tracePt t="138985" x="10602913" y="2527300"/>
          <p14:tracePt t="138994" x="10614025" y="2527300"/>
          <p14:tracePt t="139001" x="10626725" y="2527300"/>
          <p14:tracePt t="139009" x="10639425" y="2527300"/>
          <p14:tracePt t="139065" x="10664825" y="2527300"/>
          <p14:tracePt t="139073" x="10702925" y="2527300"/>
          <p14:tracePt t="139081" x="10715625" y="2527300"/>
          <p14:tracePt t="139089" x="10726738" y="2527300"/>
          <p14:tracePt t="139097" x="10739438" y="2527300"/>
          <p14:tracePt t="139113" x="10752138" y="2527300"/>
          <p14:tracePt t="139121" x="10764838" y="2527300"/>
          <p14:tracePt t="139129" x="10790238" y="2527300"/>
          <p14:tracePt t="139137" x="10828338" y="2527300"/>
          <p14:tracePt t="139145" x="10877550" y="2527300"/>
          <p14:tracePt t="139153" x="10928350" y="2527300"/>
          <p14:tracePt t="139161" x="10977563" y="2527300"/>
          <p14:tracePt t="139169" x="11015663" y="2527300"/>
          <p14:tracePt t="139178" x="11041063" y="2527300"/>
          <p14:tracePt t="139194" x="11052175" y="2527300"/>
          <p14:tracePt t="139201" x="11064875" y="2527300"/>
          <p14:tracePt t="139209" x="11077575" y="2527300"/>
          <p14:tracePt t="139217" x="11102975" y="2527300"/>
          <p14:tracePt t="139225" x="11128375" y="2527300"/>
          <p14:tracePt t="139233" x="11153775" y="2527300"/>
          <p14:tracePt t="139241" x="11177588" y="2527300"/>
          <p14:tracePt t="139249" x="11215688" y="2527300"/>
          <p14:tracePt t="139257" x="11266488" y="2527300"/>
          <p14:tracePt t="139265" x="11303000" y="2527300"/>
          <p14:tracePt t="139274" x="11366500" y="2527300"/>
          <p14:tracePt t="139281" x="11441113" y="2503488"/>
          <p14:tracePt t="139290" x="11479213" y="2503488"/>
          <p14:tracePt t="139297" x="11515725" y="2503488"/>
          <p14:tracePt t="139305" x="11528425" y="2490788"/>
          <p14:tracePt t="139313" x="11566525" y="2490788"/>
          <p14:tracePt t="139321" x="11579225" y="2478088"/>
          <p14:tracePt t="139329" x="11603038" y="2478088"/>
          <p14:tracePt t="139337" x="11628438" y="2465388"/>
          <p14:tracePt t="139378" x="11641138" y="2465388"/>
          <p14:tracePt t="139385" x="11641138" y="2452688"/>
          <p14:tracePt t="139401" x="11653838" y="2452688"/>
          <p14:tracePt t="139417" x="11679238" y="2452688"/>
          <p14:tracePt t="139441" x="11691938" y="2452688"/>
          <p14:tracePt t="139506" x="11715750" y="2452688"/>
          <p14:tracePt t="139513" x="11728450" y="2452688"/>
          <p14:tracePt t="139521" x="11766550" y="2452688"/>
          <p14:tracePt t="139529" x="11791950" y="2452688"/>
          <p14:tracePt t="139537" x="11815763" y="2452688"/>
          <p14:tracePt t="139546" x="11828463" y="2452688"/>
          <p14:tracePt t="139553" x="11853863" y="2452688"/>
          <p14:tracePt t="139562" x="11866563" y="2439988"/>
          <p14:tracePt t="139577" x="11891963" y="2414588"/>
          <p14:tracePt t="139593" x="11917363" y="2414588"/>
          <p14:tracePt t="139601" x="11928475" y="2414588"/>
          <p14:tracePt t="139609" x="11941175" y="2414588"/>
          <p14:tracePt t="139625" x="11966575" y="2403475"/>
          <p14:tracePt t="139657" x="11979275" y="2403475"/>
          <p14:tracePt t="139697" x="11991975" y="2390775"/>
          <p14:tracePt t="139729" x="12004675" y="2390775"/>
          <p14:tracePt t="139737" x="12004675" y="2378075"/>
          <p14:tracePt t="139937" x="11966575" y="2378075"/>
          <p14:tracePt t="139946" x="11917363" y="2378075"/>
          <p14:tracePt t="139953" x="11853863" y="2403475"/>
          <p14:tracePt t="139961" x="11804650" y="2427288"/>
          <p14:tracePt t="139969" x="11715750" y="2439988"/>
          <p14:tracePt t="139977" x="11641138" y="2465388"/>
          <p14:tracePt t="139985" x="11579225" y="2465388"/>
          <p14:tracePt t="139993" x="11515725" y="2490788"/>
          <p14:tracePt t="140001" x="11466513" y="2490788"/>
          <p14:tracePt t="140009" x="11377613" y="2490788"/>
          <p14:tracePt t="140017" x="11315700" y="2490788"/>
          <p14:tracePt t="140026" x="11241088" y="2503488"/>
          <p14:tracePt t="140033" x="11190288" y="2503488"/>
          <p14:tracePt t="140042" x="11141075" y="2503488"/>
          <p14:tracePt t="140049" x="11077575" y="2503488"/>
          <p14:tracePt t="140057" x="10952163" y="2503488"/>
          <p14:tracePt t="140065" x="10852150" y="2503488"/>
          <p14:tracePt t="140073" x="10726738" y="2503488"/>
          <p14:tracePt t="140081" x="10552113" y="2503488"/>
          <p14:tracePt t="140089" x="10390188" y="2503488"/>
          <p14:tracePt t="140097" x="10226675" y="2503488"/>
          <p14:tracePt t="140105" x="10075863" y="2503488"/>
          <p14:tracePt t="140114" x="9975850" y="2503488"/>
          <p14:tracePt t="140121" x="9875838" y="2503488"/>
          <p14:tracePt t="140130" x="9826625" y="2503488"/>
          <p14:tracePt t="140137" x="9775825" y="2503488"/>
          <p14:tracePt t="140145" x="9726613" y="2503488"/>
          <p14:tracePt t="140153" x="9663113" y="2503488"/>
          <p14:tracePt t="140161" x="9601200" y="2503488"/>
          <p14:tracePt t="140169" x="9501188" y="2503488"/>
          <p14:tracePt t="140177" x="9388475" y="2503488"/>
          <p14:tracePt t="140185" x="9288463" y="2503488"/>
          <p14:tracePt t="140193" x="9163050" y="2503488"/>
          <p14:tracePt t="140201" x="9112250" y="2503488"/>
          <p14:tracePt t="140209" x="9037638" y="2503488"/>
          <p14:tracePt t="140217" x="8924925" y="2503488"/>
          <p14:tracePt t="140226" x="8799513" y="2503488"/>
          <p14:tracePt t="140233" x="8586788" y="2552700"/>
          <p14:tracePt t="140241" x="8361363" y="2590800"/>
          <p14:tracePt t="140249" x="8186738" y="2603500"/>
          <p14:tracePt t="140257" x="7999413" y="2640013"/>
          <p14:tracePt t="140265" x="7835900" y="2652713"/>
          <p14:tracePt t="140273" x="7661275" y="2678113"/>
          <p14:tracePt t="140281" x="7497763" y="2716213"/>
          <p14:tracePt t="140289" x="7359650" y="2728913"/>
          <p14:tracePt t="140298" x="7259638" y="2728913"/>
          <p14:tracePt t="140305" x="7197725" y="2728913"/>
          <p14:tracePt t="140314" x="7159625" y="2728913"/>
          <p14:tracePt t="140321" x="7123113" y="2728913"/>
          <p14:tracePt t="140329" x="7085013" y="2728913"/>
          <p14:tracePt t="140337" x="7046913" y="2728913"/>
          <p14:tracePt t="140345" x="6997700" y="2728913"/>
          <p14:tracePt t="140353" x="6972300" y="2728913"/>
          <p14:tracePt t="140361" x="6921500" y="2740025"/>
          <p14:tracePt t="140369" x="6884988" y="2752725"/>
          <p14:tracePt t="140377" x="6808788" y="2778125"/>
          <p14:tracePt t="140385" x="6784975" y="2790825"/>
          <p14:tracePt t="140393" x="6734175" y="2828925"/>
          <p14:tracePt t="140401" x="6696075" y="2840038"/>
          <p14:tracePt t="140410" x="6659563" y="2865438"/>
          <p14:tracePt t="140417" x="6621463" y="2878138"/>
          <p14:tracePt t="140426" x="6608763" y="2890838"/>
          <p14:tracePt t="140433" x="6572250" y="2916238"/>
          <p14:tracePt t="140449" x="6546850" y="2928938"/>
          <p14:tracePt t="140457" x="6534150" y="2941638"/>
          <p14:tracePt t="140473" x="6521450" y="2941638"/>
          <p14:tracePt t="140489" x="6521450" y="2952750"/>
          <p14:tracePt t="140529" x="6521450" y="2965450"/>
          <p14:tracePt t="140537" x="6521450" y="2978150"/>
          <p14:tracePt t="140617" x="6521450" y="2990850"/>
          <p14:tracePt t="140865" x="6534150" y="2990850"/>
          <p14:tracePt t="140873" x="6546850" y="2990850"/>
          <p14:tracePt t="140889" x="6572250" y="2978150"/>
          <p14:tracePt t="140897" x="6572250" y="2965450"/>
          <p14:tracePt t="140905" x="6572250" y="2952750"/>
          <p14:tracePt t="140913" x="6596063" y="2941638"/>
          <p14:tracePt t="140921" x="6596063" y="2916238"/>
          <p14:tracePt t="140929" x="6608763" y="2916238"/>
          <p14:tracePt t="140937" x="6608763" y="2903538"/>
          <p14:tracePt t="140945" x="6621463" y="2878138"/>
          <p14:tracePt t="140953" x="6634163" y="2865438"/>
          <p14:tracePt t="140969" x="6646863" y="2840038"/>
          <p14:tracePt t="140979" x="6659563" y="2828925"/>
          <p14:tracePt t="140994" x="6659563" y="2816225"/>
          <p14:tracePt t="142130" x="6672263" y="2816225"/>
          <p14:tracePt t="142681" x="6672263" y="2803525"/>
          <p14:tracePt t="142689" x="6696075" y="2778125"/>
          <p14:tracePt t="142697" x="6721475" y="2752725"/>
          <p14:tracePt t="142705" x="6746875" y="2716213"/>
          <p14:tracePt t="142713" x="6772275" y="2652713"/>
          <p14:tracePt t="142721" x="6821488" y="2578100"/>
          <p14:tracePt t="142729" x="6846888" y="2540000"/>
          <p14:tracePt t="142738" x="6872288" y="2478088"/>
          <p14:tracePt t="142745" x="6921500" y="2439988"/>
          <p14:tracePt t="142754" x="6934200" y="2403475"/>
          <p14:tracePt t="142761" x="6972300" y="2352675"/>
          <p14:tracePt t="142769" x="6985000" y="2339975"/>
          <p14:tracePt t="142777" x="6985000" y="2314575"/>
          <p14:tracePt t="142785" x="6985000" y="2303463"/>
          <p14:tracePt t="142793" x="6985000" y="2290763"/>
          <p14:tracePt t="142809" x="6985000" y="2278063"/>
          <p14:tracePt t="142905" x="6972300" y="2278063"/>
          <p14:tracePt t="143313" x="6959600" y="2278063"/>
          <p14:tracePt t="143321" x="6934200" y="2278063"/>
          <p14:tracePt t="143345" x="6921500" y="2278063"/>
          <p14:tracePt t="143625" x="6946900" y="2278063"/>
          <p14:tracePt t="143633" x="6959600" y="2265363"/>
          <p14:tracePt t="143641" x="6985000" y="2252663"/>
          <p14:tracePt t="143649" x="6997700" y="2239963"/>
          <p14:tracePt t="143657" x="7021513" y="2227263"/>
          <p14:tracePt t="143665" x="7034213" y="2214563"/>
          <p14:tracePt t="143690" x="7059613" y="2190750"/>
          <p14:tracePt t="143697" x="7123113" y="2139950"/>
          <p14:tracePt t="143705" x="7210425" y="2065338"/>
          <p14:tracePt t="143713" x="7259638" y="2027238"/>
          <p14:tracePt t="143721" x="7259638" y="2014538"/>
          <p14:tracePt t="143729" x="7285038" y="2001838"/>
          <p14:tracePt t="143945" x="7235825" y="2065338"/>
          <p14:tracePt t="143953" x="7172325" y="2139950"/>
          <p14:tracePt t="143961" x="7134225" y="2178050"/>
          <p14:tracePt t="143969" x="7097713" y="2239963"/>
          <p14:tracePt t="143977" x="7097713" y="2265363"/>
          <p14:tracePt t="144033" x="7110413" y="2303463"/>
          <p14:tracePt t="144041" x="7146925" y="2303463"/>
          <p14:tracePt t="144049" x="7172325" y="2314575"/>
          <p14:tracePt t="144058" x="7223125" y="2314575"/>
          <p14:tracePt t="144065" x="7272338" y="2314575"/>
          <p14:tracePt t="144073" x="7310438" y="2314575"/>
          <p14:tracePt t="144081" x="7348538" y="2314575"/>
          <p14:tracePt t="144089" x="7372350" y="2314575"/>
          <p14:tracePt t="144153" x="7385050" y="2314575"/>
          <p14:tracePt t="144169" x="7397750" y="2290763"/>
          <p14:tracePt t="144201" x="7397750" y="2265363"/>
          <p14:tracePt t="144209" x="7397750" y="2252663"/>
          <p14:tracePt t="144217" x="7397750" y="2239963"/>
          <p14:tracePt t="144225" x="7397750" y="2227263"/>
          <p14:tracePt t="144233" x="7397750" y="2214563"/>
          <p14:tracePt t="144249" x="7397750" y="2190750"/>
          <p14:tracePt t="144258" x="7385050" y="2178050"/>
          <p14:tracePt t="144273" x="7385050" y="2165350"/>
          <p14:tracePt t="144281" x="7372350" y="2165350"/>
          <p14:tracePt t="144289" x="7348538" y="2152650"/>
          <p14:tracePt t="144297" x="7348538" y="2139950"/>
          <p14:tracePt t="144305" x="7335838" y="2127250"/>
          <p14:tracePt t="144313" x="7272338" y="2101850"/>
          <p14:tracePt t="144321" x="7246938" y="2078038"/>
          <p14:tracePt t="144329" x="7210425" y="2065338"/>
          <p14:tracePt t="144338" x="7185025" y="2039938"/>
          <p14:tracePt t="144345" x="7146925" y="2027238"/>
          <p14:tracePt t="144354" x="7110413" y="2027238"/>
          <p14:tracePt t="144361" x="7072313" y="2027238"/>
          <p14:tracePt t="144369" x="7034213" y="2027238"/>
          <p14:tracePt t="144377" x="7010400" y="2027238"/>
          <p14:tracePt t="144385" x="6972300" y="2027238"/>
          <p14:tracePt t="144393" x="6934200" y="2027238"/>
          <p14:tracePt t="144401" x="6872288" y="2027238"/>
          <p14:tracePt t="144409" x="6821488" y="2027238"/>
          <p14:tracePt t="144417" x="6772275" y="2027238"/>
          <p14:tracePt t="144426" x="6734175" y="2027238"/>
          <p14:tracePt t="144433" x="6708775" y="2027238"/>
          <p14:tracePt t="144442" x="6684963" y="2027238"/>
          <p14:tracePt t="144449" x="6646863" y="2027238"/>
          <p14:tracePt t="144457" x="6596063" y="2027238"/>
          <p14:tracePt t="144465" x="6521450" y="2027238"/>
          <p14:tracePt t="144473" x="6434138" y="2027238"/>
          <p14:tracePt t="144481" x="6370638" y="2027238"/>
          <p14:tracePt t="144489" x="6296025" y="2052638"/>
          <p14:tracePt t="144497" x="6196013" y="2114550"/>
          <p14:tracePt t="144506" x="6096000" y="2190750"/>
          <p14:tracePt t="144513" x="6045200" y="2252663"/>
          <p14:tracePt t="144522" x="6045200" y="2278063"/>
          <p14:tracePt t="144529" x="6045200" y="2327275"/>
          <p14:tracePt t="144538" x="6045200" y="2352675"/>
          <p14:tracePt t="144545" x="6045200" y="2390775"/>
          <p14:tracePt t="144561" x="6083300" y="2403475"/>
          <p14:tracePt t="144569" x="6134100" y="2403475"/>
          <p14:tracePt t="144577" x="6170613" y="2414588"/>
          <p14:tracePt t="144585" x="6234113" y="2427288"/>
          <p14:tracePt t="144593" x="6308725" y="2452688"/>
          <p14:tracePt t="144601" x="6408738" y="2465388"/>
          <p14:tracePt t="144610" x="6546850" y="2478088"/>
          <p14:tracePt t="144617" x="6708775" y="2503488"/>
          <p14:tracePt t="144626" x="6897688" y="2503488"/>
          <p14:tracePt t="144633" x="7085013" y="2503488"/>
          <p14:tracePt t="144641" x="7285038" y="2503488"/>
          <p14:tracePt t="144649" x="7448550" y="2503488"/>
          <p14:tracePt t="144657" x="7597775" y="2490788"/>
          <p14:tracePt t="144665" x="7697788" y="2452688"/>
          <p14:tracePt t="144673" x="7735888" y="2427288"/>
          <p14:tracePt t="144681" x="7761288" y="2403475"/>
          <p14:tracePt t="144689" x="7773988" y="2378075"/>
          <p14:tracePt t="144697" x="7773988" y="2352675"/>
          <p14:tracePt t="144705" x="7773988" y="2339975"/>
          <p14:tracePt t="144713" x="7773988" y="2314575"/>
          <p14:tracePt t="144722" x="7773988" y="2290763"/>
          <p14:tracePt t="144729" x="7761288" y="2239963"/>
          <p14:tracePt t="144737" x="7735888" y="2214563"/>
          <p14:tracePt t="144745" x="7697788" y="2190750"/>
          <p14:tracePt t="144753" x="7685088" y="2165350"/>
          <p14:tracePt t="144761" x="7661275" y="2165350"/>
          <p14:tracePt t="144769" x="7635875" y="2152650"/>
          <p14:tracePt t="144777" x="7610475" y="2152650"/>
          <p14:tracePt t="144794" x="7585075" y="2152650"/>
          <p14:tracePt t="144801" x="7561263" y="2152650"/>
          <p14:tracePt t="144810" x="7535863" y="2165350"/>
          <p14:tracePt t="144817" x="7497763" y="2227263"/>
          <p14:tracePt t="144825" x="7472363" y="2278063"/>
          <p14:tracePt t="144833" x="7472363" y="2352675"/>
          <p14:tracePt t="144841" x="7448550" y="2439988"/>
          <p14:tracePt t="144849" x="7448550" y="2503488"/>
          <p14:tracePt t="144857" x="7448550" y="2578100"/>
          <p14:tracePt t="144865" x="7448550" y="2627313"/>
          <p14:tracePt t="144881" x="7459663" y="2665413"/>
          <p14:tracePt t="144897" x="7472363" y="2665413"/>
          <p14:tracePt t="144913" x="7485063" y="2665413"/>
          <p14:tracePt t="144922" x="7497763" y="2665413"/>
          <p14:tracePt t="144929" x="7523163" y="2665413"/>
          <p14:tracePt t="144937" x="7548563" y="2640013"/>
          <p14:tracePt t="144945" x="7572375" y="2603500"/>
          <p14:tracePt t="144953" x="7585075" y="2552700"/>
          <p14:tracePt t="144962" x="7585075" y="2516188"/>
          <p14:tracePt t="144969" x="7585075" y="2465388"/>
          <p14:tracePt t="144977" x="7585075" y="2414588"/>
          <p14:tracePt t="144985" x="7585075" y="2378075"/>
          <p14:tracePt t="144994" x="7585075" y="2352675"/>
          <p14:tracePt t="145001" x="7585075" y="2303463"/>
          <p14:tracePt t="145009" x="7561263" y="2239963"/>
          <p14:tracePt t="145017" x="7523163" y="2201863"/>
          <p14:tracePt t="145025" x="7510463" y="2178050"/>
          <p14:tracePt t="145033" x="7497763" y="2152650"/>
          <p14:tracePt t="145041" x="7485063" y="2139950"/>
          <p14:tracePt t="145049" x="7459663" y="2127250"/>
          <p14:tracePt t="145065" x="7448550" y="2127250"/>
          <p14:tracePt t="145073" x="7435850" y="2127250"/>
          <p14:tracePt t="145081" x="7423150" y="2127250"/>
          <p14:tracePt t="145090" x="7410450" y="2127250"/>
          <p14:tracePt t="145113" x="7397750" y="2127250"/>
          <p14:tracePt t="145121" x="7385050" y="2127250"/>
          <p14:tracePt t="145129" x="7359650" y="2127250"/>
          <p14:tracePt t="145137" x="7348538" y="2127250"/>
          <p14:tracePt t="145145" x="7310438" y="2165350"/>
          <p14:tracePt t="145153" x="7297738" y="2190750"/>
          <p14:tracePt t="145161" x="7259638" y="2227263"/>
          <p14:tracePt t="145169" x="7259638" y="2252663"/>
          <p14:tracePt t="145178" x="7223125" y="2303463"/>
          <p14:tracePt t="145185" x="7210425" y="2339975"/>
          <p14:tracePt t="145194" x="7210425" y="2352675"/>
          <p14:tracePt t="145209" x="7210425" y="2378075"/>
          <p14:tracePt t="145217" x="7210425" y="2390775"/>
          <p14:tracePt t="145233" x="7210425" y="2414588"/>
          <p14:tracePt t="145241" x="7223125" y="2439988"/>
          <p14:tracePt t="145249" x="7235825" y="2465388"/>
          <p14:tracePt t="145257" x="7272338" y="2490788"/>
          <p14:tracePt t="145265" x="7310438" y="2503488"/>
          <p14:tracePt t="145274" x="7348538" y="2527300"/>
          <p14:tracePt t="145281" x="7385050" y="2527300"/>
          <p14:tracePt t="145290" x="7410450" y="2527300"/>
          <p14:tracePt t="145297" x="7448550" y="2527300"/>
          <p14:tracePt t="145305" x="7459663" y="2527300"/>
          <p14:tracePt t="145313" x="7472363" y="2503488"/>
          <p14:tracePt t="145321" x="7497763" y="2478088"/>
          <p14:tracePt t="145329" x="7497763" y="2439988"/>
          <p14:tracePt t="145337" x="7497763" y="2427288"/>
          <p14:tracePt t="145345" x="7497763" y="2390775"/>
          <p14:tracePt t="145353" x="7497763" y="2365375"/>
          <p14:tracePt t="145362" x="7497763" y="2339975"/>
          <p14:tracePt t="145369" x="7485063" y="2314575"/>
          <p14:tracePt t="145378" x="7472363" y="2290763"/>
          <p14:tracePt t="145385" x="7435850" y="2265363"/>
          <p14:tracePt t="145393" x="7423150" y="2265363"/>
          <p14:tracePt t="145401" x="7410450" y="2252663"/>
          <p14:tracePt t="145409" x="7397750" y="2252663"/>
          <p14:tracePt t="145417" x="7385050" y="2252663"/>
          <p14:tracePt t="145425" x="7372350" y="2252663"/>
          <p14:tracePt t="145433" x="7359650" y="2252663"/>
          <p14:tracePt t="145441" x="7335838" y="2252663"/>
          <p14:tracePt t="145449" x="7323138" y="2252663"/>
          <p14:tracePt t="145457" x="7297738" y="2252663"/>
          <p14:tracePt t="145465" x="7285038" y="2252663"/>
          <p14:tracePt t="145474" x="7272338" y="2278063"/>
          <p14:tracePt t="145481" x="7223125" y="2303463"/>
          <p14:tracePt t="145489" x="7146925" y="2365375"/>
          <p14:tracePt t="145497" x="7085013" y="2414588"/>
          <p14:tracePt t="145505" x="7021513" y="2478088"/>
          <p14:tracePt t="145513" x="6985000" y="2527300"/>
          <p14:tracePt t="145521" x="6959600" y="2565400"/>
          <p14:tracePt t="145529" x="6934200" y="2616200"/>
          <p14:tracePt t="145537" x="6897688" y="2652713"/>
          <p14:tracePt t="145546" x="6872288" y="2678113"/>
          <p14:tracePt t="145553" x="6872288" y="2703513"/>
          <p14:tracePt t="145569" x="6859588" y="2716213"/>
          <p14:tracePt t="145689" x="6859588" y="2703513"/>
          <p14:tracePt t="145697" x="6859588" y="2627313"/>
          <p14:tracePt t="145705" x="6859588" y="2590800"/>
          <p14:tracePt t="145713" x="6872288" y="2540000"/>
          <p14:tracePt t="145721" x="6872288" y="2503488"/>
          <p14:tracePt t="145730" x="6872288" y="2490788"/>
          <p14:tracePt t="145737" x="6872288" y="2478088"/>
          <p14:tracePt t="145746" x="6872288" y="2452688"/>
          <p14:tracePt t="145769" x="6872288" y="2439988"/>
          <p14:tracePt t="145833" x="6859588" y="2439988"/>
          <p14:tracePt t="145841" x="6846888" y="2439988"/>
          <p14:tracePt t="145849" x="6834188" y="2439988"/>
          <p14:tracePt t="145873" x="6821488" y="2439988"/>
          <p14:tracePt t="145929" x="6808788" y="2439988"/>
          <p14:tracePt t="145946" x="6797675" y="2439988"/>
          <p14:tracePt t="145969" x="6784975" y="2439988"/>
          <p14:tracePt t="146129" x="6821488" y="2439988"/>
          <p14:tracePt t="146137" x="6846888" y="2439988"/>
          <p14:tracePt t="146145" x="6884988" y="2414588"/>
          <p14:tracePt t="146153" x="6910388" y="2414588"/>
          <p14:tracePt t="146161" x="6934200" y="2403475"/>
          <p14:tracePt t="146169" x="6997700" y="2390775"/>
          <p14:tracePt t="146177" x="7059613" y="2390775"/>
          <p14:tracePt t="146185" x="7146925" y="2390775"/>
          <p14:tracePt t="146193" x="7210425" y="2390775"/>
          <p14:tracePt t="146201" x="7310438" y="2390775"/>
          <p14:tracePt t="146210" x="7359650" y="2390775"/>
          <p14:tracePt t="146217" x="7385050" y="2390775"/>
          <p14:tracePt t="146226" x="7423150" y="2390775"/>
          <p14:tracePt t="146233" x="7448550" y="2390775"/>
          <p14:tracePt t="146249" x="7459663" y="2390775"/>
          <p14:tracePt t="146265" x="7485063" y="2390775"/>
          <p14:tracePt t="146273" x="7510463" y="2390775"/>
          <p14:tracePt t="146289" x="7523163" y="2390775"/>
          <p14:tracePt t="146298" x="7561263" y="2390775"/>
          <p14:tracePt t="146305" x="7561263" y="2414588"/>
          <p14:tracePt t="146314" x="7572375" y="2427288"/>
          <p14:tracePt t="146321" x="7585075" y="2452688"/>
          <p14:tracePt t="146329" x="7585075" y="2478088"/>
          <p14:tracePt t="146337" x="7585075" y="2503488"/>
          <p14:tracePt t="146345" x="7585075" y="2540000"/>
          <p14:tracePt t="146353" x="7572375" y="2565400"/>
          <p14:tracePt t="146361" x="7485063" y="2616200"/>
          <p14:tracePt t="146369" x="7410450" y="2627313"/>
          <p14:tracePt t="146378" x="7323138" y="2652713"/>
          <p14:tracePt t="146385" x="7259638" y="2652713"/>
          <p14:tracePt t="146393" x="7185025" y="2652713"/>
          <p14:tracePt t="146401" x="7172325" y="2652713"/>
          <p14:tracePt t="146410" x="7146925" y="2652713"/>
          <p14:tracePt t="146417" x="7123113" y="2616200"/>
          <p14:tracePt t="146425" x="7123113" y="2565400"/>
          <p14:tracePt t="146433" x="7110413" y="2516188"/>
          <p14:tracePt t="146441" x="7110413" y="2439988"/>
          <p14:tracePt t="146449" x="7110413" y="2352675"/>
          <p14:tracePt t="146457" x="7110413" y="2278063"/>
          <p14:tracePt t="146465" x="7159625" y="2201863"/>
          <p14:tracePt t="146473" x="7210425" y="2127250"/>
          <p14:tracePt t="146482" x="7235825" y="2065338"/>
          <p14:tracePt t="146489" x="7285038" y="2001838"/>
          <p14:tracePt t="146498" x="7310438" y="1978025"/>
          <p14:tracePt t="146505" x="7323138" y="1965325"/>
          <p14:tracePt t="146545" x="7335838" y="1965325"/>
          <p14:tracePt t="146553" x="7359650" y="1965325"/>
          <p14:tracePt t="146561" x="7397750" y="1989138"/>
          <p14:tracePt t="146569" x="7410450" y="2014538"/>
          <p14:tracePt t="146577" x="7423150" y="2065338"/>
          <p14:tracePt t="146585" x="7423150" y="2101850"/>
          <p14:tracePt t="146594" x="7423150" y="2152650"/>
          <p14:tracePt t="146601" x="7423150" y="2227263"/>
          <p14:tracePt t="146611" x="7410450" y="2265363"/>
          <p14:tracePt t="146617" x="7372350" y="2314575"/>
          <p14:tracePt t="146625" x="7335838" y="2339975"/>
          <p14:tracePt t="146633" x="7272338" y="2365375"/>
          <p14:tracePt t="146641" x="7185025" y="2390775"/>
          <p14:tracePt t="146649" x="7097713" y="2390775"/>
          <p14:tracePt t="146657" x="7034213" y="2390775"/>
          <p14:tracePt t="146665" x="6959600" y="2390775"/>
          <p14:tracePt t="146673" x="6897688" y="2339975"/>
          <p14:tracePt t="146682" x="6846888" y="2278063"/>
          <p14:tracePt t="146689" x="6797675" y="2239963"/>
          <p14:tracePt t="146697" x="6759575" y="2165350"/>
          <p14:tracePt t="146705" x="6746875" y="2127250"/>
          <p14:tracePt t="146713" x="6734175" y="2065338"/>
          <p14:tracePt t="146721" x="6734175" y="2039938"/>
          <p14:tracePt t="146729" x="6734175" y="2014538"/>
          <p14:tracePt t="146737" x="6734175" y="2001838"/>
          <p14:tracePt t="146745" x="6734175" y="1965325"/>
          <p14:tracePt t="146753" x="6746875" y="1965325"/>
          <p14:tracePt t="146762" x="6759575" y="1952625"/>
          <p14:tracePt t="146769" x="6772275" y="1952625"/>
          <p14:tracePt t="146778" x="6784975" y="1952625"/>
          <p14:tracePt t="146794" x="6797675" y="1952625"/>
          <p14:tracePt t="147169" x="6834188" y="1952625"/>
          <p14:tracePt t="147177" x="6872288" y="1952625"/>
          <p14:tracePt t="147185" x="6884988" y="1952625"/>
          <p14:tracePt t="147193" x="6897688" y="1952625"/>
          <p14:tracePt t="147201" x="6921500" y="1965325"/>
          <p14:tracePt t="147225" x="6946900" y="1978025"/>
          <p14:tracePt t="147241" x="6972300" y="1978025"/>
          <p14:tracePt t="147250" x="6997700" y="2014538"/>
          <p14:tracePt t="147281" x="6997700" y="2039938"/>
          <p14:tracePt t="147289" x="6997700" y="2052638"/>
          <p14:tracePt t="147297" x="6997700" y="2065338"/>
          <p14:tracePt t="147769" x="7010400" y="2065338"/>
          <p14:tracePt t="147777" x="7085013" y="2065338"/>
          <p14:tracePt t="147785" x="7185025" y="2065338"/>
          <p14:tracePt t="147793" x="7372350" y="2065338"/>
          <p14:tracePt t="147802" x="7661275" y="2101850"/>
          <p14:tracePt t="147809" x="7935913" y="2114550"/>
          <p14:tracePt t="147818" x="8135938" y="2139950"/>
          <p14:tracePt t="147825" x="8386763" y="2178050"/>
          <p14:tracePt t="147833" x="8574088" y="2201863"/>
          <p14:tracePt t="147841" x="8737600" y="2265363"/>
          <p14:tracePt t="147849" x="8850313" y="2290763"/>
          <p14:tracePt t="147857" x="8874125" y="2314575"/>
          <p14:tracePt t="147865" x="8899525" y="2327275"/>
          <p14:tracePt t="147881" x="8886825" y="2365375"/>
          <p14:tracePt t="147889" x="8850313" y="2378075"/>
          <p14:tracePt t="147898" x="8737600" y="2390775"/>
          <p14:tracePt t="147905" x="8586788" y="2414588"/>
          <p14:tracePt t="147914" x="8435975" y="2427288"/>
          <p14:tracePt t="147932" x="8110538" y="2439988"/>
          <p14:tracePt t="147937" x="7986713" y="2439988"/>
          <p14:tracePt t="147945" x="7897813" y="2439988"/>
          <p14:tracePt t="147953" x="7797800" y="2427288"/>
          <p14:tracePt t="147961" x="7723188" y="2403475"/>
          <p14:tracePt t="147969" x="7661275" y="2378075"/>
          <p14:tracePt t="147977" x="7648575" y="2352675"/>
          <p14:tracePt t="147986" x="7635875" y="2352675"/>
          <p14:tracePt t="147993" x="7635875" y="2327275"/>
          <p14:tracePt t="148002" x="7635875" y="2314575"/>
          <p14:tracePt t="148009" x="7635875" y="2290763"/>
          <p14:tracePt t="148017" x="7635875" y="2278063"/>
          <p14:tracePt t="148025" x="7635875" y="2239963"/>
          <p14:tracePt t="148033" x="7661275" y="2239963"/>
          <p14:tracePt t="148041" x="7710488" y="2227263"/>
          <p14:tracePt t="148049" x="7773988" y="2214563"/>
          <p14:tracePt t="148057" x="7848600" y="2214563"/>
          <p14:tracePt t="148065" x="7897813" y="2214563"/>
          <p14:tracePt t="148073" x="7961313" y="2214563"/>
          <p14:tracePt t="148081" x="7999413" y="2214563"/>
          <p14:tracePt t="148089" x="8035925" y="2214563"/>
          <p14:tracePt t="148098" x="8061325" y="2214563"/>
          <p14:tracePt t="148105" x="8086725" y="2239963"/>
          <p14:tracePt t="148113" x="8099425" y="2265363"/>
          <p14:tracePt t="148121" x="8110538" y="2290763"/>
          <p14:tracePt t="148129" x="8110538" y="2352675"/>
          <p14:tracePt t="148137" x="8110538" y="2390775"/>
          <p14:tracePt t="148145" x="8086725" y="2465388"/>
          <p14:tracePt t="148153" x="8010525" y="2527300"/>
          <p14:tracePt t="148161" x="7910513" y="2565400"/>
          <p14:tracePt t="148170" x="7773988" y="2590800"/>
          <p14:tracePt t="148177" x="7661275" y="2616200"/>
          <p14:tracePt t="148186" x="7561263" y="2616200"/>
          <p14:tracePt t="148193" x="7497763" y="2616200"/>
          <p14:tracePt t="148201" x="7459663" y="2603500"/>
          <p14:tracePt t="148209" x="7435850" y="2565400"/>
          <p14:tracePt t="148217" x="7397750" y="2503488"/>
          <p14:tracePt t="148225" x="7385050" y="2439988"/>
          <p14:tracePt t="148234" x="7385050" y="2390775"/>
          <p14:tracePt t="148241" x="7385050" y="2339975"/>
          <p14:tracePt t="148249" x="7385050" y="2290763"/>
          <p14:tracePt t="148257" x="7385050" y="2265363"/>
          <p14:tracePt t="148265" x="7397750" y="2214563"/>
          <p14:tracePt t="148273" x="7423150" y="2201863"/>
          <p14:tracePt t="148282" x="7459663" y="2178050"/>
          <p14:tracePt t="148289" x="7510463" y="2178050"/>
          <p14:tracePt t="148297" x="7585075" y="2165350"/>
          <p14:tracePt t="148305" x="7648575" y="2152650"/>
          <p14:tracePt t="148313" x="7685088" y="2152650"/>
          <p14:tracePt t="148321" x="7723188" y="2152650"/>
          <p14:tracePt t="148329" x="7748588" y="2152650"/>
          <p14:tracePt t="148337" x="7785100" y="2165350"/>
          <p14:tracePt t="148345" x="7797800" y="2178050"/>
          <p14:tracePt t="148354" x="7810500" y="2214563"/>
          <p14:tracePt t="148361" x="7810500" y="2265363"/>
          <p14:tracePt t="148370" x="7810500" y="2314575"/>
          <p14:tracePt t="148377" x="7810500" y="2365375"/>
          <p14:tracePt t="148385" x="7785100" y="2427288"/>
          <p14:tracePt t="148393" x="7673975" y="2503488"/>
          <p14:tracePt t="148401" x="7561263" y="2552700"/>
          <p14:tracePt t="148409" x="7410450" y="2552700"/>
          <p14:tracePt t="148417" x="7259638" y="2552700"/>
          <p14:tracePt t="148425" x="7134225" y="2552700"/>
          <p14:tracePt t="148433" x="7046913" y="2516188"/>
          <p14:tracePt t="148441" x="6972300" y="2465388"/>
          <p14:tracePt t="148449" x="6946900" y="2439988"/>
          <p14:tracePt t="148457" x="6934200" y="2414588"/>
          <p14:tracePt t="148466" x="6934200" y="2365375"/>
          <p14:tracePt t="148473" x="6934200" y="2327275"/>
          <p14:tracePt t="148482" x="6946900" y="2265363"/>
          <p14:tracePt t="148489" x="6959600" y="2252663"/>
          <p14:tracePt t="148497" x="7010400" y="2214563"/>
          <p14:tracePt t="148505" x="7123113" y="2201863"/>
          <p14:tracePt t="148513" x="7185025" y="2201863"/>
          <p14:tracePt t="148521" x="7310438" y="2201863"/>
          <p14:tracePt t="148529" x="7448550" y="2201863"/>
          <p14:tracePt t="148537" x="7572375" y="2201863"/>
          <p14:tracePt t="148545" x="7685088" y="2201863"/>
          <p14:tracePt t="148554" x="7785100" y="2201863"/>
          <p14:tracePt t="148561" x="7874000" y="2201863"/>
          <p14:tracePt t="148569" x="7935913" y="2201863"/>
          <p14:tracePt t="148577" x="7974013" y="2227263"/>
          <p14:tracePt t="148585" x="7999413" y="2239963"/>
          <p14:tracePt t="148593" x="8010525" y="2278063"/>
          <p14:tracePt t="148601" x="8010525" y="2314575"/>
          <p14:tracePt t="148609" x="8010525" y="2365375"/>
          <p14:tracePt t="148617" x="7999413" y="2452688"/>
          <p14:tracePt t="148625" x="7897813" y="2540000"/>
          <p14:tracePt t="148633" x="7761288" y="2616200"/>
          <p14:tracePt t="148641" x="7623175" y="2665413"/>
          <p14:tracePt t="148650" x="7385050" y="2716213"/>
          <p14:tracePt t="148657" x="7223125" y="2728913"/>
          <p14:tracePt t="148666" x="7072313" y="2728913"/>
          <p14:tracePt t="148673" x="6921500" y="2728913"/>
          <p14:tracePt t="148681" x="6797675" y="2716213"/>
          <p14:tracePt t="148689" x="6721475" y="2678113"/>
          <p14:tracePt t="148697" x="6684963" y="2627313"/>
          <p14:tracePt t="148705" x="6684963" y="2603500"/>
          <p14:tracePt t="148713" x="6684963" y="2565400"/>
          <p14:tracePt t="148721" x="6684963" y="2540000"/>
          <p14:tracePt t="148729" x="6684963" y="2503488"/>
          <p14:tracePt t="148738" x="6721475" y="2439988"/>
          <p14:tracePt t="148745" x="6859588" y="2414588"/>
          <p14:tracePt t="148754" x="6997700" y="2378075"/>
          <p14:tracePt t="148761" x="7146925" y="2365375"/>
          <p14:tracePt t="148769" x="7323138" y="2314575"/>
          <p14:tracePt t="148777" x="7485063" y="2303463"/>
          <p14:tracePt t="148785" x="7648575" y="2290763"/>
          <p14:tracePt t="148793" x="7785100" y="2278063"/>
          <p14:tracePt t="148801" x="7897813" y="2278063"/>
          <p14:tracePt t="148809" x="7999413" y="2278063"/>
          <p14:tracePt t="148817" x="8074025" y="2278063"/>
          <p14:tracePt t="148825" x="8110538" y="2278063"/>
          <p14:tracePt t="148841" x="8123238" y="2278063"/>
          <p14:tracePt t="148850" x="8123238" y="2290763"/>
          <p14:tracePt t="148857" x="8123238" y="2303463"/>
          <p14:tracePt t="148865" x="8110538" y="2339975"/>
          <p14:tracePt t="148873" x="8061325" y="2414588"/>
          <p14:tracePt t="148881" x="8023225" y="2465388"/>
          <p14:tracePt t="148889" x="7948613" y="2516188"/>
          <p14:tracePt t="148897" x="7823200" y="2552700"/>
          <p14:tracePt t="148905" x="7723188" y="2590800"/>
          <p14:tracePt t="148913" x="7597775" y="2627313"/>
          <p14:tracePt t="148933" x="7410450" y="2627313"/>
          <p14:tracePt t="148938" x="7359650" y="2627313"/>
          <p14:tracePt t="148945" x="7335838" y="2627313"/>
          <p14:tracePt t="148953" x="7310438" y="2603500"/>
          <p14:tracePt t="148961" x="7297738" y="2590800"/>
          <p14:tracePt t="148969" x="7297738" y="2552700"/>
          <p14:tracePt t="148977" x="7297738" y="2527300"/>
          <p14:tracePt t="148985" x="7297738" y="2503488"/>
          <p14:tracePt t="148993" x="7297738" y="2465388"/>
          <p14:tracePt t="149002" x="7297738" y="2427288"/>
          <p14:tracePt t="149009" x="7297738" y="2414588"/>
          <p14:tracePt t="149017" x="7323138" y="2365375"/>
          <p14:tracePt t="149034" x="7372350" y="2327275"/>
          <p14:tracePt t="149041" x="7397750" y="2314575"/>
          <p14:tracePt t="149049" x="7459663" y="2303463"/>
          <p14:tracePt t="149057" x="7548563" y="2303463"/>
          <p14:tracePt t="149065" x="7635875" y="2303463"/>
          <p14:tracePt t="149073" x="7685088" y="2303463"/>
          <p14:tracePt t="149081" x="7710488" y="2303463"/>
          <p14:tracePt t="149089" x="7735888" y="2303463"/>
          <p14:tracePt t="149106" x="7748588" y="2303463"/>
          <p14:tracePt t="149122" x="7748588" y="2314575"/>
          <p14:tracePt t="149129" x="7748588" y="2352675"/>
          <p14:tracePt t="149137" x="7735888" y="2390775"/>
          <p14:tracePt t="149145" x="7673975" y="2414588"/>
          <p14:tracePt t="149153" x="7597775" y="2465388"/>
          <p14:tracePt t="149161" x="7523163" y="2490788"/>
          <p14:tracePt t="149169" x="7448550" y="2527300"/>
          <p14:tracePt t="149177" x="7397750" y="2540000"/>
          <p14:tracePt t="149185" x="7359650" y="2540000"/>
          <p14:tracePt t="149193" x="7335838" y="2540000"/>
          <p14:tracePt t="149201" x="7310438" y="2540000"/>
          <p14:tracePt t="149218" x="7297738" y="2540000"/>
          <p14:tracePt t="149234" x="7297738" y="2527300"/>
          <p14:tracePt t="149241" x="7297738" y="2516188"/>
          <p14:tracePt t="149265" x="7297738" y="2490788"/>
          <p14:tracePt t="149281" x="7297738" y="2478088"/>
          <p14:tracePt t="149289" x="7297738" y="2465388"/>
          <p14:tracePt t="149297" x="7297738" y="2439988"/>
          <p14:tracePt t="149306" x="7297738" y="2427288"/>
          <p14:tracePt t="149313" x="7297738" y="2414588"/>
          <p14:tracePt t="149321" x="7297738" y="2403475"/>
          <p14:tracePt t="150233" x="7297738" y="2390775"/>
          <p14:tracePt t="150242" x="7310438" y="2365375"/>
          <p14:tracePt t="150249" x="7323138" y="2352675"/>
          <p14:tracePt t="150257" x="7335838" y="2339975"/>
          <p14:tracePt t="150265" x="7348538" y="2339975"/>
          <p14:tracePt t="150273" x="7359650" y="2327275"/>
          <p14:tracePt t="150857" x="7372350" y="2327275"/>
          <p14:tracePt t="151097" x="7385050" y="2327275"/>
          <p14:tracePt t="151106" x="7385050" y="2339975"/>
          <p14:tracePt t="151425" x="7385050" y="2352675"/>
          <p14:tracePt t="151465" x="7385050" y="2365375"/>
          <p14:tracePt t="152897" x="7348538" y="2365375"/>
          <p14:tracePt t="152913" x="7335838" y="2365375"/>
          <p14:tracePt t="152921" x="7323138" y="2378075"/>
          <p14:tracePt t="152929" x="7310438" y="2378075"/>
          <p14:tracePt t="152937" x="7297738" y="2378075"/>
          <p14:tracePt t="152945" x="7285038" y="2378075"/>
          <p14:tracePt t="152953" x="7259638" y="2378075"/>
          <p14:tracePt t="152961" x="7246938" y="2390775"/>
          <p14:tracePt t="152969" x="7235825" y="2390775"/>
          <p14:tracePt t="152978" x="7223125" y="2403475"/>
          <p14:tracePt t="152993" x="7197725" y="2403475"/>
          <p14:tracePt t="153001" x="7172325" y="2414588"/>
          <p14:tracePt t="153009" x="7146925" y="2427288"/>
          <p14:tracePt t="153017" x="7110413" y="2427288"/>
          <p14:tracePt t="153025" x="7097713" y="2427288"/>
          <p14:tracePt t="153033" x="7085013" y="2427288"/>
          <p14:tracePt t="153041" x="7072313" y="2427288"/>
          <p14:tracePt t="153050" x="7059613" y="2427288"/>
          <p14:tracePt t="153057" x="7046913" y="2427288"/>
          <p14:tracePt t="153066" x="7034213" y="2414588"/>
          <p14:tracePt t="153073" x="7021513" y="2414588"/>
          <p14:tracePt t="153081" x="7021513" y="2403475"/>
          <p14:tracePt t="153089" x="6997700" y="2390775"/>
          <p14:tracePt t="153097" x="6985000" y="2390775"/>
          <p14:tracePt t="153105" x="6972300" y="2390775"/>
          <p14:tracePt t="153145" x="6946900" y="2378075"/>
          <p14:tracePt t="153153" x="6934200" y="2365375"/>
          <p14:tracePt t="153161" x="6921500" y="2365375"/>
          <p14:tracePt t="153169" x="6910388" y="2352675"/>
          <p14:tracePt t="153185" x="6897688" y="2352675"/>
          <p14:tracePt t="153209" x="6872288" y="2352675"/>
          <p14:tracePt t="153281" x="6859588" y="2352675"/>
          <p14:tracePt t="153297" x="6834188" y="2352675"/>
          <p14:tracePt t="153305" x="6821488" y="2378075"/>
          <p14:tracePt t="153313" x="6808788" y="2390775"/>
          <p14:tracePt t="153321" x="6808788" y="2427288"/>
          <p14:tracePt t="153777" x="6808788" y="2439988"/>
          <p14:tracePt t="153897" x="6821488" y="2439988"/>
          <p14:tracePt t="154025" x="6846888" y="2439988"/>
          <p14:tracePt t="154049" x="6859588" y="2439988"/>
          <p14:tracePt t="154073" x="6884988" y="2439988"/>
          <p14:tracePt t="154089" x="6897688" y="2439988"/>
          <p14:tracePt t="154113" x="6910388" y="2439988"/>
          <p14:tracePt t="154121" x="6934200" y="2439988"/>
          <p14:tracePt t="154137" x="6959600" y="2439988"/>
          <p14:tracePt t="154153" x="6972300" y="2439988"/>
          <p14:tracePt t="154161" x="6997700" y="2439988"/>
          <p14:tracePt t="154169" x="7021513" y="2439988"/>
          <p14:tracePt t="154177" x="7034213" y="2439988"/>
          <p14:tracePt t="154185" x="7046913" y="2439988"/>
          <p14:tracePt t="154193" x="7085013" y="2439988"/>
          <p14:tracePt t="154201" x="7110413" y="2439988"/>
          <p14:tracePt t="154209" x="7134225" y="2439988"/>
          <p14:tracePt t="154217" x="7172325" y="2439988"/>
          <p14:tracePt t="154225" x="7185025" y="2439988"/>
          <p14:tracePt t="154233" x="7210425" y="2439988"/>
          <p14:tracePt t="154241" x="7223125" y="2439988"/>
          <p14:tracePt t="154249" x="7272338" y="2439988"/>
          <p14:tracePt t="154257" x="7335838" y="2439988"/>
          <p14:tracePt t="154265" x="7385050" y="2465388"/>
          <p14:tracePt t="154273" x="7448550" y="2503488"/>
          <p14:tracePt t="154282" x="7523163" y="2527300"/>
          <p14:tracePt t="154289" x="7548563" y="2540000"/>
          <p14:tracePt t="154298" x="7572375" y="2565400"/>
          <p14:tracePt t="154305" x="7597775" y="2565400"/>
          <p14:tracePt t="154313" x="7623175" y="2590800"/>
          <p14:tracePt t="154329" x="7635875" y="2590800"/>
          <p14:tracePt t="154601" x="7648575" y="2590800"/>
          <p14:tracePt t="154617" x="7661275" y="2590800"/>
          <p14:tracePt t="154673" x="7685088" y="2590800"/>
          <p14:tracePt t="154777" x="7710488" y="2590800"/>
          <p14:tracePt t="154897" x="7723188" y="2590800"/>
          <p14:tracePt t="154905" x="7761288" y="2640013"/>
          <p14:tracePt t="154917" x="7773988" y="2690813"/>
          <p14:tracePt t="154922" x="7785100" y="2752725"/>
          <p14:tracePt t="154929" x="7797800" y="2803525"/>
          <p14:tracePt t="154938" x="7797800" y="2852738"/>
          <p14:tracePt t="154945" x="7797800" y="2903538"/>
          <p14:tracePt t="154953" x="7823200" y="2978150"/>
          <p14:tracePt t="154961" x="7835900" y="3054350"/>
          <p14:tracePt t="154969" x="7897813" y="3128963"/>
          <p14:tracePt t="154977" x="7897813" y="3165475"/>
          <p14:tracePt t="154985" x="7910513" y="3190875"/>
          <p14:tracePt t="155049" x="7910513" y="3203575"/>
          <p14:tracePt t="155073" x="7910513" y="3216275"/>
          <p14:tracePt t="155081" x="7897813" y="3216275"/>
          <p14:tracePt t="155089" x="7874000" y="3178175"/>
          <p14:tracePt t="155097" x="7848600" y="3103563"/>
          <p14:tracePt t="155106" x="7848600" y="3041650"/>
          <p14:tracePt t="155113" x="7835900" y="2952750"/>
          <p14:tracePt t="155122" x="7835900" y="2852738"/>
          <p14:tracePt t="155129" x="7810500" y="2765425"/>
          <p14:tracePt t="155137" x="7785100" y="2665413"/>
          <p14:tracePt t="155145" x="7785100" y="2565400"/>
          <p14:tracePt t="155153" x="7773988" y="2439988"/>
          <p14:tracePt t="155161" x="7773988" y="2339975"/>
          <p14:tracePt t="155169" x="7773988" y="2278063"/>
          <p14:tracePt t="155177" x="7761288" y="2201863"/>
          <p14:tracePt t="155185" x="7748588" y="2165350"/>
          <p14:tracePt t="155193" x="7748588" y="2114550"/>
          <p14:tracePt t="155201" x="7697788" y="2052638"/>
          <p14:tracePt t="155209" x="7673975" y="2027238"/>
          <p14:tracePt t="155218" x="7610475" y="1989138"/>
          <p14:tracePt t="155225" x="7561263" y="1965325"/>
          <p14:tracePt t="155234" x="7459663" y="1927225"/>
          <p14:tracePt t="155241" x="7372350" y="1914525"/>
          <p14:tracePt t="155249" x="7272338" y="1914525"/>
          <p14:tracePt t="155257" x="7159625" y="1901825"/>
          <p14:tracePt t="155265" x="7046913" y="1901825"/>
          <p14:tracePt t="155273" x="6985000" y="1901825"/>
          <p14:tracePt t="155281" x="6910388" y="1901825"/>
          <p14:tracePt t="155290" x="6859588" y="1901825"/>
          <p14:tracePt t="155297" x="6821488" y="1901825"/>
          <p14:tracePt t="155306" x="6784975" y="1901825"/>
          <p14:tracePt t="155313" x="6746875" y="1901825"/>
          <p14:tracePt t="155322" x="6721475" y="1927225"/>
          <p14:tracePt t="155329" x="6646863" y="1978025"/>
          <p14:tracePt t="155337" x="6596063" y="2001838"/>
          <p14:tracePt t="155345" x="6521450" y="2065338"/>
          <p14:tracePt t="155354" x="6483350" y="2101850"/>
          <p14:tracePt t="155361" x="6434138" y="2178050"/>
          <p14:tracePt t="155369" x="6408738" y="2239963"/>
          <p14:tracePt t="155377" x="6359525" y="2327275"/>
          <p14:tracePt t="155385" x="6346825" y="2414588"/>
          <p14:tracePt t="155393" x="6346825" y="2503488"/>
          <p14:tracePt t="155402" x="6346825" y="2590800"/>
          <p14:tracePt t="155409" x="6346825" y="2665413"/>
          <p14:tracePt t="155418" x="6346825" y="2765425"/>
          <p14:tracePt t="155425" x="6346825" y="2840038"/>
          <p14:tracePt t="155433" x="6346825" y="2903538"/>
          <p14:tracePt t="155441" x="6396038" y="2978150"/>
          <p14:tracePt t="155449" x="6421438" y="3028950"/>
          <p14:tracePt t="155457" x="6496050" y="3078163"/>
          <p14:tracePt t="155465" x="6572250" y="3090863"/>
          <p14:tracePt t="155473" x="6734175" y="3103563"/>
          <p14:tracePt t="155481" x="6910388" y="3103563"/>
          <p14:tracePt t="155490" x="7159625" y="3103563"/>
          <p14:tracePt t="155497" x="7423150" y="3065463"/>
          <p14:tracePt t="155506" x="7648575" y="2952750"/>
          <p14:tracePt t="155513" x="7923213" y="2840038"/>
          <p14:tracePt t="155521" x="8135938" y="2703513"/>
          <p14:tracePt t="155529" x="8312150" y="2565400"/>
          <p14:tracePt t="155537" x="8412163" y="2439988"/>
          <p14:tracePt t="155545" x="8448675" y="2339975"/>
          <p14:tracePt t="155553" x="8448675" y="2278063"/>
          <p14:tracePt t="155561" x="8448675" y="2227263"/>
          <p14:tracePt t="155569" x="8448675" y="2178050"/>
          <p14:tracePt t="155577" x="8399463" y="2127250"/>
          <p14:tracePt t="155585" x="8312150" y="2065338"/>
          <p14:tracePt t="155593" x="8223250" y="2027238"/>
          <p14:tracePt t="155602" x="8099425" y="1978025"/>
          <p14:tracePt t="155609" x="7948613" y="1952625"/>
          <p14:tracePt t="155617" x="7797800" y="1901825"/>
          <p14:tracePt t="155625" x="7661275" y="1852613"/>
          <p14:tracePt t="155633" x="7485063" y="1827213"/>
          <p14:tracePt t="155641" x="7323138" y="1814513"/>
          <p14:tracePt t="155649" x="7185025" y="1814513"/>
          <p14:tracePt t="155657" x="7072313" y="1814513"/>
          <p14:tracePt t="155665" x="7010400" y="1814513"/>
          <p14:tracePt t="155674" x="6959600" y="1814513"/>
          <p14:tracePt t="155681" x="6897688" y="1814513"/>
          <p14:tracePt t="155690" x="6846888" y="1839913"/>
          <p14:tracePt t="155697" x="6821488" y="1852613"/>
          <p14:tracePt t="155705" x="6797675" y="1865313"/>
          <p14:tracePt t="155713" x="6784975" y="1876425"/>
          <p14:tracePt t="155721" x="6759575" y="1901825"/>
          <p14:tracePt t="155729" x="6746875" y="1927225"/>
          <p14:tracePt t="155737" x="6734175" y="1952625"/>
          <p14:tracePt t="155745" x="6708775" y="2001838"/>
          <p14:tracePt t="155753" x="6696075" y="2052638"/>
          <p14:tracePt t="155761" x="6659563" y="2114550"/>
          <p14:tracePt t="155770" x="6634163" y="2165350"/>
          <p14:tracePt t="155777" x="6621463" y="2201863"/>
          <p14:tracePt t="155786" x="6596063" y="2265363"/>
          <p14:tracePt t="155793" x="6584950" y="2303463"/>
          <p14:tracePt t="155801" x="6572250" y="2327275"/>
          <p14:tracePt t="155809" x="6546850" y="2365375"/>
          <p14:tracePt t="155817" x="6546850" y="2390775"/>
          <p14:tracePt t="155833" x="6546850" y="2403475"/>
          <p14:tracePt t="155841" x="6546850" y="2427288"/>
          <p14:tracePt t="155849" x="6546850" y="2439988"/>
          <p14:tracePt t="155865" x="6546850" y="2452688"/>
          <p14:tracePt t="155897" x="6546850" y="2465388"/>
          <p14:tracePt t="155945" x="6559550" y="2465388"/>
          <p14:tracePt t="156209" x="6584950" y="2490788"/>
          <p14:tracePt t="156217" x="6659563" y="2490788"/>
          <p14:tracePt t="156226" x="6772275" y="2490788"/>
          <p14:tracePt t="156233" x="6884988" y="2490788"/>
          <p14:tracePt t="156242" x="7021513" y="2490788"/>
          <p14:tracePt t="156249" x="7110413" y="2490788"/>
          <p14:tracePt t="156257" x="7159625" y="2490788"/>
          <p14:tracePt t="156265" x="7197725" y="2490788"/>
          <p14:tracePt t="156321" x="7210425" y="2478088"/>
          <p14:tracePt t="156329" x="7210425" y="2452688"/>
          <p14:tracePt t="156337" x="7210425" y="2439988"/>
          <p14:tracePt t="156345" x="7210425" y="2427288"/>
          <p14:tracePt t="156417" x="7197725" y="2427288"/>
          <p14:tracePt t="156593" x="7210425" y="2427288"/>
          <p14:tracePt t="156601" x="7285038" y="2427288"/>
          <p14:tracePt t="156610" x="7297738" y="2414588"/>
          <p14:tracePt t="156617" x="7335838" y="2390775"/>
          <p14:tracePt t="156625" x="7397750" y="2365375"/>
          <p14:tracePt t="156633" x="7423150" y="2339975"/>
          <p14:tracePt t="156641" x="7448550" y="2327275"/>
          <p14:tracePt t="156649" x="7459663" y="2314575"/>
          <p14:tracePt t="156665" x="7485063" y="2290763"/>
          <p14:tracePt t="156713" x="7472363" y="2290763"/>
          <p14:tracePt t="156721" x="7423150" y="2290763"/>
          <p14:tracePt t="156729" x="7385050" y="2290763"/>
          <p14:tracePt t="156738" x="7335838" y="2290763"/>
          <p14:tracePt t="156745" x="7297738" y="2278063"/>
          <p14:tracePt t="156753" x="7246938" y="2252663"/>
          <p14:tracePt t="156761" x="7185025" y="2239963"/>
          <p14:tracePt t="156769" x="7146925" y="2214563"/>
          <p14:tracePt t="156777" x="7123113" y="2201863"/>
          <p14:tracePt t="156794" x="7110413" y="2190750"/>
          <p14:tracePt t="156825" x="7097713" y="2190750"/>
          <p14:tracePt t="156833" x="7085013" y="2190750"/>
          <p14:tracePt t="156873" x="7059613" y="2190750"/>
          <p14:tracePt t="157001" x="7159625" y="2190750"/>
          <p14:tracePt t="157009" x="7246938" y="2190750"/>
          <p14:tracePt t="157017" x="7335838" y="2190750"/>
          <p14:tracePt t="157025" x="7435850" y="2190750"/>
          <p14:tracePt t="157033" x="7535863" y="2178050"/>
          <p14:tracePt t="157041" x="7572375" y="2165350"/>
          <p14:tracePt t="157049" x="7623175" y="2139950"/>
          <p14:tracePt t="157057" x="7635875" y="2139950"/>
          <p14:tracePt t="157065" x="7648575" y="2127250"/>
          <p14:tracePt t="157273" x="7673975" y="2127250"/>
          <p14:tracePt t="157281" x="7710488" y="2127250"/>
          <p14:tracePt t="157289" x="7761288" y="2114550"/>
          <p14:tracePt t="157297" x="7835900" y="2114550"/>
          <p14:tracePt t="157305" x="7897813" y="2114550"/>
          <p14:tracePt t="157313" x="7999413" y="2114550"/>
          <p14:tracePt t="157321" x="8086725" y="2089150"/>
          <p14:tracePt t="157329" x="8135938" y="2089150"/>
          <p14:tracePt t="157337" x="8223250" y="2089150"/>
          <p14:tracePt t="157346" x="8248650" y="2089150"/>
          <p14:tracePt t="157353" x="8286750" y="2089150"/>
          <p14:tracePt t="157362" x="8312150" y="2089150"/>
          <p14:tracePt t="157369" x="8324850" y="2089150"/>
          <p14:tracePt t="157378" x="8335963" y="2089150"/>
          <p14:tracePt t="157385" x="8361363" y="2089150"/>
          <p14:tracePt t="157401" x="8374063" y="2089150"/>
          <p14:tracePt t="157601" x="8399463" y="2089150"/>
          <p14:tracePt t="157673" x="8424863" y="2089150"/>
          <p14:tracePt t="157705" x="8424863" y="2101850"/>
          <p14:tracePt t="157713" x="8435975" y="2114550"/>
          <p14:tracePt t="157730" x="8435975" y="2127250"/>
          <p14:tracePt t="157737" x="8448675" y="2139950"/>
          <p14:tracePt t="157746" x="8448675" y="2152650"/>
          <p14:tracePt t="157761" x="8448675" y="2165350"/>
          <p14:tracePt t="157777" x="8448675" y="2190750"/>
          <p14:tracePt t="157785" x="8399463" y="2227263"/>
          <p14:tracePt t="157793" x="8261350" y="2265363"/>
          <p14:tracePt t="157801" x="8099425" y="2314575"/>
          <p14:tracePt t="157809" x="7861300" y="2339975"/>
          <p14:tracePt t="157817" x="7623175" y="2339975"/>
          <p14:tracePt t="157825" x="7435850" y="2339975"/>
          <p14:tracePt t="157833" x="7285038" y="2339975"/>
          <p14:tracePt t="157842" x="7146925" y="2339975"/>
          <p14:tracePt t="157849" x="7085013" y="2339975"/>
          <p14:tracePt t="157859" x="7059613" y="2327275"/>
          <p14:tracePt t="157865" x="7046913" y="2327275"/>
          <p14:tracePt t="159977" x="7059613" y="2327275"/>
          <p14:tracePt t="160089" x="7085013" y="2327275"/>
          <p14:tracePt t="160098" x="7134225" y="2327275"/>
          <p14:tracePt t="160105" x="7185025" y="2327275"/>
          <p14:tracePt t="160113" x="7246938" y="2378075"/>
          <p14:tracePt t="160121" x="7310438" y="2427288"/>
          <p14:tracePt t="160129" x="7359650" y="2490788"/>
          <p14:tracePt t="160137" x="7385050" y="2527300"/>
          <p14:tracePt t="160145" x="7448550" y="2590800"/>
          <p14:tracePt t="160153" x="7510463" y="2665413"/>
          <p14:tracePt t="160161" x="7572375" y="2728913"/>
          <p14:tracePt t="160170" x="7635875" y="2765425"/>
          <p14:tracePt t="160177" x="7661275" y="2790825"/>
          <p14:tracePt t="160186" x="7685088" y="2816225"/>
          <p14:tracePt t="160193" x="7735888" y="2852738"/>
          <p14:tracePt t="160201" x="7773988" y="2878138"/>
          <p14:tracePt t="160209" x="7810500" y="2916238"/>
          <p14:tracePt t="160225" x="7823200" y="2916238"/>
          <p14:tracePt t="160337" x="7835900" y="2916238"/>
          <p14:tracePt t="160354" x="7823200" y="2903538"/>
          <p14:tracePt t="160361" x="7823200" y="2890838"/>
          <p14:tracePt t="160370" x="7810500" y="2890838"/>
          <p14:tracePt t="160377" x="7797800" y="2878138"/>
          <p14:tracePt t="160385" x="7773988" y="2878138"/>
          <p14:tracePt t="160393" x="7773988" y="2865438"/>
          <p14:tracePt t="160401" x="7748588" y="2852738"/>
          <p14:tracePt t="160409" x="7735888" y="2852738"/>
          <p14:tracePt t="160417" x="7735888" y="2840038"/>
          <p14:tracePt t="160481" x="7710488" y="2840038"/>
          <p14:tracePt t="160505" x="7697788" y="2840038"/>
          <p14:tracePt t="160513" x="7697788" y="2828925"/>
          <p14:tracePt t="160545" x="7685088" y="2816225"/>
          <p14:tracePt t="160657" x="7673975" y="2803525"/>
          <p14:tracePt t="161473" x="7673975" y="2816225"/>
          <p14:tracePt t="161481" x="7723188" y="2840038"/>
          <p14:tracePt t="161490" x="7748588" y="2865438"/>
          <p14:tracePt t="161497" x="7773988" y="2903538"/>
          <p14:tracePt t="161505" x="7797800" y="2928938"/>
          <p14:tracePt t="161513" x="7823200" y="2965450"/>
          <p14:tracePt t="161521" x="7861300" y="3016250"/>
          <p14:tracePt t="161529" x="7874000" y="3041650"/>
          <p14:tracePt t="161537" x="7923213" y="3090863"/>
          <p14:tracePt t="161545" x="7999413" y="3190875"/>
          <p14:tracePt t="161553" x="8074025" y="3267075"/>
          <p14:tracePt t="161561" x="8148638" y="3354388"/>
          <p14:tracePt t="161569" x="8212138" y="3429000"/>
          <p14:tracePt t="161577" x="8274050" y="3554413"/>
          <p14:tracePt t="161586" x="8324850" y="3629025"/>
          <p14:tracePt t="161593" x="8386763" y="3767138"/>
          <p14:tracePt t="161602" x="8435975" y="3929063"/>
          <p14:tracePt t="161609" x="8474075" y="3979863"/>
          <p14:tracePt t="161617" x="8524875" y="4079875"/>
          <p14:tracePt t="161625" x="8561388" y="4117975"/>
          <p14:tracePt t="161633" x="8574088" y="4141788"/>
          <p14:tracePt t="161641" x="8599488" y="4179888"/>
          <p14:tracePt t="161649" x="8624888" y="4205288"/>
          <p14:tracePt t="161657" x="8637588" y="4205288"/>
          <p14:tracePt t="161665" x="8637588" y="4241800"/>
          <p14:tracePt t="161674" x="8650288" y="4254500"/>
          <p14:tracePt t="161697" x="8661400" y="4267200"/>
          <p14:tracePt t="161705" x="8674100" y="4267200"/>
          <p14:tracePt t="161737" x="8686800" y="4292600"/>
          <p14:tracePt t="162305" x="8674100" y="4267200"/>
          <p14:tracePt t="162313" x="8624888" y="4241800"/>
          <p14:tracePt t="162321" x="8586788" y="4217988"/>
          <p14:tracePt t="162329" x="8512175" y="4167188"/>
          <p14:tracePt t="162338" x="8374063" y="4067175"/>
          <p14:tracePt t="162345" x="8248650" y="3941763"/>
          <p14:tracePt t="162354" x="8086725" y="3767138"/>
          <p14:tracePt t="162361" x="7923213" y="3603625"/>
          <p14:tracePt t="162369" x="7797800" y="3479800"/>
          <p14:tracePt t="162377" x="7685088" y="3367088"/>
          <p14:tracePt t="162385" x="7597775" y="3254375"/>
          <p14:tracePt t="162393" x="7548563" y="3203575"/>
          <p14:tracePt t="162401" x="7510463" y="3154363"/>
          <p14:tracePt t="162409" x="7497763" y="3116263"/>
          <p14:tracePt t="162417" x="7485063" y="3078163"/>
          <p14:tracePt t="162426" x="7472363" y="3054350"/>
          <p14:tracePt t="162433" x="7459663" y="3016250"/>
          <p14:tracePt t="162449" x="7459663" y="2978150"/>
          <p14:tracePt t="162465" x="7435850" y="2952750"/>
          <p14:tracePt t="162473" x="7435850" y="2928938"/>
          <p14:tracePt t="162481" x="7410450" y="2890838"/>
          <p14:tracePt t="162489" x="7372350" y="2852738"/>
          <p14:tracePt t="162497" x="7323138" y="2778125"/>
          <p14:tracePt t="162505" x="7297738" y="2728913"/>
          <p14:tracePt t="162513" x="7246938" y="2678113"/>
          <p14:tracePt t="162522" x="7210425" y="2640013"/>
          <p14:tracePt t="162529" x="7134225" y="2590800"/>
          <p14:tracePt t="162538" x="7072313" y="2552700"/>
          <p14:tracePt t="162545" x="7010400" y="2527300"/>
          <p14:tracePt t="162553" x="6934200" y="2516188"/>
          <p14:tracePt t="162561" x="6872288" y="2490788"/>
          <p14:tracePt t="162569" x="6821488" y="2490788"/>
          <p14:tracePt t="162577" x="6808788" y="2490788"/>
          <p14:tracePt t="162585" x="6772275" y="2490788"/>
          <p14:tracePt t="162593" x="6746875" y="2527300"/>
          <p14:tracePt t="162601" x="6746875" y="2590800"/>
          <p14:tracePt t="162610" x="6734175" y="2678113"/>
          <p14:tracePt t="162617" x="6734175" y="2790825"/>
          <p14:tracePt t="162626" x="6734175" y="2890838"/>
          <p14:tracePt t="162633" x="6734175" y="2965450"/>
          <p14:tracePt t="162641" x="6734175" y="3028950"/>
          <p14:tracePt t="162649" x="6734175" y="3103563"/>
          <p14:tracePt t="162657" x="6759575" y="3154363"/>
          <p14:tracePt t="162665" x="6772275" y="3203575"/>
          <p14:tracePt t="162673" x="6846888" y="3228975"/>
          <p14:tracePt t="162681" x="6934200" y="3254375"/>
          <p14:tracePt t="162689" x="7059613" y="3254375"/>
          <p14:tracePt t="162697" x="7185025" y="3254375"/>
          <p14:tracePt t="162705" x="7335838" y="3254375"/>
          <p14:tracePt t="162713" x="7523163" y="3241675"/>
          <p14:tracePt t="162722" x="7748588" y="3154363"/>
          <p14:tracePt t="162729" x="8010525" y="3016250"/>
          <p14:tracePt t="162737" x="8186738" y="2865438"/>
          <p14:tracePt t="162745" x="8312150" y="2740025"/>
          <p14:tracePt t="162753" x="8335963" y="2640013"/>
          <p14:tracePt t="162761" x="8335963" y="2552700"/>
          <p14:tracePt t="162769" x="8335963" y="2452688"/>
          <p14:tracePt t="162777" x="8312150" y="2390775"/>
          <p14:tracePt t="162785" x="8248650" y="2314575"/>
          <p14:tracePt t="162794" x="8174038" y="2278063"/>
          <p14:tracePt t="162801" x="8074025" y="2227263"/>
          <p14:tracePt t="162810" x="7986713" y="2201863"/>
          <p14:tracePt t="162817" x="7874000" y="2190750"/>
          <p14:tracePt t="162825" x="7773988" y="2178050"/>
          <p14:tracePt t="162833" x="7648575" y="2178050"/>
          <p14:tracePt t="162841" x="7572375" y="2178050"/>
          <p14:tracePt t="162849" x="7548563" y="2178050"/>
          <p14:tracePt t="162857" x="7459663" y="2201863"/>
          <p14:tracePt t="162865" x="7385050" y="2278063"/>
          <p14:tracePt t="162873" x="7323138" y="2352675"/>
          <p14:tracePt t="162881" x="7297738" y="2427288"/>
          <p14:tracePt t="162889" x="7259638" y="2516188"/>
          <p14:tracePt t="162897" x="7246938" y="2616200"/>
          <p14:tracePt t="162906" x="7223125" y="2716213"/>
          <p14:tracePt t="162913" x="7185025" y="2828925"/>
          <p14:tracePt t="162921" x="7172325" y="2916238"/>
          <p14:tracePt t="162929" x="7159625" y="3003550"/>
          <p14:tracePt t="162937" x="7134225" y="3103563"/>
          <p14:tracePt t="162945" x="7134225" y="3154363"/>
          <p14:tracePt t="162953" x="7134225" y="3241675"/>
          <p14:tracePt t="162961" x="7134225" y="3303588"/>
          <p14:tracePt t="162969" x="7134225" y="3367088"/>
          <p14:tracePt t="162977" x="7146925" y="3416300"/>
          <p14:tracePt t="162985" x="7185025" y="3479800"/>
          <p14:tracePt t="162994" x="7246938" y="3567113"/>
          <p14:tracePt t="163001" x="7297738" y="3616325"/>
          <p14:tracePt t="163009" x="7372350" y="3679825"/>
          <p14:tracePt t="163017" x="7448550" y="3703638"/>
          <p14:tracePt t="163025" x="7548563" y="3741738"/>
          <p14:tracePt t="163033" x="7623175" y="3741738"/>
          <p14:tracePt t="163041" x="7673975" y="3741738"/>
          <p14:tracePt t="163049" x="7723188" y="3741738"/>
          <p14:tracePt t="163057" x="7761288" y="3741738"/>
          <p14:tracePt t="163065" x="7810500" y="3703638"/>
          <p14:tracePt t="163073" x="7835900" y="3616325"/>
          <p14:tracePt t="163081" x="7848600" y="3529013"/>
          <p14:tracePt t="163090" x="7848600" y="3416300"/>
          <p14:tracePt t="163097" x="7848600" y="3328988"/>
          <p14:tracePt t="163106" x="7823200" y="3228975"/>
          <p14:tracePt t="163113" x="7761288" y="3141663"/>
          <p14:tracePt t="163121" x="7635875" y="3065463"/>
          <p14:tracePt t="163129" x="7523163" y="3003550"/>
          <p14:tracePt t="163137" x="7410450" y="2941638"/>
          <p14:tracePt t="163145" x="7297738" y="2890838"/>
          <p14:tracePt t="163153" x="7235825" y="2878138"/>
          <p14:tracePt t="163161" x="7159625" y="2865438"/>
          <p14:tracePt t="163169" x="7123113" y="2865438"/>
          <p14:tracePt t="163178" x="7085013" y="2865438"/>
          <p14:tracePt t="163185" x="7059613" y="2865438"/>
          <p14:tracePt t="163206" x="6997700" y="2865438"/>
          <p14:tracePt t="163209" x="6959600" y="2890838"/>
          <p14:tracePt t="163217" x="6910388" y="2990850"/>
          <p14:tracePt t="163225" x="6872288" y="3078163"/>
          <p14:tracePt t="163233" x="6834188" y="3141663"/>
          <p14:tracePt t="163241" x="6821488" y="3216275"/>
          <p14:tracePt t="163249" x="6797675" y="3290888"/>
          <p14:tracePt t="163257" x="6797675" y="3378200"/>
          <p14:tracePt t="163265" x="6797675" y="3429000"/>
          <p14:tracePt t="163273" x="6797675" y="3454400"/>
          <p14:tracePt t="163281" x="6808788" y="3490913"/>
          <p14:tracePt t="163290" x="6859588" y="3541713"/>
          <p14:tracePt t="163297" x="6884988" y="3579813"/>
          <p14:tracePt t="163305" x="6910388" y="3603625"/>
          <p14:tracePt t="163313" x="6959600" y="3616325"/>
          <p14:tracePt t="163321" x="6997700" y="3629025"/>
          <p14:tracePt t="163329" x="7046913" y="3654425"/>
          <p14:tracePt t="163337" x="7072313" y="3654425"/>
          <p14:tracePt t="163345" x="7110413" y="3654425"/>
          <p14:tracePt t="163353" x="7146925" y="3654425"/>
          <p14:tracePt t="163362" x="7185025" y="3654425"/>
          <p14:tracePt t="163369" x="7197725" y="3654425"/>
          <p14:tracePt t="163377" x="7246938" y="3654425"/>
          <p14:tracePt t="163385" x="7259638" y="3641725"/>
          <p14:tracePt t="163393" x="7285038" y="3603625"/>
          <p14:tracePt t="163401" x="7297738" y="3541713"/>
          <p14:tracePt t="163409" x="7310438" y="3490913"/>
          <p14:tracePt t="163417" x="7323138" y="3416300"/>
          <p14:tracePt t="163425" x="7323138" y="3367088"/>
          <p14:tracePt t="163433" x="7323138" y="3303588"/>
          <p14:tracePt t="163441" x="7310438" y="3228975"/>
          <p14:tracePt t="163449" x="7272338" y="3165475"/>
          <p14:tracePt t="163457" x="7235825" y="3128963"/>
          <p14:tracePt t="163465" x="7223125" y="3103563"/>
          <p14:tracePt t="163474" x="7210425" y="3090863"/>
          <p14:tracePt t="163537" x="7197725" y="3103563"/>
          <p14:tracePt t="163545" x="7210425" y="3190875"/>
          <p14:tracePt t="163553" x="7223125" y="3267075"/>
          <p14:tracePt t="163562" x="7246938" y="3328988"/>
          <p14:tracePt t="163569" x="7259638" y="3390900"/>
          <p14:tracePt t="163577" x="7272338" y="3441700"/>
          <p14:tracePt t="163585" x="7297738" y="3503613"/>
          <p14:tracePt t="163593" x="7310438" y="3541713"/>
          <p14:tracePt t="163601" x="7323138" y="3554413"/>
          <p14:tracePt t="163609" x="7335838" y="3567113"/>
          <p14:tracePt t="163617" x="7359650" y="3567113"/>
          <p14:tracePt t="163625" x="7385050" y="3567113"/>
          <p14:tracePt t="163633" x="7397750" y="3567113"/>
          <p14:tracePt t="163641" x="7423150" y="3567113"/>
          <p14:tracePt t="163649" x="7448550" y="3567113"/>
          <p14:tracePt t="163658" x="7472363" y="3567113"/>
          <p14:tracePt t="163665" x="7510463" y="3529013"/>
          <p14:tracePt t="163673" x="7535863" y="3503613"/>
          <p14:tracePt t="163681" x="7548563" y="3454400"/>
          <p14:tracePt t="163689" x="7548563" y="3403600"/>
          <p14:tracePt t="163697" x="7548563" y="3378200"/>
          <p14:tracePt t="163705" x="7548563" y="3328988"/>
          <p14:tracePt t="163713" x="7548563" y="3254375"/>
          <p14:tracePt t="163721" x="7510463" y="3216275"/>
          <p14:tracePt t="163729" x="7472363" y="3154363"/>
          <p14:tracePt t="163737" x="7448550" y="3128963"/>
          <p14:tracePt t="163746" x="7423150" y="3090863"/>
          <p14:tracePt t="163753" x="7385050" y="3065463"/>
          <p14:tracePt t="163761" x="7310438" y="3016250"/>
          <p14:tracePt t="163769" x="7272338" y="2990850"/>
          <p14:tracePt t="163777" x="7246938" y="2990850"/>
          <p14:tracePt t="163785" x="7197725" y="2965450"/>
          <p14:tracePt t="163793" x="7159625" y="2965450"/>
          <p14:tracePt t="163801" x="7123113" y="2952750"/>
          <p14:tracePt t="163809" x="7085013" y="2952750"/>
          <p14:tracePt t="163817" x="7046913" y="2952750"/>
          <p14:tracePt t="163825" x="7021513" y="2952750"/>
          <p14:tracePt t="163833" x="7010400" y="2952750"/>
          <p14:tracePt t="163842" x="6997700" y="2965450"/>
          <p14:tracePt t="163849" x="6972300" y="2978150"/>
          <p14:tracePt t="163857" x="6972300" y="2990850"/>
          <p14:tracePt t="163865" x="6972300" y="3016250"/>
          <p14:tracePt t="163873" x="6972300" y="3054350"/>
          <p14:tracePt t="163881" x="6972300" y="3103563"/>
          <p14:tracePt t="163889" x="6985000" y="3154363"/>
          <p14:tracePt t="163897" x="7010400" y="3203575"/>
          <p14:tracePt t="163905" x="7034213" y="3254375"/>
          <p14:tracePt t="163913" x="7059613" y="3278188"/>
          <p14:tracePt t="163921" x="7072313" y="3316288"/>
          <p14:tracePt t="163930" x="7097713" y="3341688"/>
          <p14:tracePt t="163937" x="7110413" y="3341688"/>
          <p14:tracePt t="163945" x="7123113" y="3341688"/>
          <p14:tracePt t="163953" x="7146925" y="3341688"/>
          <p14:tracePt t="163961" x="7159625" y="3341688"/>
          <p14:tracePt t="163969" x="7172325" y="3341688"/>
          <p14:tracePt t="163977" x="7185025" y="3341688"/>
          <p14:tracePt t="163985" x="7223125" y="3341688"/>
          <p14:tracePt t="163993" x="7246938" y="3341688"/>
          <p14:tracePt t="164001" x="7259638" y="3341688"/>
          <p14:tracePt t="164009" x="7272338" y="3290888"/>
          <p14:tracePt t="164017" x="7272338" y="3241675"/>
          <p14:tracePt t="164025" x="7272338" y="3178175"/>
          <p14:tracePt t="164033" x="7272338" y="3141663"/>
          <p14:tracePt t="164042" x="7272338" y="3103563"/>
          <p14:tracePt t="164049" x="7272338" y="3090863"/>
          <p14:tracePt t="164057" x="7272338" y="3065463"/>
          <p14:tracePt t="164065" x="7259638" y="3054350"/>
          <p14:tracePt t="164073" x="7235825" y="3016250"/>
          <p14:tracePt t="164081" x="7210425" y="3003550"/>
          <p14:tracePt t="164089" x="7197725" y="3003550"/>
          <p14:tracePt t="164097" x="7172325" y="2990850"/>
          <p14:tracePt t="164105" x="7134225" y="2990850"/>
          <p14:tracePt t="164114" x="7097713" y="2990850"/>
          <p14:tracePt t="164121" x="7046913" y="2990850"/>
          <p14:tracePt t="164129" x="7034213" y="2990850"/>
          <p14:tracePt t="164137" x="6997700" y="3016250"/>
          <p14:tracePt t="164145" x="6972300" y="3065463"/>
          <p14:tracePt t="164153" x="6959600" y="3141663"/>
          <p14:tracePt t="164161" x="6959600" y="3203575"/>
          <p14:tracePt t="164169" x="6959600" y="3254375"/>
          <p14:tracePt t="164177" x="6959600" y="3278188"/>
          <p14:tracePt t="164185" x="6972300" y="3328988"/>
          <p14:tracePt t="164193" x="6997700" y="3354388"/>
          <p14:tracePt t="164201" x="7059613" y="3390900"/>
          <p14:tracePt t="164210" x="7085013" y="3390900"/>
          <p14:tracePt t="164217" x="7123113" y="3403600"/>
          <p14:tracePt t="164226" x="7159625" y="3403600"/>
          <p14:tracePt t="164233" x="7210425" y="3403600"/>
          <p14:tracePt t="164241" x="7223125" y="3403600"/>
          <p14:tracePt t="164249" x="7272338" y="3403600"/>
          <p14:tracePt t="164257" x="7297738" y="3403600"/>
          <p14:tracePt t="164265" x="7359650" y="3378200"/>
          <p14:tracePt t="164273" x="7372350" y="3328988"/>
          <p14:tracePt t="164281" x="7385050" y="3278188"/>
          <p14:tracePt t="164289" x="7410450" y="3203575"/>
          <p14:tracePt t="164298" x="7410450" y="3154363"/>
          <p14:tracePt t="164305" x="7410450" y="3116263"/>
          <p14:tracePt t="164313" x="7410450" y="3103563"/>
          <p14:tracePt t="164321" x="7385050" y="3078163"/>
          <p14:tracePt t="164329" x="7359650" y="3041650"/>
          <p14:tracePt t="164337" x="7335838" y="3016250"/>
          <p14:tracePt t="164345" x="7310438" y="3003550"/>
          <p14:tracePt t="164353" x="7259638" y="2978150"/>
          <p14:tracePt t="164361" x="7223125" y="2978150"/>
          <p14:tracePt t="164369" x="7185025" y="2978150"/>
          <p14:tracePt t="164377" x="7172325" y="2978150"/>
          <p14:tracePt t="164385" x="7134225" y="2978150"/>
          <p14:tracePt t="164393" x="7110413" y="2978150"/>
          <p14:tracePt t="164401" x="7072313" y="2978150"/>
          <p14:tracePt t="164410" x="7046913" y="3028950"/>
          <p14:tracePt t="164417" x="7034213" y="3090863"/>
          <p14:tracePt t="164425" x="7034213" y="3141663"/>
          <p14:tracePt t="164433" x="7034213" y="3203575"/>
          <p14:tracePt t="164441" x="7034213" y="3228975"/>
          <p14:tracePt t="164449" x="7046913" y="3267075"/>
          <p14:tracePt t="164457" x="7072313" y="3267075"/>
          <p14:tracePt t="164465" x="7097713" y="3278188"/>
          <p14:tracePt t="164473" x="7123113" y="3278188"/>
          <p14:tracePt t="164482" x="7134225" y="3278188"/>
          <p14:tracePt t="164489" x="7159625" y="3278188"/>
          <p14:tracePt t="164498" x="7185025" y="3290888"/>
          <p14:tracePt t="164505" x="7210425" y="3290888"/>
          <p14:tracePt t="164513" x="7235825" y="3290888"/>
          <p14:tracePt t="164521" x="7272338" y="3241675"/>
          <p14:tracePt t="164529" x="7272338" y="3190875"/>
          <p14:tracePt t="164537" x="7272338" y="3178175"/>
          <p14:tracePt t="164545" x="7272338" y="3128963"/>
          <p14:tracePt t="164553" x="7272338" y="3090863"/>
          <p14:tracePt t="164561" x="7272338" y="3065463"/>
          <p14:tracePt t="164569" x="7272338" y="3054350"/>
          <p14:tracePt t="164577" x="7259638" y="3041650"/>
          <p14:tracePt t="164585" x="7235825" y="3028950"/>
          <p14:tracePt t="164594" x="7223125" y="3028950"/>
          <p14:tracePt t="164601" x="7185025" y="3003550"/>
          <p14:tracePt t="164609" x="7172325" y="3003550"/>
          <p14:tracePt t="164617" x="7146925" y="3003550"/>
          <p14:tracePt t="164625" x="7134225" y="3003550"/>
          <p14:tracePt t="164633" x="7110413" y="3003550"/>
          <p14:tracePt t="164641" x="7085013" y="3016250"/>
          <p14:tracePt t="164649" x="7072313" y="3054350"/>
          <p14:tracePt t="164657" x="7072313" y="3116263"/>
          <p14:tracePt t="164666" x="7072313" y="3165475"/>
          <p14:tracePt t="164673" x="7072313" y="3203575"/>
          <p14:tracePt t="164682" x="7072313" y="3241675"/>
          <p14:tracePt t="164689" x="7085013" y="3278188"/>
          <p14:tracePt t="164697" x="7097713" y="3290888"/>
          <p14:tracePt t="164705" x="7123113" y="3303588"/>
          <p14:tracePt t="164713" x="7134225" y="3303588"/>
          <p14:tracePt t="164721" x="7159625" y="3303588"/>
          <p14:tracePt t="164729" x="7172325" y="3303588"/>
          <p14:tracePt t="164745" x="7197725" y="3303588"/>
          <p14:tracePt t="164753" x="7223125" y="3303588"/>
          <p14:tracePt t="164761" x="7246938" y="3303588"/>
          <p14:tracePt t="164769" x="7272338" y="3290888"/>
          <p14:tracePt t="164778" x="7285038" y="3254375"/>
          <p14:tracePt t="164785" x="7285038" y="3216275"/>
          <p14:tracePt t="164794" x="7285038" y="3165475"/>
          <p14:tracePt t="164801" x="7285038" y="3141663"/>
          <p14:tracePt t="164809" x="7285038" y="3116263"/>
          <p14:tracePt t="164817" x="7285038" y="3103563"/>
          <p14:tracePt t="164825" x="7272338" y="3065463"/>
          <p14:tracePt t="164833" x="7246938" y="3054350"/>
          <p14:tracePt t="164841" x="7223125" y="3041650"/>
          <p14:tracePt t="164849" x="7210425" y="3041650"/>
          <p14:tracePt t="164866" x="7185025" y="3041650"/>
          <p14:tracePt t="164873" x="7159625" y="3041650"/>
          <p14:tracePt t="164881" x="7146925" y="3041650"/>
          <p14:tracePt t="164889" x="7134225" y="3041650"/>
          <p14:tracePt t="164897" x="7123113" y="3078163"/>
          <p14:tracePt t="164905" x="7123113" y="3141663"/>
          <p14:tracePt t="164913" x="7110413" y="3216275"/>
          <p14:tracePt t="164929" x="7110413" y="3278188"/>
          <p14:tracePt t="164937" x="7110413" y="3303588"/>
          <p14:tracePt t="164945" x="7110413" y="3316288"/>
          <p14:tracePt t="164953" x="7110413" y="3328988"/>
          <p14:tracePt t="164961" x="7123113" y="3341688"/>
          <p14:tracePt t="164969" x="7134225" y="3354388"/>
          <p14:tracePt t="165001" x="7146925" y="3354388"/>
          <p14:tracePt t="165009" x="7159625" y="3354388"/>
          <p14:tracePt t="165137" x="7172325" y="3354388"/>
          <p14:tracePt t="165145" x="7185025" y="3367088"/>
          <p14:tracePt t="165153" x="7197725" y="3390900"/>
          <p14:tracePt t="165161" x="7210425" y="3403600"/>
          <p14:tracePt t="165169" x="7223125" y="3416300"/>
          <p14:tracePt t="165177" x="7235825" y="3416300"/>
          <p14:tracePt t="165193" x="7246938" y="3416300"/>
          <p14:tracePt t="165209" x="7272338" y="3416300"/>
          <p14:tracePt t="165225" x="7285038" y="3416300"/>
          <p14:tracePt t="165241" x="7310438" y="3416300"/>
          <p14:tracePt t="165249" x="7335838" y="3416300"/>
          <p14:tracePt t="165265" x="7335838" y="3403600"/>
          <p14:tracePt t="165273" x="7335838" y="3390900"/>
          <p14:tracePt t="165281" x="7335838" y="3367088"/>
          <p14:tracePt t="165289" x="7335838" y="3354388"/>
          <p14:tracePt t="165297" x="7335838" y="3341688"/>
          <p14:tracePt t="165305" x="7335838" y="3316288"/>
          <p14:tracePt t="165321" x="7335838" y="3290888"/>
          <p14:tracePt t="165329" x="7335838" y="3278188"/>
          <p14:tracePt t="165337" x="7335838" y="3254375"/>
          <p14:tracePt t="165353" x="7335838" y="3241675"/>
          <p14:tracePt t="165369" x="7335838" y="3228975"/>
          <p14:tracePt t="165377" x="7323138" y="3228975"/>
          <p14:tracePt t="165385" x="7297738" y="3203575"/>
          <p14:tracePt t="165393" x="7285038" y="3203575"/>
          <p14:tracePt t="165401" x="7246938" y="3203575"/>
          <p14:tracePt t="165409" x="7235825" y="3203575"/>
          <p14:tracePt t="165417" x="7210425" y="3190875"/>
          <p14:tracePt t="165425" x="7197725" y="3178175"/>
          <p14:tracePt t="165434" x="7159625" y="3165475"/>
          <p14:tracePt t="165441" x="7146925" y="3154363"/>
          <p14:tracePt t="165449" x="7110413" y="3141663"/>
          <p14:tracePt t="165457" x="7097713" y="3141663"/>
          <p14:tracePt t="165465" x="7072313" y="3141663"/>
          <p14:tracePt t="165521" x="7085013" y="3154363"/>
          <p14:tracePt t="165529" x="7110413" y="3190875"/>
          <p14:tracePt t="165537" x="7134225" y="3228975"/>
          <p14:tracePt t="165545" x="7134225" y="3254375"/>
          <p14:tracePt t="165553" x="7146925" y="3278188"/>
          <p14:tracePt t="165561" x="7159625" y="3290888"/>
          <p14:tracePt t="165569" x="7159625" y="3303588"/>
          <p14:tracePt t="165585" x="7159625" y="3328988"/>
          <p14:tracePt t="165649" x="7172325" y="3328988"/>
          <p14:tracePt t="165681" x="7197725" y="3328988"/>
          <p14:tracePt t="165689" x="7246938" y="3278188"/>
          <p14:tracePt t="165697" x="7259638" y="3267075"/>
          <p14:tracePt t="165705" x="7310438" y="3241675"/>
          <p14:tracePt t="165714" x="7310438" y="3228975"/>
          <p14:tracePt t="165721" x="7335838" y="3228975"/>
          <p14:tracePt t="165730" x="7359650" y="3216275"/>
          <p14:tracePt t="166033" x="7385050" y="3216275"/>
          <p14:tracePt t="166041" x="7385050" y="3241675"/>
          <p14:tracePt t="166049" x="7385050" y="3267075"/>
          <p14:tracePt t="166057" x="7385050" y="3278188"/>
          <p14:tracePt t="166065" x="7385050" y="3316288"/>
          <p14:tracePt t="166081" x="7385050" y="3328988"/>
          <p14:tracePt t="166169" x="7385050" y="3290888"/>
          <p14:tracePt t="166177" x="7385050" y="3254375"/>
          <p14:tracePt t="166186" x="7385050" y="3216275"/>
          <p14:tracePt t="166193" x="7359650" y="3178175"/>
          <p14:tracePt t="166201" x="7335838" y="3154363"/>
          <p14:tracePt t="166209" x="7285038" y="3103563"/>
          <p14:tracePt t="166217" x="7259638" y="3078163"/>
          <p14:tracePt t="166225" x="7235825" y="3065463"/>
          <p14:tracePt t="166233" x="7197725" y="3041650"/>
          <p14:tracePt t="166241" x="7172325" y="3028950"/>
          <p14:tracePt t="166249" x="7134225" y="3003550"/>
          <p14:tracePt t="166257" x="7110413" y="2990850"/>
          <p14:tracePt t="166265" x="7097713" y="2990850"/>
          <p14:tracePt t="166273" x="7085013" y="2978150"/>
          <p14:tracePt t="166282" x="7072313" y="2978150"/>
          <p14:tracePt t="166289" x="7046913" y="2978150"/>
          <p14:tracePt t="166297" x="7010400" y="2978150"/>
          <p14:tracePt t="166305" x="6985000" y="2978150"/>
          <p14:tracePt t="166313" x="6959600" y="2978150"/>
          <p14:tracePt t="166321" x="6921500" y="2978150"/>
          <p14:tracePt t="166329" x="6884988" y="2990850"/>
          <p14:tracePt t="166337" x="6872288" y="3003550"/>
          <p14:tracePt t="166345" x="6859588" y="3003550"/>
          <p14:tracePt t="166353" x="6846888" y="3016250"/>
          <p14:tracePt t="166361" x="6834188" y="3028950"/>
          <p14:tracePt t="166369" x="6834188" y="3041650"/>
          <p14:tracePt t="166377" x="6834188" y="3054350"/>
          <p14:tracePt t="166385" x="6834188" y="3090863"/>
          <p14:tracePt t="166393" x="6859588" y="3128963"/>
          <p14:tracePt t="166401" x="6897688" y="3154363"/>
          <p14:tracePt t="166409" x="6921500" y="3178175"/>
          <p14:tracePt t="166417" x="6959600" y="3203575"/>
          <p14:tracePt t="166425" x="6985000" y="3216275"/>
          <p14:tracePt t="166433" x="7021513" y="3228975"/>
          <p14:tracePt t="166441" x="7034213" y="3254375"/>
          <p14:tracePt t="166449" x="7059613" y="3254375"/>
          <p14:tracePt t="166457" x="7085013" y="3267075"/>
          <p14:tracePt t="166466" x="7097713" y="3267075"/>
          <p14:tracePt t="166482" x="7110413" y="3267075"/>
          <p14:tracePt t="166489" x="7123113" y="3267075"/>
          <p14:tracePt t="166497" x="7146925" y="3267075"/>
          <p14:tracePt t="166513" x="7172325" y="3267075"/>
          <p14:tracePt t="166521" x="7197725" y="3241675"/>
          <p14:tracePt t="166529" x="7235825" y="3203575"/>
          <p14:tracePt t="166537" x="7246938" y="3165475"/>
          <p14:tracePt t="166545" x="7246938" y="3154363"/>
          <p14:tracePt t="166554" x="7246938" y="3116263"/>
          <p14:tracePt t="166561" x="7246938" y="3078163"/>
          <p14:tracePt t="166569" x="7246938" y="3065463"/>
          <p14:tracePt t="166585" x="7246938" y="3041650"/>
          <p14:tracePt t="166601" x="7246938" y="3028950"/>
          <p14:tracePt t="166625" x="7246938" y="3016250"/>
          <p14:tracePt t="166649" x="7223125" y="3003550"/>
          <p14:tracePt t="166665" x="7210425" y="3003550"/>
          <p14:tracePt t="166673" x="7172325" y="3003550"/>
          <p14:tracePt t="166681" x="7146925" y="3003550"/>
          <p14:tracePt t="166689" x="7110413" y="3003550"/>
          <p14:tracePt t="166697" x="7085013" y="3003550"/>
          <p14:tracePt t="166705" x="7072313" y="3003550"/>
          <p14:tracePt t="166713" x="7059613" y="3003550"/>
          <p14:tracePt t="166721" x="7059613" y="3016250"/>
          <p14:tracePt t="166729" x="7034213" y="3016250"/>
          <p14:tracePt t="166737" x="7034213" y="3041650"/>
          <p14:tracePt t="166745" x="7034213" y="3078163"/>
          <p14:tracePt t="166753" x="7034213" y="3090863"/>
          <p14:tracePt t="166761" x="7034213" y="3128963"/>
          <p14:tracePt t="166769" x="7046913" y="3165475"/>
          <p14:tracePt t="166777" x="7059613" y="3190875"/>
          <p14:tracePt t="166785" x="7097713" y="3241675"/>
          <p14:tracePt t="166793" x="7123113" y="3278188"/>
          <p14:tracePt t="166801" x="7134225" y="3290888"/>
          <p14:tracePt t="166809" x="7146925" y="3316288"/>
          <p14:tracePt t="166817" x="7172325" y="3328988"/>
          <p14:tracePt t="166833" x="7185025" y="3328988"/>
          <p14:tracePt t="166841" x="7210425" y="3328988"/>
          <p14:tracePt t="166857" x="7235825" y="3328988"/>
          <p14:tracePt t="166865" x="7246938" y="3328988"/>
          <p14:tracePt t="166873" x="7285038" y="3328988"/>
          <p14:tracePt t="166881" x="7297738" y="3328988"/>
          <p14:tracePt t="166897" x="7335838" y="3303588"/>
          <p14:tracePt t="166917" x="7335838" y="3154363"/>
          <p14:tracePt t="166921" x="7335838" y="3103563"/>
          <p14:tracePt t="166929" x="7335838" y="3065463"/>
          <p14:tracePt t="166938" x="7335838" y="3041650"/>
          <p14:tracePt t="166945" x="7310438" y="3003550"/>
          <p14:tracePt t="166953" x="7297738" y="2990850"/>
          <p14:tracePt t="166961" x="7285038" y="2978150"/>
          <p14:tracePt t="166977" x="7272338" y="2965450"/>
          <p14:tracePt t="166985" x="7259638" y="2965450"/>
          <p14:tracePt t="166993" x="7246938" y="2965450"/>
          <p14:tracePt t="167001" x="7223125" y="2965450"/>
          <p14:tracePt t="167009" x="7197725" y="2965450"/>
          <p14:tracePt t="167017" x="7159625" y="2965450"/>
          <p14:tracePt t="167025" x="7123113" y="2965450"/>
          <p14:tracePt t="167034" x="7097713" y="2990850"/>
          <p14:tracePt t="167041" x="7046913" y="3065463"/>
          <p14:tracePt t="167049" x="7034213" y="3128963"/>
          <p14:tracePt t="167057" x="7034213" y="3178175"/>
          <p14:tracePt t="167065" x="7034213" y="3228975"/>
          <p14:tracePt t="167073" x="7034213" y="3267075"/>
          <p14:tracePt t="167081" x="7034213" y="3316288"/>
          <p14:tracePt t="167089" x="7034213" y="3328988"/>
          <p14:tracePt t="167097" x="7046913" y="3341688"/>
          <p14:tracePt t="167105" x="7059613" y="3367088"/>
          <p14:tracePt t="167113" x="7072313" y="3367088"/>
          <p14:tracePt t="167122" x="7085013" y="3378200"/>
          <p14:tracePt t="167137" x="7097713" y="3378200"/>
          <p14:tracePt t="167145" x="7110413" y="3378200"/>
          <p14:tracePt t="167153" x="7134225" y="3378200"/>
          <p14:tracePt t="167169" x="7146925" y="3378200"/>
          <p14:tracePt t="167177" x="7159625" y="3378200"/>
          <p14:tracePt t="167193" x="7172325" y="3378200"/>
          <p14:tracePt t="167249" x="7185025" y="3378200"/>
          <p14:tracePt t="167441" x="7197725" y="3378200"/>
          <p14:tracePt t="167465" x="7210425" y="3378200"/>
          <p14:tracePt t="167473" x="7235825" y="3367088"/>
          <p14:tracePt t="167490" x="7259638" y="3367088"/>
          <p14:tracePt t="167497" x="7285038" y="3367088"/>
          <p14:tracePt t="167505" x="7323138" y="3367088"/>
          <p14:tracePt t="167513" x="7335838" y="3367088"/>
          <p14:tracePt t="167521" x="7372350" y="3367088"/>
          <p14:tracePt t="167529" x="7385050" y="3367088"/>
          <p14:tracePt t="167537" x="7423150" y="3367088"/>
          <p14:tracePt t="167545" x="7448550" y="3367088"/>
          <p14:tracePt t="167553" x="7459663" y="3367088"/>
          <p14:tracePt t="167561" x="7472363" y="3367088"/>
          <p14:tracePt t="167625" x="7485063" y="3367088"/>
          <p14:tracePt t="167633" x="7510463" y="3367088"/>
          <p14:tracePt t="167641" x="7535863" y="3354388"/>
          <p14:tracePt t="167657" x="7548563" y="3354388"/>
          <p14:tracePt t="167665" x="7548563" y="3341688"/>
          <p14:tracePt t="167674" x="7548563" y="3328988"/>
          <p14:tracePt t="167689" x="7535863" y="3290888"/>
          <p14:tracePt t="167697" x="7448550" y="3267075"/>
          <p14:tracePt t="167705" x="7372350" y="3228975"/>
          <p14:tracePt t="167713" x="7285038" y="3203575"/>
          <p14:tracePt t="167721" x="7172325" y="3154363"/>
          <p14:tracePt t="167729" x="7110413" y="3141663"/>
          <p14:tracePt t="167737" x="7059613" y="3116263"/>
          <p14:tracePt t="167745" x="6997700" y="3090863"/>
          <p14:tracePt t="167753" x="6934200" y="3065463"/>
          <p14:tracePt t="167761" x="6921500" y="3054350"/>
          <p14:tracePt t="167769" x="6884988" y="3028950"/>
          <p14:tracePt t="167777" x="6872288" y="3016250"/>
          <p14:tracePt t="167786" x="6859588" y="3003550"/>
          <p14:tracePt t="167793" x="6834188" y="2990850"/>
          <p14:tracePt t="167801" x="6808788" y="2978150"/>
          <p14:tracePt t="167809" x="6797675" y="2965450"/>
          <p14:tracePt t="167817" x="6772275" y="2952750"/>
          <p14:tracePt t="167825" x="6759575" y="2952750"/>
          <p14:tracePt t="167833" x="6746875" y="2952750"/>
          <p14:tracePt t="167841" x="6734175" y="2952750"/>
          <p14:tracePt t="167849" x="6721475" y="2952750"/>
          <p14:tracePt t="167865" x="6708775" y="2952750"/>
          <p14:tracePt t="167873" x="6708775" y="2978150"/>
          <p14:tracePt t="167881" x="6708775" y="3028950"/>
          <p14:tracePt t="167889" x="6708775" y="3065463"/>
          <p14:tracePt t="167897" x="6708775" y="3103563"/>
          <p14:tracePt t="167905" x="6721475" y="3141663"/>
          <p14:tracePt t="167913" x="6734175" y="3165475"/>
          <p14:tracePt t="167921" x="6734175" y="3203575"/>
          <p14:tracePt t="167937" x="6772275" y="3254375"/>
          <p14:tracePt t="167945" x="6784975" y="3254375"/>
          <p14:tracePt t="167953" x="6834188" y="3267075"/>
          <p14:tracePt t="167961" x="6897688" y="3303588"/>
          <p14:tracePt t="167970" x="6972300" y="3303588"/>
          <p14:tracePt t="167977" x="7059613" y="3303588"/>
          <p14:tracePt t="167985" x="7185025" y="3303588"/>
          <p14:tracePt t="167993" x="7297738" y="3303588"/>
          <p14:tracePt t="168001" x="7397750" y="3290888"/>
          <p14:tracePt t="168009" x="7510463" y="3228975"/>
          <p14:tracePt t="168017" x="7572375" y="3165475"/>
          <p14:tracePt t="168025" x="7635875" y="3103563"/>
          <p14:tracePt t="168033" x="7635875" y="3065463"/>
          <p14:tracePt t="168041" x="7635875" y="3028950"/>
          <p14:tracePt t="168049" x="7623175" y="2978150"/>
          <p14:tracePt t="168058" x="7597775" y="2952750"/>
          <p14:tracePt t="168065" x="7523163" y="2903538"/>
          <p14:tracePt t="168073" x="7459663" y="2890838"/>
          <p14:tracePt t="168081" x="7410450" y="2865438"/>
          <p14:tracePt t="168089" x="7297738" y="2840038"/>
          <p14:tracePt t="168097" x="7235825" y="2840038"/>
          <p14:tracePt t="168105" x="7185025" y="2840038"/>
          <p14:tracePt t="168113" x="7159625" y="2840038"/>
          <p14:tracePt t="168121" x="7134225" y="2840038"/>
          <p14:tracePt t="168129" x="7110413" y="2840038"/>
          <p14:tracePt t="168137" x="7072313" y="2865438"/>
          <p14:tracePt t="168145" x="7046913" y="2890838"/>
          <p14:tracePt t="168154" x="7034213" y="2928938"/>
          <p14:tracePt t="168161" x="7021513" y="3016250"/>
          <p14:tracePt t="168169" x="7021513" y="3103563"/>
          <p14:tracePt t="168177" x="7021513" y="3178175"/>
          <p14:tracePt t="168185" x="7021513" y="3254375"/>
          <p14:tracePt t="168193" x="7021513" y="3290888"/>
          <p14:tracePt t="168201" x="7021513" y="3316288"/>
          <p14:tracePt t="168209" x="7046913" y="3341688"/>
          <p14:tracePt t="168225" x="7085013" y="3341688"/>
          <p14:tracePt t="168233" x="7110413" y="3341688"/>
          <p14:tracePt t="168242" x="7123113" y="3341688"/>
          <p14:tracePt t="168249" x="7134225" y="3341688"/>
          <p14:tracePt t="168257" x="7172325" y="3341688"/>
          <p14:tracePt t="168265" x="7185025" y="3316288"/>
          <p14:tracePt t="168273" x="7235825" y="3278188"/>
          <p14:tracePt t="168281" x="7272338" y="3241675"/>
          <p14:tracePt t="168289" x="7297738" y="3190875"/>
          <p14:tracePt t="168297" x="7323138" y="3128963"/>
          <p14:tracePt t="168305" x="7323138" y="3065463"/>
          <p14:tracePt t="168313" x="7323138" y="3028950"/>
          <p14:tracePt t="168321" x="7323138" y="2990850"/>
          <p14:tracePt t="168329" x="7272338" y="2941638"/>
          <p14:tracePt t="168338" x="7235825" y="2890838"/>
          <p14:tracePt t="168345" x="7210425" y="2878138"/>
          <p14:tracePt t="168354" x="7172325" y="2878138"/>
          <p14:tracePt t="168361" x="7159625" y="2878138"/>
          <p14:tracePt t="168369" x="7146925" y="2878138"/>
          <p14:tracePt t="168377" x="7134225" y="2878138"/>
          <p14:tracePt t="168393" x="7097713" y="2878138"/>
          <p14:tracePt t="168401" x="7072313" y="2890838"/>
          <p14:tracePt t="168409" x="7034213" y="2941638"/>
          <p14:tracePt t="168417" x="7021513" y="3003550"/>
          <p14:tracePt t="168426" x="7010400" y="3090863"/>
          <p14:tracePt t="168433" x="6997700" y="3165475"/>
          <p14:tracePt t="168441" x="6997700" y="3203575"/>
          <p14:tracePt t="168449" x="6997700" y="3228975"/>
          <p14:tracePt t="168457" x="6997700" y="3241675"/>
          <p14:tracePt t="168465" x="7021513" y="3254375"/>
          <p14:tracePt t="168473" x="7046913" y="3254375"/>
          <p14:tracePt t="168481" x="7085013" y="3254375"/>
          <p14:tracePt t="168489" x="7110413" y="3254375"/>
          <p14:tracePt t="168497" x="7134225" y="3254375"/>
          <p14:tracePt t="168505" x="7185025" y="3254375"/>
          <p14:tracePt t="168513" x="7223125" y="3254375"/>
          <p14:tracePt t="168521" x="7272338" y="3241675"/>
          <p14:tracePt t="168529" x="7297738" y="3178175"/>
          <p14:tracePt t="168538" x="7335838" y="3116263"/>
          <p14:tracePt t="168545" x="7348538" y="3065463"/>
          <p14:tracePt t="168553" x="7348538" y="3028950"/>
          <p14:tracePt t="168561" x="7348538" y="2965450"/>
          <p14:tracePt t="168569" x="7348538" y="2941638"/>
          <p14:tracePt t="168577" x="7348538" y="2928938"/>
          <p14:tracePt t="168585" x="7335838" y="2916238"/>
          <p14:tracePt t="168601" x="7323138" y="2916238"/>
          <p14:tracePt t="168609" x="7297738" y="2916238"/>
          <p14:tracePt t="168617" x="7285038" y="2916238"/>
          <p14:tracePt t="168626" x="7259638" y="2916238"/>
          <p14:tracePt t="168633" x="7235825" y="2916238"/>
          <p14:tracePt t="168641" x="7210425" y="2965450"/>
          <p14:tracePt t="168649" x="7197725" y="3041650"/>
          <p14:tracePt t="168657" x="7185025" y="3090863"/>
          <p14:tracePt t="168665" x="7172325" y="3178175"/>
          <p14:tracePt t="168673" x="7172325" y="3216275"/>
          <p14:tracePt t="168681" x="7172325" y="3241675"/>
          <p14:tracePt t="168689" x="7172325" y="3278188"/>
          <p14:tracePt t="168705" x="7197725" y="3290888"/>
          <p14:tracePt t="168713" x="7223125" y="3303588"/>
          <p14:tracePt t="168722" x="7235825" y="3303588"/>
          <p14:tracePt t="168729" x="7259638" y="3303588"/>
          <p14:tracePt t="168737" x="7272338" y="3303588"/>
          <p14:tracePt t="168745" x="7285038" y="3303588"/>
          <p14:tracePt t="168753" x="7310438" y="3303588"/>
          <p14:tracePt t="168761" x="7323138" y="3303588"/>
          <p14:tracePt t="168769" x="7335838" y="3290888"/>
          <p14:tracePt t="168777" x="7359650" y="3267075"/>
          <p14:tracePt t="168793" x="7359650" y="3241675"/>
          <p14:tracePt t="168817" x="7359650" y="3228975"/>
          <p14:tracePt t="168825" x="7359650" y="3203575"/>
          <p14:tracePt t="168841" x="7348538" y="3203575"/>
          <p14:tracePt t="168953" x="7359650" y="3216275"/>
          <p14:tracePt t="168961" x="7423150" y="3228975"/>
          <p14:tracePt t="168969" x="7472363" y="3254375"/>
          <p14:tracePt t="168977" x="7535863" y="3254375"/>
          <p14:tracePt t="168985" x="7597775" y="3254375"/>
          <p14:tracePt t="168994" x="7685088" y="3254375"/>
          <p14:tracePt t="169001" x="7785100" y="3254375"/>
          <p14:tracePt t="169009" x="7910513" y="3203575"/>
          <p14:tracePt t="169017" x="8061325" y="3128963"/>
          <p14:tracePt t="169025" x="8235950" y="3054350"/>
          <p14:tracePt t="169033" x="8435975" y="2941638"/>
          <p14:tracePt t="169041" x="8599488" y="2852738"/>
          <p14:tracePt t="169049" x="8824913" y="2728913"/>
          <p14:tracePt t="169057" x="8975725" y="2627313"/>
          <p14:tracePt t="169065" x="9050338" y="2565400"/>
          <p14:tracePt t="169073" x="9124950" y="2490788"/>
          <p14:tracePt t="169081" x="9250363" y="2390775"/>
          <p14:tracePt t="169090" x="9312275" y="2339975"/>
          <p14:tracePt t="169097" x="9375775" y="2278063"/>
          <p14:tracePt t="169106" x="9424988" y="2227263"/>
          <p14:tracePt t="169113" x="9513888" y="2165350"/>
          <p14:tracePt t="169121" x="9550400" y="2139950"/>
          <p14:tracePt t="169129" x="9613900" y="2089150"/>
          <p14:tracePt t="169137" x="9626600" y="2052638"/>
          <p14:tracePt t="169145" x="9626600" y="2027238"/>
          <p14:tracePt t="169153" x="9650413" y="2001838"/>
          <p14:tracePt t="169161" x="9650413" y="1989138"/>
          <p14:tracePt t="169177" x="9650413" y="1978025"/>
          <p14:tracePt t="169185" x="9650413" y="1965325"/>
          <p14:tracePt t="169201" x="9650413" y="1952625"/>
          <p14:tracePt t="169225" x="9650413" y="1939925"/>
          <p14:tracePt t="169241" x="9650413" y="1927225"/>
          <p14:tracePt t="169281" x="9650413" y="1914525"/>
          <p14:tracePt t="169313" x="9650413" y="1901825"/>
          <p14:tracePt t="169321" x="9650413" y="1889125"/>
          <p14:tracePt t="169345" x="9650413" y="1876425"/>
          <p14:tracePt t="169361" x="9650413" y="1852613"/>
          <p14:tracePt t="169385" x="9663113" y="1839913"/>
          <p14:tracePt t="169393" x="9675813" y="1839913"/>
          <p14:tracePt t="169401" x="9688513" y="1827213"/>
          <p14:tracePt t="169441" x="9713913" y="1827213"/>
          <p14:tracePt t="169449" x="9726613" y="1827213"/>
          <p14:tracePt t="169465" x="9750425" y="1827213"/>
          <p14:tracePt t="169473" x="9763125" y="1827213"/>
          <p14:tracePt t="169481" x="9775825" y="1827213"/>
          <p14:tracePt t="169489" x="9801225" y="1827213"/>
          <p14:tracePt t="169497" x="9839325" y="1827213"/>
          <p14:tracePt t="169505" x="9863138" y="1827213"/>
          <p14:tracePt t="169513" x="9888538" y="1827213"/>
          <p14:tracePt t="169521" x="9901238" y="1827213"/>
          <p14:tracePt t="169529" x="9939338" y="1839913"/>
          <p14:tracePt t="169537" x="9952038" y="1852613"/>
          <p14:tracePt t="169546" x="9975850" y="1852613"/>
          <p14:tracePt t="169569" x="9988550" y="1852613"/>
          <p14:tracePt t="169609" x="10013950" y="1852613"/>
          <p14:tracePt t="169617" x="10026650" y="1852613"/>
          <p14:tracePt t="169633" x="10052050" y="1852613"/>
          <p14:tracePt t="169657" x="10064750" y="1852613"/>
          <p14:tracePt t="169673" x="10088563" y="1852613"/>
          <p14:tracePt t="169721" x="10064750" y="1852613"/>
          <p14:tracePt t="169729" x="9988550" y="1852613"/>
          <p14:tracePt t="169737" x="9913938" y="1865313"/>
          <p14:tracePt t="169745" x="9863138" y="1876425"/>
          <p14:tracePt t="169753" x="9788525" y="1914525"/>
          <p14:tracePt t="169761" x="9750425" y="1914525"/>
          <p14:tracePt t="169769" x="9701213" y="1939925"/>
          <p14:tracePt t="169777" x="9663113" y="1939925"/>
          <p14:tracePt t="169785" x="9613900" y="1952625"/>
          <p14:tracePt t="169793" x="9613900" y="1965325"/>
          <p14:tracePt t="169801" x="9588500" y="1965325"/>
          <p14:tracePt t="169809" x="9575800" y="1965325"/>
          <p14:tracePt t="169889" x="9575800" y="1952625"/>
          <p14:tracePt t="169897" x="9575800" y="1939925"/>
          <p14:tracePt t="169905" x="9575800" y="1927225"/>
          <p14:tracePt t="169993" x="9575800" y="1914525"/>
          <p14:tracePt t="170009" x="9601200" y="1914525"/>
          <p14:tracePt t="170025" x="9637713" y="1914525"/>
          <p14:tracePt t="170033" x="9650413" y="1914525"/>
          <p14:tracePt t="170041" x="9675813" y="1914525"/>
          <p14:tracePt t="170049" x="9701213" y="1927225"/>
          <p14:tracePt t="170057" x="9739313" y="1927225"/>
          <p14:tracePt t="170065" x="9750425" y="1927225"/>
          <p14:tracePt t="170073" x="9763125" y="1927225"/>
          <p14:tracePt t="170081" x="9775825" y="1927225"/>
          <p14:tracePt t="170089" x="9788525" y="1927225"/>
          <p14:tracePt t="170097" x="9813925" y="1927225"/>
          <p14:tracePt t="170130" x="9826625" y="1927225"/>
          <p14:tracePt t="170377" x="9813925" y="1927225"/>
          <p14:tracePt t="170529" x="9801225" y="1927225"/>
          <p14:tracePt t="170697" x="9813925" y="1914525"/>
          <p14:tracePt t="170705" x="9826625" y="1914525"/>
          <p14:tracePt t="170721" x="9852025" y="1914525"/>
          <p14:tracePt t="170729" x="9863138" y="1927225"/>
          <p14:tracePt t="170737" x="9888538" y="1927225"/>
          <p14:tracePt t="170745" x="9901238" y="1927225"/>
          <p14:tracePt t="170753" x="9913938" y="1927225"/>
          <p14:tracePt t="170761" x="9952038" y="1927225"/>
          <p14:tracePt t="170769" x="9975850" y="1927225"/>
          <p14:tracePt t="170778" x="9988550" y="1927225"/>
          <p14:tracePt t="170785" x="10013950" y="1927225"/>
          <p14:tracePt t="170794" x="10039350" y="1927225"/>
          <p14:tracePt t="170801" x="10064750" y="1927225"/>
          <p14:tracePt t="170809" x="10075863" y="1927225"/>
          <p14:tracePt t="170825" x="10101263" y="1927225"/>
          <p14:tracePt t="170873" x="10113963" y="1927225"/>
          <p14:tracePt t="170897" x="10139363" y="1927225"/>
          <p14:tracePt t="170913" x="10152063" y="1927225"/>
          <p14:tracePt t="170921" x="10177463" y="1914525"/>
          <p14:tracePt t="170937" x="10201275" y="1901825"/>
          <p14:tracePt t="170945" x="10201275" y="1889125"/>
          <p14:tracePt t="170953" x="10213975" y="1889125"/>
          <p14:tracePt t="170961" x="10226675" y="1876425"/>
          <p14:tracePt t="170969" x="10239375" y="1865313"/>
          <p14:tracePt t="170978" x="10277475" y="1827213"/>
          <p14:tracePt t="170985" x="10277475" y="1814513"/>
          <p14:tracePt t="170993" x="10288588" y="1789113"/>
          <p14:tracePt t="171001" x="10288588" y="1776413"/>
          <p14:tracePt t="171009" x="10313988" y="1739900"/>
          <p14:tracePt t="171017" x="10313988" y="1727200"/>
          <p14:tracePt t="171025" x="10313988" y="1714500"/>
          <p14:tracePt t="171033" x="10313988" y="1701800"/>
          <p14:tracePt t="171041" x="10313988" y="1689100"/>
          <p14:tracePt t="171050" x="10313988" y="1676400"/>
          <p14:tracePt t="171065" x="10313988" y="1652588"/>
          <p14:tracePt t="171185" x="10339388" y="1676400"/>
          <p14:tracePt t="171193" x="10339388" y="1689100"/>
          <p14:tracePt t="171201" x="10352088" y="1701800"/>
          <p14:tracePt t="171209" x="10364788" y="1714500"/>
          <p14:tracePt t="171217" x="10377488" y="1714500"/>
          <p14:tracePt t="171225" x="10390188" y="1739900"/>
          <p14:tracePt t="171241" x="10414000" y="1739900"/>
          <p14:tracePt t="171281" x="10426700" y="1739900"/>
          <p14:tracePt t="171297" x="10439400" y="1739900"/>
          <p14:tracePt t="171305" x="10452100" y="1739900"/>
          <p14:tracePt t="171313" x="10452100" y="1727200"/>
          <p14:tracePt t="171321" x="10464800" y="1701800"/>
          <p14:tracePt t="171329" x="10464800" y="1676400"/>
          <p14:tracePt t="171337" x="10464800" y="1652588"/>
          <p14:tracePt t="171346" x="10464800" y="1639888"/>
          <p14:tracePt t="171353" x="10464800" y="1614488"/>
          <p14:tracePt t="171361" x="10452100" y="1589088"/>
          <p14:tracePt t="171369" x="10426700" y="1576388"/>
          <p14:tracePt t="171377" x="10414000" y="1563688"/>
          <p14:tracePt t="171393" x="10401300" y="1563688"/>
          <p14:tracePt t="171417" x="10390188" y="1563688"/>
          <p14:tracePt t="171433" x="10364788" y="1563688"/>
          <p14:tracePt t="171441" x="10352088" y="1563688"/>
          <p14:tracePt t="171449" x="10339388" y="1589088"/>
          <p14:tracePt t="171457" x="10326688" y="1614488"/>
          <p14:tracePt t="171465" x="10313988" y="1663700"/>
          <p14:tracePt t="171473" x="10313988" y="1689100"/>
          <p14:tracePt t="171481" x="10313988" y="1701800"/>
          <p14:tracePt t="171489" x="10313988" y="1739900"/>
          <p14:tracePt t="171529" x="10313988" y="1752600"/>
          <p14:tracePt t="171569" x="10326688" y="1752600"/>
          <p14:tracePt t="171577" x="10339388" y="1752600"/>
          <p14:tracePt t="171585" x="10377488" y="1752600"/>
          <p14:tracePt t="171593" x="10401300" y="1739900"/>
          <p14:tracePt t="171601" x="10401300" y="1714500"/>
          <p14:tracePt t="171609" x="10426700" y="1663700"/>
          <p14:tracePt t="171617" x="10426700" y="1627188"/>
          <p14:tracePt t="171625" x="10426700" y="1589088"/>
          <p14:tracePt t="171633" x="10426700" y="1576388"/>
          <p14:tracePt t="171641" x="10426700" y="1539875"/>
          <p14:tracePt t="171649" x="10414000" y="1527175"/>
          <p14:tracePt t="171657" x="10401300" y="1501775"/>
          <p14:tracePt t="171673" x="10390188" y="1501775"/>
          <p14:tracePt t="171681" x="10364788" y="1501775"/>
          <p14:tracePt t="171697" x="10352088" y="1501775"/>
          <p14:tracePt t="171714" x="10326688" y="1501775"/>
          <p14:tracePt t="171721" x="10313988" y="1501775"/>
          <p14:tracePt t="171730" x="10252075" y="1501775"/>
          <p14:tracePt t="171737" x="10213975" y="1539875"/>
          <p14:tracePt t="171745" x="10152063" y="1639888"/>
          <p14:tracePt t="171753" x="10113963" y="1701800"/>
          <p14:tracePt t="171761" x="10039350" y="1827213"/>
          <p14:tracePt t="171769" x="9975850" y="1927225"/>
          <p14:tracePt t="171777" x="9926638" y="2027238"/>
          <p14:tracePt t="171785" x="9913938" y="2114550"/>
          <p14:tracePt t="171793" x="9875838" y="2214563"/>
          <p14:tracePt t="171802" x="9839325" y="2352675"/>
          <p14:tracePt t="171809" x="9813925" y="2478088"/>
          <p14:tracePt t="171817" x="9788525" y="2565400"/>
          <p14:tracePt t="171825" x="9739313" y="2665413"/>
          <p14:tracePt t="171833" x="9739313" y="2728913"/>
          <p14:tracePt t="171841" x="9688513" y="2803525"/>
          <p14:tracePt t="171849" x="9601200" y="2903538"/>
          <p14:tracePt t="171857" x="9525000" y="2990850"/>
          <p14:tracePt t="171865" x="9401175" y="3065463"/>
          <p14:tracePt t="171873" x="9199563" y="3141663"/>
          <p14:tracePt t="171881" x="9012238" y="3228975"/>
          <p14:tracePt t="171889" x="8850313" y="3241675"/>
          <p14:tracePt t="171897" x="8763000" y="3241675"/>
          <p14:tracePt t="171905" x="8650288" y="3241675"/>
          <p14:tracePt t="171914" x="8586788" y="3254375"/>
          <p14:tracePt t="171932" x="8537575" y="3254375"/>
          <p14:tracePt t="171937" x="8512175" y="3267075"/>
          <p14:tracePt t="172041" x="8486775" y="3267075"/>
          <p14:tracePt t="172049" x="8461375" y="3267075"/>
          <p14:tracePt t="172057" x="8435975" y="3267075"/>
          <p14:tracePt t="172065" x="8399463" y="3254375"/>
          <p14:tracePt t="172081" x="8386763" y="3254375"/>
          <p14:tracePt t="172089" x="8374063" y="3254375"/>
          <p14:tracePt t="172098" x="8361363" y="3241675"/>
          <p14:tracePt t="172113" x="8361363" y="3216275"/>
          <p14:tracePt t="172121" x="8386763" y="3190875"/>
          <p14:tracePt t="172129" x="8412163" y="3165475"/>
          <p14:tracePt t="172137" x="8435975" y="3141663"/>
          <p14:tracePt t="172145" x="8474075" y="3128963"/>
          <p14:tracePt t="172153" x="8474075" y="3116263"/>
          <p14:tracePt t="172161" x="8486775" y="3103563"/>
          <p14:tracePt t="172170" x="8486775" y="3090863"/>
          <p14:tracePt t="172177" x="8499475" y="3065463"/>
          <p14:tracePt t="172193" x="8512175" y="3041650"/>
          <p14:tracePt t="172201" x="8524875" y="3016250"/>
          <p14:tracePt t="172209" x="8524875" y="3003550"/>
          <p14:tracePt t="172217" x="8524875" y="2978150"/>
          <p14:tracePt t="172225" x="8524875" y="2965450"/>
          <p14:tracePt t="172233" x="8524875" y="2928938"/>
          <p14:tracePt t="172241" x="8524875" y="2916238"/>
          <p14:tracePt t="172249" x="8524875" y="2903538"/>
          <p14:tracePt t="172257" x="8524875" y="2890838"/>
          <p14:tracePt t="172265" x="8524875" y="2878138"/>
          <p14:tracePt t="172282" x="8512175" y="2865438"/>
          <p14:tracePt t="172297" x="8499475" y="2865438"/>
          <p14:tracePt t="172329" x="8486775" y="2865438"/>
          <p14:tracePt t="172337" x="8474075" y="2865438"/>
          <p14:tracePt t="172353" x="8461375" y="2865438"/>
          <p14:tracePt t="172361" x="8448675" y="2865438"/>
          <p14:tracePt t="172370" x="8435975" y="2878138"/>
          <p14:tracePt t="172377" x="8424863" y="2890838"/>
          <p14:tracePt t="172385" x="8399463" y="2928938"/>
          <p14:tracePt t="172393" x="8399463" y="2941638"/>
          <p14:tracePt t="172401" x="8386763" y="2965450"/>
          <p14:tracePt t="172409" x="8386763" y="2978150"/>
          <p14:tracePt t="172417" x="8374063" y="3016250"/>
          <p14:tracePt t="172425" x="8374063" y="3041650"/>
          <p14:tracePt t="172433" x="8348663" y="3065463"/>
          <p14:tracePt t="172441" x="8348663" y="3078163"/>
          <p14:tracePt t="172449" x="8348663" y="3103563"/>
          <p14:tracePt t="172457" x="8348663" y="3128963"/>
          <p14:tracePt t="172466" x="8348663" y="3141663"/>
          <p14:tracePt t="172473" x="8348663" y="3165475"/>
          <p14:tracePt t="172482" x="8348663" y="3190875"/>
          <p14:tracePt t="172489" x="8348663" y="3203575"/>
          <p14:tracePt t="172497" x="8348663" y="3228975"/>
          <p14:tracePt t="172505" x="8361363" y="3241675"/>
          <p14:tracePt t="172513" x="8374063" y="3254375"/>
          <p14:tracePt t="172529" x="8399463" y="3254375"/>
          <p14:tracePt t="172537" x="8424863" y="3267075"/>
          <p14:tracePt t="172545" x="8424863" y="3278188"/>
          <p14:tracePt t="172554" x="8448675" y="3278188"/>
          <p14:tracePt t="172561" x="8474075" y="3278188"/>
          <p14:tracePt t="172569" x="8499475" y="3278188"/>
          <p14:tracePt t="172577" x="8512175" y="3278188"/>
          <p14:tracePt t="172585" x="8524875" y="3278188"/>
          <p14:tracePt t="172593" x="8548688" y="3278188"/>
          <p14:tracePt t="172601" x="8574088" y="3278188"/>
          <p14:tracePt t="172609" x="8586788" y="3278188"/>
          <p14:tracePt t="172617" x="8624888" y="3278188"/>
          <p14:tracePt t="172625" x="8650288" y="3254375"/>
          <p14:tracePt t="172633" x="8699500" y="3216275"/>
          <p14:tracePt t="172641" x="8712200" y="3190875"/>
          <p14:tracePt t="172650" x="8737600" y="3154363"/>
          <p14:tracePt t="172657" x="8737600" y="3116263"/>
          <p14:tracePt t="172666" x="8737600" y="3078163"/>
          <p14:tracePt t="172673" x="8737600" y="3054350"/>
          <p14:tracePt t="172681" x="8737600" y="3028950"/>
          <p14:tracePt t="172689" x="8737600" y="2990850"/>
          <p14:tracePt t="172697" x="8712200" y="2978150"/>
          <p14:tracePt t="172705" x="8686800" y="2941638"/>
          <p14:tracePt t="172713" x="8650288" y="2941638"/>
          <p14:tracePt t="172721" x="8637588" y="2928938"/>
          <p14:tracePt t="172729" x="8599488" y="2916238"/>
          <p14:tracePt t="172738" x="8574088" y="2903538"/>
          <p14:tracePt t="172745" x="8548688" y="2903538"/>
          <p14:tracePt t="172753" x="8512175" y="2903538"/>
          <p14:tracePt t="172761" x="8474075" y="2903538"/>
          <p14:tracePt t="172769" x="8424863" y="2903538"/>
          <p14:tracePt t="172777" x="8361363" y="2903538"/>
          <p14:tracePt t="172785" x="8299450" y="2903538"/>
          <p14:tracePt t="172793" x="8248650" y="2903538"/>
          <p14:tracePt t="172801" x="8212138" y="2916238"/>
          <p14:tracePt t="172809" x="8186738" y="2928938"/>
          <p14:tracePt t="172817" x="8161338" y="2952750"/>
          <p14:tracePt t="172825" x="8148638" y="2965450"/>
          <p14:tracePt t="172833" x="8148638" y="2990850"/>
          <p14:tracePt t="172841" x="8148638" y="3028950"/>
          <p14:tracePt t="172850" x="8148638" y="3054350"/>
          <p14:tracePt t="172857" x="8148638" y="3090863"/>
          <p14:tracePt t="172865" x="8161338" y="3128963"/>
          <p14:tracePt t="172873" x="8174038" y="3141663"/>
          <p14:tracePt t="172881" x="8199438" y="3178175"/>
          <p14:tracePt t="172889" x="8212138" y="3203575"/>
          <p14:tracePt t="172905" x="8235950" y="3228975"/>
          <p14:tracePt t="172913" x="8248650" y="3241675"/>
          <p14:tracePt t="172929" x="8274050" y="3254375"/>
          <p14:tracePt t="172945" x="8299450" y="3254375"/>
          <p14:tracePt t="172953" x="8324850" y="3254375"/>
          <p14:tracePt t="172961" x="8335963" y="3254375"/>
          <p14:tracePt t="172969" x="8374063" y="3254375"/>
          <p14:tracePt t="172985" x="8435975" y="3241675"/>
          <p14:tracePt t="172993" x="8461375" y="3216275"/>
          <p14:tracePt t="173001" x="8474075" y="3178175"/>
          <p14:tracePt t="173009" x="8474075" y="3154363"/>
          <p14:tracePt t="173017" x="8474075" y="3103563"/>
          <p14:tracePt t="173025" x="8474075" y="3065463"/>
          <p14:tracePt t="173034" x="8474075" y="3041650"/>
          <p14:tracePt t="173041" x="8461375" y="3028950"/>
          <p14:tracePt t="173065" x="8448675" y="3016250"/>
          <p14:tracePt t="173097" x="8435975" y="3028950"/>
          <p14:tracePt t="173105" x="8435975" y="3103563"/>
          <p14:tracePt t="173113" x="8435975" y="3190875"/>
          <p14:tracePt t="173121" x="8435975" y="3254375"/>
          <p14:tracePt t="173129" x="8435975" y="3303588"/>
          <p14:tracePt t="173137" x="8435975" y="3367088"/>
          <p14:tracePt t="173145" x="8435975" y="3403600"/>
          <p14:tracePt t="173153" x="8435975" y="3429000"/>
          <p14:tracePt t="173161" x="8435975" y="3454400"/>
          <p14:tracePt t="173169" x="8448675" y="3467100"/>
          <p14:tracePt t="173201" x="8461375" y="3467100"/>
          <p14:tracePt t="173217" x="8474075" y="3467100"/>
          <p14:tracePt t="173233" x="8486775" y="3454400"/>
          <p14:tracePt t="173249" x="8499475" y="3441700"/>
          <p14:tracePt t="173257" x="8499475" y="3429000"/>
          <p14:tracePt t="173265" x="8499475" y="3416300"/>
          <p14:tracePt t="173273" x="8499475" y="3390900"/>
          <p14:tracePt t="173281" x="8499475" y="3367088"/>
          <p14:tracePt t="173289" x="8499475" y="3341688"/>
          <p14:tracePt t="173297" x="8499475" y="3316288"/>
          <p14:tracePt t="173306" x="8499475" y="3303588"/>
          <p14:tracePt t="173313" x="8512175" y="3278188"/>
          <p14:tracePt t="173321" x="8512175" y="3254375"/>
          <p14:tracePt t="173329" x="8512175" y="3241675"/>
          <p14:tracePt t="173345" x="8512175" y="3228975"/>
          <p14:tracePt t="173353" x="8512175" y="3216275"/>
          <p14:tracePt t="173489" x="8524875" y="3203575"/>
          <p14:tracePt t="173497" x="8537575" y="3203575"/>
          <p14:tracePt t="173545" x="8548688" y="3203575"/>
          <p14:tracePt t="173641" x="8537575" y="3203575"/>
          <p14:tracePt t="173649" x="8499475" y="3203575"/>
          <p14:tracePt t="173657" x="8474075" y="3203575"/>
          <p14:tracePt t="173665" x="8448675" y="3203575"/>
          <p14:tracePt t="173674" x="8424863" y="3203575"/>
          <p14:tracePt t="173681" x="8412163" y="3203575"/>
          <p14:tracePt t="173689" x="8399463" y="3203575"/>
          <p14:tracePt t="173697" x="8374063" y="3203575"/>
          <p14:tracePt t="173713" x="8361363" y="3203575"/>
          <p14:tracePt t="173721" x="8335963" y="3203575"/>
          <p14:tracePt t="174025" x="8324850" y="3203575"/>
          <p14:tracePt t="174137" x="8335963" y="3203575"/>
          <p14:tracePt t="174265" x="8361363" y="3203575"/>
          <p14:tracePt t="174273" x="8386763" y="3203575"/>
          <p14:tracePt t="174281" x="8412163" y="3203575"/>
          <p14:tracePt t="174289" x="8424863" y="3216275"/>
          <p14:tracePt t="174305" x="8435975" y="3216275"/>
          <p14:tracePt t="174321" x="8448675" y="3216275"/>
          <p14:tracePt t="174337" x="8461375" y="3216275"/>
          <p14:tracePt t="174353" x="8461375" y="3228975"/>
          <p14:tracePt t="174361" x="8486775" y="3228975"/>
          <p14:tracePt t="174393" x="8499475" y="3241675"/>
          <p14:tracePt t="174433" x="8512175" y="3254375"/>
          <p14:tracePt t="174681" x="8524875" y="3267075"/>
          <p14:tracePt t="174689" x="8548688" y="3303588"/>
          <p14:tracePt t="174697" x="8574088" y="3303588"/>
          <p14:tracePt t="174705" x="8574088" y="3316288"/>
          <p14:tracePt t="174713" x="8586788" y="3328988"/>
          <p14:tracePt t="174729" x="8586788" y="3341688"/>
          <p14:tracePt t="174737" x="8586788" y="3367088"/>
          <p14:tracePt t="174761" x="8586788" y="3378200"/>
          <p14:tracePt t="174777" x="8586788" y="3403600"/>
          <p14:tracePt t="174793" x="8586788" y="3416300"/>
          <p14:tracePt t="174817" x="8586788" y="3441700"/>
          <p14:tracePt t="174857" x="8612188" y="3441700"/>
          <p14:tracePt t="174873" x="8650288" y="3429000"/>
          <p14:tracePt t="174881" x="8650288" y="3403600"/>
          <p14:tracePt t="174889" x="8650288" y="3367088"/>
          <p14:tracePt t="174897" x="8650288" y="3316288"/>
          <p14:tracePt t="174906" x="8650288" y="3278188"/>
          <p14:tracePt t="174923" x="8650288" y="3203575"/>
          <p14:tracePt t="174929" x="8624888" y="3190875"/>
          <p14:tracePt t="174937" x="8599488" y="3154363"/>
          <p14:tracePt t="174945" x="8586788" y="3141663"/>
          <p14:tracePt t="174953" x="8574088" y="3128963"/>
          <p14:tracePt t="175017" x="8561388" y="3128963"/>
          <p14:tracePt t="175025" x="8548688" y="3128963"/>
          <p14:tracePt t="175033" x="8537575" y="3154363"/>
          <p14:tracePt t="175041" x="8537575" y="3190875"/>
          <p14:tracePt t="175049" x="8537575" y="3203575"/>
          <p14:tracePt t="175057" x="8537575" y="3241675"/>
          <p14:tracePt t="175065" x="8537575" y="3267075"/>
          <p14:tracePt t="175073" x="8537575" y="3278188"/>
          <p14:tracePt t="175081" x="8537575" y="3290888"/>
          <p14:tracePt t="175265" x="8537575" y="3278188"/>
          <p14:tracePt t="175273" x="8524875" y="3278188"/>
          <p14:tracePt t="175281" x="8512175" y="3267075"/>
          <p14:tracePt t="175321" x="8499475" y="3267075"/>
          <p14:tracePt t="175385" x="8486775" y="3267075"/>
          <p14:tracePt t="175401" x="8486775" y="3278188"/>
          <p14:tracePt t="175417" x="8486775" y="3290888"/>
          <p14:tracePt t="175473" x="8486775" y="3303588"/>
          <p14:tracePt t="175481" x="8499475" y="3303588"/>
          <p14:tracePt t="175497" x="8512175" y="3303588"/>
          <p14:tracePt t="175505" x="8524875" y="3303588"/>
          <p14:tracePt t="175513" x="8537575" y="3290888"/>
          <p14:tracePt t="175521" x="8537575" y="3254375"/>
          <p14:tracePt t="175529" x="8537575" y="3228975"/>
          <p14:tracePt t="175537" x="8537575" y="3178175"/>
          <p14:tracePt t="175545" x="8512175" y="3128963"/>
          <p14:tracePt t="175553" x="8512175" y="3103563"/>
          <p14:tracePt t="175561" x="8474075" y="3078163"/>
          <p14:tracePt t="175569" x="8474075" y="3065463"/>
          <p14:tracePt t="175577" x="8461375" y="3065463"/>
          <p14:tracePt t="175585" x="8461375" y="3054350"/>
          <p14:tracePt t="175593" x="8448675" y="3054350"/>
          <p14:tracePt t="175641" x="8424863" y="3054350"/>
          <p14:tracePt t="175657" x="8424863" y="3078163"/>
          <p14:tracePt t="175665" x="8424863" y="3103563"/>
          <p14:tracePt t="175673" x="8424863" y="3128963"/>
          <p14:tracePt t="175681" x="8424863" y="3141663"/>
          <p14:tracePt t="175689" x="8424863" y="3154363"/>
          <p14:tracePt t="175697" x="8424863" y="3178175"/>
          <p14:tracePt t="175721" x="8424863" y="3190875"/>
          <p14:tracePt t="175729" x="8435975" y="3190875"/>
          <p14:tracePt t="175753" x="8448675" y="3190875"/>
          <p14:tracePt t="175769" x="8461375" y="3190875"/>
          <p14:tracePt t="175785" x="8474075" y="3190875"/>
          <p14:tracePt t="175793" x="8474075" y="3165475"/>
          <p14:tracePt t="175801" x="8474075" y="3128963"/>
          <p14:tracePt t="175809" x="8474075" y="3103563"/>
          <p14:tracePt t="175817" x="8474075" y="3090863"/>
          <p14:tracePt t="175825" x="8474075" y="3078163"/>
          <p14:tracePt t="175833" x="8474075" y="3054350"/>
          <p14:tracePt t="175842" x="8474075" y="3041650"/>
          <p14:tracePt t="175849" x="8474075" y="3028950"/>
          <p14:tracePt t="175857" x="8461375" y="3028950"/>
          <p14:tracePt t="175865" x="8424863" y="3016250"/>
          <p14:tracePt t="175881" x="8412163" y="3016250"/>
          <p14:tracePt t="175889" x="8399463" y="3016250"/>
          <p14:tracePt t="175921" x="8386763" y="3016250"/>
          <p14:tracePt t="175929" x="8348663" y="3016250"/>
          <p14:tracePt t="175937" x="8324850" y="3016250"/>
          <p14:tracePt t="175945" x="8299450" y="3028950"/>
          <p14:tracePt t="175953" x="8286750" y="3065463"/>
          <p14:tracePt t="175961" x="8261350" y="3103563"/>
          <p14:tracePt t="175969" x="8261350" y="3128963"/>
          <p14:tracePt t="175977" x="8261350" y="3141663"/>
          <p14:tracePt t="175985" x="8261350" y="3154363"/>
          <p14:tracePt t="175993" x="8299450" y="3190875"/>
          <p14:tracePt t="176009" x="8324850" y="3216275"/>
          <p14:tracePt t="176017" x="8348663" y="3228975"/>
          <p14:tracePt t="176026" x="8386763" y="3241675"/>
          <p14:tracePt t="176042" x="8399463" y="3241675"/>
          <p14:tracePt t="176049" x="8412163" y="3241675"/>
          <p14:tracePt t="176057" x="8424863" y="3241675"/>
          <p14:tracePt t="176073" x="8435975" y="3241675"/>
          <p14:tracePt t="176081" x="8461375" y="3241675"/>
          <p14:tracePt t="176089" x="8474075" y="3241675"/>
          <p14:tracePt t="176097" x="8486775" y="3228975"/>
          <p14:tracePt t="176105" x="8512175" y="3178175"/>
          <p14:tracePt t="176113" x="8512175" y="3141663"/>
          <p14:tracePt t="176121" x="8512175" y="3103563"/>
          <p14:tracePt t="176129" x="8512175" y="3078163"/>
          <p14:tracePt t="176137" x="8474075" y="3028950"/>
          <p14:tracePt t="176145" x="8461375" y="3003550"/>
          <p14:tracePt t="176153" x="8424863" y="2978150"/>
          <p14:tracePt t="176161" x="8399463" y="2978150"/>
          <p14:tracePt t="176169" x="8374063" y="2965450"/>
          <p14:tracePt t="176185" x="8348663" y="2965450"/>
          <p14:tracePt t="176193" x="8324850" y="2965450"/>
          <p14:tracePt t="176201" x="8286750" y="2965450"/>
          <p14:tracePt t="176217" x="8261350" y="2978150"/>
          <p14:tracePt t="176226" x="8248650" y="3041650"/>
          <p14:tracePt t="176233" x="8235950" y="3128963"/>
          <p14:tracePt t="176241" x="8223250" y="3216275"/>
          <p14:tracePt t="176249" x="8223250" y="3267075"/>
          <p14:tracePt t="176257" x="8223250" y="3303588"/>
          <p14:tracePt t="176265" x="8223250" y="3328988"/>
          <p14:tracePt t="176273" x="8223250" y="3341688"/>
          <p14:tracePt t="176289" x="8235950" y="3341688"/>
          <p14:tracePt t="176417" x="8248650" y="3341688"/>
          <p14:tracePt t="176433" x="8274050" y="3341688"/>
          <p14:tracePt t="176449" x="8299450" y="3354388"/>
          <p14:tracePt t="176457" x="8312150" y="3354388"/>
          <p14:tracePt t="176465" x="8348663" y="3367088"/>
          <p14:tracePt t="176473" x="8386763" y="3367088"/>
          <p14:tracePt t="176481" x="8424863" y="3378200"/>
          <p14:tracePt t="176489" x="8448675" y="3378200"/>
          <p14:tracePt t="176497" x="8486775" y="3378200"/>
          <p14:tracePt t="176505" x="8524875" y="3378200"/>
          <p14:tracePt t="176513" x="8561388" y="3378200"/>
          <p14:tracePt t="176521" x="8599488" y="3378200"/>
          <p14:tracePt t="176529" x="8637588" y="3378200"/>
          <p14:tracePt t="176537" x="8674100" y="3378200"/>
          <p14:tracePt t="176545" x="8774113" y="3378200"/>
          <p14:tracePt t="176553" x="8924925" y="3378200"/>
          <p14:tracePt t="176561" x="9037638" y="3378200"/>
          <p14:tracePt t="176569" x="9112250" y="3378200"/>
          <p14:tracePt t="176577" x="9163050" y="3378200"/>
          <p14:tracePt t="176585" x="9175750" y="3378200"/>
          <p14:tracePt t="176737" x="9163050" y="3378200"/>
          <p14:tracePt t="176745" x="9137650" y="3378200"/>
          <p14:tracePt t="176753" x="9088438" y="3378200"/>
          <p14:tracePt t="176761" x="9024938" y="3378200"/>
          <p14:tracePt t="176769" x="8975725" y="3378200"/>
          <p14:tracePt t="176778" x="8899525" y="3341688"/>
          <p14:tracePt t="176785" x="8824913" y="3316288"/>
          <p14:tracePt t="176793" x="8750300" y="3267075"/>
          <p14:tracePt t="176801" x="8686800" y="3228975"/>
          <p14:tracePt t="176809" x="8650288" y="3203575"/>
          <p14:tracePt t="176817" x="8624888" y="3203575"/>
          <p14:tracePt t="176825" x="8624888" y="3190875"/>
          <p14:tracePt t="176833" x="8612188" y="3178175"/>
          <p14:tracePt t="176985" x="8612188" y="3190875"/>
          <p14:tracePt t="176993" x="8612188" y="3203575"/>
          <p14:tracePt t="177009" x="8612188" y="3216275"/>
          <p14:tracePt t="177025" x="8612188" y="3241675"/>
          <p14:tracePt t="177050" x="8612188" y="3254375"/>
          <p14:tracePt t="177081" x="8624888" y="3254375"/>
          <p14:tracePt t="177097" x="8624888" y="3267075"/>
          <p14:tracePt t="177113" x="8637588" y="3267075"/>
          <p14:tracePt t="177121" x="8650288" y="3278188"/>
          <p14:tracePt t="177129" x="8661400" y="3278188"/>
          <p14:tracePt t="177257" x="8674100" y="3278188"/>
          <p14:tracePt t="177265" x="8686800" y="3278188"/>
          <p14:tracePt t="177273" x="8699500" y="3278188"/>
          <p14:tracePt t="177281" x="8712200" y="3278188"/>
          <p14:tracePt t="177289" x="8724900" y="3278188"/>
          <p14:tracePt t="177297" x="8737600" y="3278188"/>
          <p14:tracePt t="177313" x="8750300" y="3278188"/>
          <p14:tracePt t="177337" x="8763000" y="3278188"/>
          <p14:tracePt t="177353" x="8774113" y="3278188"/>
          <p14:tracePt t="177369" x="8799513" y="3278188"/>
          <p14:tracePt t="177377" x="8812213" y="3278188"/>
          <p14:tracePt t="177385" x="8837613" y="3278188"/>
          <p14:tracePt t="177401" x="8850313" y="3278188"/>
          <p14:tracePt t="177425" x="8874125" y="3278188"/>
          <p14:tracePt t="177441" x="8886825" y="3278188"/>
          <p14:tracePt t="177465" x="8912225" y="3278188"/>
          <p14:tracePt t="177481" x="8912225" y="3290888"/>
          <p14:tracePt t="177553" x="8924925" y="3290888"/>
          <p14:tracePt t="177617" x="8924925" y="3303588"/>
          <p14:tracePt t="177681" x="8924925" y="3316288"/>
          <p14:tracePt t="177729" x="8924925" y="3328988"/>
          <p14:tracePt t="177873" x="8924925" y="3341688"/>
          <p14:tracePt t="177881" x="8912225" y="3328988"/>
          <p14:tracePt t="177889" x="8899525" y="3328988"/>
          <p14:tracePt t="177897" x="8874125" y="3303588"/>
          <p14:tracePt t="177905" x="8863013" y="3290888"/>
          <p14:tracePt t="177915" x="8837613" y="3278188"/>
          <p14:tracePt t="178065" x="8837613" y="3303588"/>
          <p14:tracePt t="178081" x="8837613" y="3328988"/>
          <p14:tracePt t="178089" x="8837613" y="3341688"/>
          <p14:tracePt t="178329" x="8850313" y="3341688"/>
          <p14:tracePt t="178337" x="8850313" y="3328988"/>
          <p14:tracePt t="178345" x="8850313" y="3316288"/>
          <p14:tracePt t="178353" x="8850313" y="3303588"/>
          <p14:tracePt t="178361" x="8850313" y="3290888"/>
          <p14:tracePt t="178377" x="8850313" y="3278188"/>
          <p14:tracePt t="178385" x="8850313" y="3267075"/>
          <p14:tracePt t="178393" x="8850313" y="3254375"/>
          <p14:tracePt t="178417" x="8850313" y="3241675"/>
          <p14:tracePt t="178433" x="8863013" y="3241675"/>
          <p14:tracePt t="178441" x="8863013" y="3228975"/>
          <p14:tracePt t="178473" x="8874125" y="3228975"/>
          <p14:tracePt t="178481" x="8886825" y="3216275"/>
          <p14:tracePt t="178489" x="8899525" y="3216275"/>
          <p14:tracePt t="178497" x="8912225" y="3216275"/>
          <p14:tracePt t="178505" x="8937625" y="3216275"/>
          <p14:tracePt t="178513" x="8950325" y="3216275"/>
          <p14:tracePt t="178521" x="8963025" y="3216275"/>
          <p14:tracePt t="178529" x="8986838" y="3216275"/>
          <p14:tracePt t="178537" x="8999538" y="3216275"/>
          <p14:tracePt t="178545" x="9024938" y="3216275"/>
          <p14:tracePt t="178561" x="9037638" y="3228975"/>
          <p14:tracePt t="178569" x="9063038" y="3228975"/>
          <p14:tracePt t="178585" x="9075738" y="3228975"/>
          <p14:tracePt t="178609" x="9099550" y="3228975"/>
          <p14:tracePt t="178625" x="9112250" y="3228975"/>
          <p14:tracePt t="178641" x="9124950" y="3228975"/>
          <p14:tracePt t="178649" x="9137650" y="3228975"/>
          <p14:tracePt t="178657" x="9150350" y="3228975"/>
          <p14:tracePt t="178673" x="9163050" y="3228975"/>
          <p14:tracePt t="178681" x="9188450" y="3228975"/>
          <p14:tracePt t="178697" x="9199563" y="3228975"/>
          <p14:tracePt t="178705" x="9224963" y="3228975"/>
          <p14:tracePt t="178713" x="9250363" y="3203575"/>
          <p14:tracePt t="178721" x="9263063" y="3203575"/>
          <p14:tracePt t="178729" x="9275763" y="3203575"/>
          <p14:tracePt t="178737" x="9301163" y="3203575"/>
          <p14:tracePt t="178745" x="9312275" y="3203575"/>
          <p14:tracePt t="178753" x="9337675" y="3203575"/>
          <p14:tracePt t="178761" x="9350375" y="3203575"/>
          <p14:tracePt t="178769" x="9350375" y="3190875"/>
          <p14:tracePt t="178785" x="9375775" y="3190875"/>
          <p14:tracePt t="178801" x="9388475" y="3190875"/>
          <p14:tracePt t="178825" x="9413875" y="3190875"/>
          <p14:tracePt t="178849" x="9424988" y="3178175"/>
          <p14:tracePt t="178881" x="9437688" y="3178175"/>
          <p14:tracePt t="178889" x="9450388" y="3178175"/>
          <p14:tracePt t="178897" x="9463088" y="3178175"/>
          <p14:tracePt t="178921" x="9475788" y="3178175"/>
          <p14:tracePt t="178961" x="9488488" y="3178175"/>
          <p14:tracePt t="178977" x="9501188" y="3178175"/>
          <p14:tracePt t="178985" x="9513888" y="3178175"/>
          <p14:tracePt t="178993" x="9537700" y="3178175"/>
          <p14:tracePt t="179009" x="9550400" y="3178175"/>
          <p14:tracePt t="179017" x="9575800" y="3178175"/>
          <p14:tracePt t="179033" x="9601200" y="3178175"/>
          <p14:tracePt t="179049" x="9626600" y="3165475"/>
          <p14:tracePt t="179065" x="9650413" y="3154363"/>
          <p14:tracePt t="179073" x="9663113" y="3116263"/>
          <p14:tracePt t="179081" x="9675813" y="3103563"/>
          <p14:tracePt t="179089" x="9675813" y="3090863"/>
          <p14:tracePt t="179097" x="9675813" y="3065463"/>
          <p14:tracePt t="179106" x="9675813" y="3028950"/>
          <p14:tracePt t="179113" x="9675813" y="3016250"/>
          <p14:tracePt t="179121" x="9675813" y="2990850"/>
          <p14:tracePt t="179129" x="9688513" y="2978150"/>
          <p14:tracePt t="179145" x="9688513" y="2952750"/>
          <p14:tracePt t="179241" x="9701213" y="2952750"/>
          <p14:tracePt t="179385" x="9713913" y="2941638"/>
          <p14:tracePt t="179593" x="9713913" y="3003550"/>
          <p14:tracePt t="179601" x="9713913" y="3090863"/>
          <p14:tracePt t="179609" x="9713913" y="3178175"/>
          <p14:tracePt t="179617" x="9713913" y="3267075"/>
          <p14:tracePt t="179625" x="9713913" y="3378200"/>
          <p14:tracePt t="179633" x="9750425" y="3541713"/>
          <p14:tracePt t="179641" x="9788525" y="3667125"/>
          <p14:tracePt t="179649" x="9839325" y="3816350"/>
          <p14:tracePt t="179657" x="9901238" y="3992563"/>
          <p14:tracePt t="179665" x="9913938" y="4117975"/>
          <p14:tracePt t="179673" x="9926638" y="4241800"/>
          <p14:tracePt t="179681" x="9952038" y="4367213"/>
          <p14:tracePt t="179689" x="9963150" y="4443413"/>
          <p14:tracePt t="179697" x="9963150" y="4454525"/>
          <p14:tracePt t="179761" x="9975850" y="4430713"/>
          <p14:tracePt t="179769" x="10001250" y="4354513"/>
          <p14:tracePt t="179777" x="10001250" y="4341813"/>
          <p14:tracePt t="179785" x="10001250" y="4318000"/>
          <p14:tracePt t="179793" x="10001250" y="4292600"/>
          <p14:tracePt t="179801" x="10001250" y="4254500"/>
          <p14:tracePt t="179809" x="10001250" y="4230688"/>
          <p14:tracePt t="179817" x="10001250" y="4192588"/>
          <p14:tracePt t="179825" x="10013950" y="4129088"/>
          <p14:tracePt t="179833" x="10026650" y="4092575"/>
          <p14:tracePt t="179841" x="10064750" y="4017963"/>
          <p14:tracePt t="179849" x="10064750" y="3992563"/>
          <p14:tracePt t="179857" x="10075863" y="3967163"/>
          <p14:tracePt t="179865" x="10075863" y="3954463"/>
          <p14:tracePt t="180049" x="10075863" y="3941763"/>
          <p14:tracePt t="180081" x="10075863" y="3929063"/>
          <p14:tracePt t="180097" x="10075863" y="3916363"/>
          <p14:tracePt t="180113" x="10064750" y="3905250"/>
          <p14:tracePt t="180121" x="10013950" y="3892550"/>
          <p14:tracePt t="180129" x="9988550" y="3879850"/>
          <p14:tracePt t="180137" x="9939338" y="3879850"/>
          <p14:tracePt t="180145" x="9852025" y="3854450"/>
          <p14:tracePt t="180154" x="9726613" y="3841750"/>
          <p14:tracePt t="180161" x="9575800" y="3829050"/>
          <p14:tracePt t="180169" x="9363075" y="3792538"/>
          <p14:tracePt t="180177" x="9075738" y="3754438"/>
          <p14:tracePt t="180185" x="8799513" y="3754438"/>
          <p14:tracePt t="180193" x="8599488" y="3754438"/>
          <p14:tracePt t="180201" x="8448675" y="3754438"/>
          <p14:tracePt t="180209" x="8312150" y="3754438"/>
          <p14:tracePt t="180217" x="8212138" y="3754438"/>
          <p14:tracePt t="180225" x="8161338" y="3754438"/>
          <p14:tracePt t="180233" x="8135938" y="3754438"/>
          <p14:tracePt t="180242" x="8123238" y="3754438"/>
          <p14:tracePt t="180265" x="8110538" y="3754438"/>
          <p14:tracePt t="180273" x="8099425" y="3754438"/>
          <p14:tracePt t="180281" x="8086725" y="3754438"/>
          <p14:tracePt t="180289" x="8061325" y="3754438"/>
          <p14:tracePt t="180297" x="8023225" y="3754438"/>
          <p14:tracePt t="180305" x="7999413" y="3754438"/>
          <p14:tracePt t="180313" x="7935913" y="3754438"/>
          <p14:tracePt t="180321" x="7861300" y="3754438"/>
          <p14:tracePt t="180329" x="7797800" y="3741738"/>
          <p14:tracePt t="180338" x="7723188" y="3741738"/>
          <p14:tracePt t="180345" x="7685088" y="3741738"/>
          <p14:tracePt t="180354" x="7635875" y="3741738"/>
          <p14:tracePt t="180361" x="7610475" y="3741738"/>
          <p14:tracePt t="180377" x="7597775" y="3741738"/>
          <p14:tracePt t="180393" x="7585075" y="3741738"/>
          <p14:tracePt t="180409" x="7572375" y="3741738"/>
          <p14:tracePt t="180425" x="7548563" y="3741738"/>
          <p14:tracePt t="180433" x="7523163" y="3741738"/>
          <p14:tracePt t="180441" x="7497763" y="3741738"/>
          <p14:tracePt t="180449" x="7448550" y="3741738"/>
          <p14:tracePt t="180457" x="7423150" y="3741738"/>
          <p14:tracePt t="180465" x="7385050" y="3741738"/>
          <p14:tracePt t="180473" x="7348538" y="3741738"/>
          <p14:tracePt t="180489" x="7335838" y="3741738"/>
          <p14:tracePt t="180497" x="7323138" y="3741738"/>
          <p14:tracePt t="180529" x="7310438" y="3741738"/>
          <p14:tracePt t="180537" x="7272338" y="3741738"/>
          <p14:tracePt t="180545" x="7259638" y="3741738"/>
          <p14:tracePt t="180553" x="7223125" y="3741738"/>
          <p14:tracePt t="180561" x="7210425" y="3741738"/>
          <p14:tracePt t="180569" x="7185025" y="3716338"/>
          <p14:tracePt t="180577" x="7172325" y="3716338"/>
          <p14:tracePt t="180593" x="7159625" y="3716338"/>
          <p14:tracePt t="180601" x="7146925" y="3716338"/>
          <p14:tracePt t="180633" x="7134225" y="3716338"/>
          <p14:tracePt t="180657" x="7110413" y="3716338"/>
          <p14:tracePt t="180665" x="7097713" y="3716338"/>
          <p14:tracePt t="180697" x="7085013" y="3716338"/>
          <p14:tracePt t="180729" x="7072313" y="3716338"/>
          <p14:tracePt t="180865" x="7085013" y="3741738"/>
          <p14:tracePt t="180873" x="7097713" y="3754438"/>
          <p14:tracePt t="180889" x="7123113" y="3754438"/>
          <p14:tracePt t="180897" x="7134225" y="3767138"/>
          <p14:tracePt t="180905" x="7146925" y="3767138"/>
          <p14:tracePt t="180922" x="7172325" y="3767138"/>
          <p14:tracePt t="180929" x="7210425" y="3767138"/>
          <p14:tracePt t="180937" x="7246938" y="3767138"/>
          <p14:tracePt t="180945" x="7323138" y="3767138"/>
          <p14:tracePt t="180953" x="7423150" y="3767138"/>
          <p14:tracePt t="180961" x="7548563" y="3767138"/>
          <p14:tracePt t="180969" x="7673975" y="3767138"/>
          <p14:tracePt t="180978" x="7785100" y="3767138"/>
          <p14:tracePt t="180985" x="7874000" y="3767138"/>
          <p14:tracePt t="180993" x="7974013" y="3767138"/>
          <p14:tracePt t="181001" x="8048625" y="3767138"/>
          <p14:tracePt t="181009" x="8086725" y="3767138"/>
          <p14:tracePt t="181017" x="8099425" y="3767138"/>
          <p14:tracePt t="181025" x="8123238" y="3767138"/>
          <p14:tracePt t="181033" x="8135938" y="3767138"/>
          <p14:tracePt t="181241" x="8135938" y="3779838"/>
          <p14:tracePt t="181249" x="8110538" y="3792538"/>
          <p14:tracePt t="181257" x="8086725" y="3792538"/>
          <p14:tracePt t="181265" x="8035925" y="3803650"/>
          <p14:tracePt t="181274" x="7961313" y="3803650"/>
          <p14:tracePt t="181281" x="7861300" y="3803650"/>
          <p14:tracePt t="181289" x="7761288" y="3779838"/>
          <p14:tracePt t="181297" x="7661275" y="3729038"/>
          <p14:tracePt t="181305" x="7585075" y="3716338"/>
          <p14:tracePt t="181313" x="7497763" y="3692525"/>
          <p14:tracePt t="181321" x="7435850" y="3679825"/>
          <p14:tracePt t="181329" x="7410450" y="3667125"/>
          <p14:tracePt t="181336" x="7397750" y="3654425"/>
          <p14:tracePt t="181345" x="7385050" y="3654425"/>
          <p14:tracePt t="181353" x="7372350" y="3641725"/>
          <p14:tracePt t="181362" x="7359650" y="3629025"/>
          <p14:tracePt t="181385" x="7348538" y="3616325"/>
          <p14:tracePt t="181401" x="7335838" y="3616325"/>
          <p14:tracePt t="181409" x="7310438" y="3603625"/>
          <p14:tracePt t="181417" x="7310438" y="3590925"/>
          <p14:tracePt t="181425" x="7297738" y="3590925"/>
          <p14:tracePt t="181433" x="7285038" y="3590925"/>
          <p14:tracePt t="181553" x="7272338" y="3590925"/>
          <p14:tracePt t="181569" x="7259638" y="3590925"/>
          <p14:tracePt t="181713" x="7246938" y="3590925"/>
          <p14:tracePt t="181825" x="7235825" y="3590925"/>
          <p14:tracePt t="181905" x="7197725" y="3590925"/>
          <p14:tracePt t="181921" x="7172325" y="3590925"/>
          <p14:tracePt t="181929" x="7159625" y="3590925"/>
          <p14:tracePt t="181937" x="7146925" y="3590925"/>
          <p14:tracePt t="181953" x="7134225" y="3590925"/>
          <p14:tracePt t="181969" x="7123113" y="3590925"/>
          <p14:tracePt t="181977" x="7110413" y="3590925"/>
          <p14:tracePt t="182009" x="7097713" y="3590925"/>
          <p14:tracePt t="182025" x="7085013" y="3590925"/>
          <p14:tracePt t="182033" x="7072313" y="3590925"/>
          <p14:tracePt t="182049" x="7072313" y="3579813"/>
          <p14:tracePt t="182057" x="7059613" y="3579813"/>
          <p14:tracePt t="182065" x="7046913" y="3579813"/>
          <p14:tracePt t="182073" x="7046913" y="3567113"/>
          <p14:tracePt t="182081" x="7034213" y="3567113"/>
          <p14:tracePt t="182113" x="7034213" y="3554413"/>
          <p14:tracePt t="182129" x="7034213" y="3541713"/>
          <p14:tracePt t="182169" x="7034213" y="3529013"/>
          <p14:tracePt t="182225" x="7034213" y="3516313"/>
          <p14:tracePt t="182241" x="7046913" y="3516313"/>
          <p14:tracePt t="182257" x="7072313" y="3516313"/>
          <p14:tracePt t="182265" x="7085013" y="3516313"/>
          <p14:tracePt t="182273" x="7123113" y="3516313"/>
          <p14:tracePt t="182281" x="7159625" y="3516313"/>
          <p14:tracePt t="182289" x="7185025" y="3516313"/>
          <p14:tracePt t="182298" x="7223125" y="3516313"/>
          <p14:tracePt t="182305" x="7272338" y="3516313"/>
          <p14:tracePt t="182313" x="7310438" y="3516313"/>
          <p14:tracePt t="182321" x="7359650" y="3516313"/>
          <p14:tracePt t="182337" x="7397750" y="3516313"/>
          <p14:tracePt t="182345" x="7410450" y="3516313"/>
          <p14:tracePt t="182353" x="7435850" y="3516313"/>
          <p14:tracePt t="182361" x="7448550" y="3516313"/>
          <p14:tracePt t="182369" x="7459663" y="3516313"/>
          <p14:tracePt t="182377" x="7472363" y="3516313"/>
          <p14:tracePt t="182393" x="7485063" y="3516313"/>
          <p14:tracePt t="182481" x="7510463" y="3516313"/>
          <p14:tracePt t="182497" x="7523163" y="3529013"/>
          <p14:tracePt t="182537" x="7535863" y="3529013"/>
          <p14:tracePt t="182545" x="7561263" y="3541713"/>
          <p14:tracePt t="182561" x="7585075" y="3554413"/>
          <p14:tracePt t="182569" x="7610475" y="3567113"/>
          <p14:tracePt t="182577" x="7635875" y="3567113"/>
          <p14:tracePt t="182585" x="7648575" y="3567113"/>
          <p14:tracePt t="182594" x="7685088" y="3579813"/>
          <p14:tracePt t="182609" x="7710488" y="3590925"/>
          <p14:tracePt t="182657" x="7723188" y="3590925"/>
          <p14:tracePt t="182673" x="7735888" y="3590925"/>
          <p14:tracePt t="182681" x="7748588" y="3590925"/>
          <p14:tracePt t="182689" x="7761288" y="3590925"/>
          <p14:tracePt t="182697" x="7761288" y="3554413"/>
          <p14:tracePt t="182705" x="7761288" y="3503613"/>
          <p14:tracePt t="182713" x="7761288" y="3467100"/>
          <p14:tracePt t="182721" x="7761288" y="3416300"/>
          <p14:tracePt t="182729" x="7761288" y="3403600"/>
          <p14:tracePt t="182737" x="7761288" y="3367088"/>
          <p14:tracePt t="182745" x="7748588" y="3341688"/>
          <p14:tracePt t="182753" x="7735888" y="3328988"/>
          <p14:tracePt t="182761" x="7710488" y="3316288"/>
          <p14:tracePt t="182769" x="7661275" y="3290888"/>
          <p14:tracePt t="182778" x="7623175" y="3290888"/>
          <p14:tracePt t="182785" x="7610475" y="3278188"/>
          <p14:tracePt t="182793" x="7572375" y="3267075"/>
          <p14:tracePt t="182801" x="7548563" y="3267075"/>
          <p14:tracePt t="182809" x="7523163" y="3267075"/>
          <p14:tracePt t="182817" x="7485063" y="3267075"/>
          <p14:tracePt t="182825" x="7448550" y="3267075"/>
          <p14:tracePt t="182833" x="7397750" y="3267075"/>
          <p14:tracePt t="182840" x="7359650" y="3267075"/>
          <p14:tracePt t="182849" x="7335838" y="3267075"/>
          <p14:tracePt t="182857" x="7285038" y="3278188"/>
          <p14:tracePt t="182873" x="7259638" y="3290888"/>
          <p14:tracePt t="182881" x="7235825" y="3303588"/>
          <p14:tracePt t="182889" x="7235825" y="3316288"/>
          <p14:tracePt t="182897" x="7223125" y="3328988"/>
          <p14:tracePt t="182905" x="7197725" y="3354388"/>
          <p14:tracePt t="182913" x="7185025" y="3367088"/>
          <p14:tracePt t="182928" x="7172325" y="3403600"/>
          <p14:tracePt t="182929" x="7159625" y="3441700"/>
          <p14:tracePt t="182937" x="7146925" y="3467100"/>
          <p14:tracePt t="182945" x="7134225" y="3529013"/>
          <p14:tracePt t="182953" x="7123113" y="3554413"/>
          <p14:tracePt t="182961" x="7123113" y="3603625"/>
          <p14:tracePt t="182969" x="7123113" y="3654425"/>
          <p14:tracePt t="182977" x="7123113" y="3692525"/>
          <p14:tracePt t="182985" x="7123113" y="3741738"/>
          <p14:tracePt t="182992" x="7123113" y="3767138"/>
          <p14:tracePt t="183001" x="7134225" y="3803650"/>
          <p14:tracePt t="183009" x="7159625" y="3816350"/>
          <p14:tracePt t="183017" x="7197725" y="3841750"/>
          <p14:tracePt t="183025" x="7223125" y="3854450"/>
          <p14:tracePt t="183033" x="7285038" y="3854450"/>
          <p14:tracePt t="183041" x="7348538" y="3867150"/>
          <p14:tracePt t="183049" x="7410450" y="3867150"/>
          <p14:tracePt t="183057" x="7459663" y="3867150"/>
          <p14:tracePt t="183065" x="7510463" y="3867150"/>
          <p14:tracePt t="183073" x="7572375" y="3854450"/>
          <p14:tracePt t="183081" x="7597775" y="3829050"/>
          <p14:tracePt t="183089" x="7648575" y="3803650"/>
          <p14:tracePt t="183097" x="7661275" y="3754438"/>
          <p14:tracePt t="183105" x="7685088" y="3703638"/>
          <p14:tracePt t="183113" x="7685088" y="3667125"/>
          <p14:tracePt t="183121" x="7685088" y="3629025"/>
          <p14:tracePt t="183129" x="7685088" y="3579813"/>
          <p14:tracePt t="183137" x="7673975" y="3541713"/>
          <p14:tracePt t="183145" x="7623175" y="3516313"/>
          <p14:tracePt t="183153" x="7585075" y="3479800"/>
          <p14:tracePt t="183162" x="7548563" y="3479800"/>
          <p14:tracePt t="183169" x="7485063" y="3441700"/>
          <p14:tracePt t="183177" x="7435850" y="3416300"/>
          <p14:tracePt t="183185" x="7397750" y="3403600"/>
          <p14:tracePt t="183193" x="7323138" y="3367088"/>
          <p14:tracePt t="183201" x="7285038" y="3367088"/>
          <p14:tracePt t="183209" x="7235825" y="3367088"/>
          <p14:tracePt t="183217" x="7197725" y="3367088"/>
          <p14:tracePt t="183225" x="7146925" y="3403600"/>
          <p14:tracePt t="183233" x="7134225" y="3429000"/>
          <p14:tracePt t="183241" x="7110413" y="3454400"/>
          <p14:tracePt t="183249" x="7097713" y="3490913"/>
          <p14:tracePt t="183257" x="7097713" y="3516313"/>
          <p14:tracePt t="183265" x="7097713" y="3554413"/>
          <p14:tracePt t="183273" x="7097713" y="3567113"/>
          <p14:tracePt t="183281" x="7097713" y="3603625"/>
          <p14:tracePt t="183289" x="7097713" y="3641725"/>
          <p14:tracePt t="183297" x="7097713" y="3654425"/>
          <p14:tracePt t="183305" x="7123113" y="3692525"/>
          <p14:tracePt t="183313" x="7123113" y="3703638"/>
          <p14:tracePt t="183321" x="7146925" y="3729038"/>
          <p14:tracePt t="183329" x="7172325" y="3741738"/>
          <p14:tracePt t="183337" x="7185025" y="3741738"/>
          <p14:tracePt t="183346" x="7210425" y="3754438"/>
          <p14:tracePt t="183353" x="7235825" y="3754438"/>
          <p14:tracePt t="183361" x="7259638" y="3767138"/>
          <p14:tracePt t="183369" x="7272338" y="3767138"/>
          <p14:tracePt t="183377" x="7297738" y="3767138"/>
          <p14:tracePt t="183385" x="7323138" y="3767138"/>
          <p14:tracePt t="183393" x="7372350" y="3729038"/>
          <p14:tracePt t="183401" x="7410450" y="3692525"/>
          <p14:tracePt t="183409" x="7459663" y="3629025"/>
          <p14:tracePt t="183417" x="7472363" y="3616325"/>
          <p14:tracePt t="183425" x="7472363" y="3567113"/>
          <p14:tracePt t="183433" x="7472363" y="3529013"/>
          <p14:tracePt t="183441" x="7472363" y="3516313"/>
          <p14:tracePt t="183449" x="7472363" y="3490913"/>
          <p14:tracePt t="183457" x="7472363" y="3467100"/>
          <p14:tracePt t="183465" x="7459663" y="3454400"/>
          <p14:tracePt t="183473" x="7435850" y="3429000"/>
          <p14:tracePt t="183481" x="7423150" y="3429000"/>
          <p14:tracePt t="183489" x="7410450" y="3429000"/>
          <p14:tracePt t="183497" x="7385050" y="3416300"/>
          <p14:tracePt t="183505" x="7359650" y="3416300"/>
          <p14:tracePt t="183513" x="7335838" y="3416300"/>
          <p14:tracePt t="183530" x="7323138" y="3416300"/>
          <p14:tracePt t="183537" x="7310438" y="3416300"/>
          <p14:tracePt t="183545" x="7285038" y="3416300"/>
          <p14:tracePt t="183553" x="7285038" y="3441700"/>
          <p14:tracePt t="183561" x="7272338" y="3479800"/>
          <p14:tracePt t="183569" x="7272338" y="3516313"/>
          <p14:tracePt t="183577" x="7272338" y="3541713"/>
          <p14:tracePt t="183585" x="7272338" y="3603625"/>
          <p14:tracePt t="183593" x="7297738" y="3641725"/>
          <p14:tracePt t="183601" x="7335838" y="3667125"/>
          <p14:tracePt t="183609" x="7348538" y="3692525"/>
          <p14:tracePt t="183617" x="7385050" y="3729038"/>
          <p14:tracePt t="183625" x="7423150" y="3741738"/>
          <p14:tracePt t="183633" x="7435850" y="3754438"/>
          <p14:tracePt t="183641" x="7472363" y="3754438"/>
          <p14:tracePt t="183649" x="7485063" y="3754438"/>
          <p14:tracePt t="183657" x="7523163" y="3779838"/>
          <p14:tracePt t="183665" x="7535863" y="3779838"/>
          <p14:tracePt t="183673" x="7561263" y="3779838"/>
          <p14:tracePt t="183681" x="7572375" y="3779838"/>
          <p14:tracePt t="183689" x="7585075" y="3779838"/>
          <p14:tracePt t="183697" x="7623175" y="3779838"/>
          <p14:tracePt t="183705" x="7661275" y="3779838"/>
          <p14:tracePt t="183721" x="7710488" y="3767138"/>
          <p14:tracePt t="183729" x="7723188" y="3741738"/>
          <p14:tracePt t="183737" x="7748588" y="3729038"/>
          <p14:tracePt t="183745" x="7785100" y="3679825"/>
          <p14:tracePt t="183753" x="7797800" y="3679825"/>
          <p14:tracePt t="183761" x="7810500" y="3641725"/>
          <p14:tracePt t="183769" x="7810500" y="3616325"/>
          <p14:tracePt t="183777" x="7810500" y="3603625"/>
          <p14:tracePt t="183785" x="7810500" y="3590925"/>
          <p14:tracePt t="183793" x="7810500" y="3567113"/>
          <p14:tracePt t="183809" x="7810500" y="3554413"/>
          <p14:tracePt t="183817" x="7785100" y="3541713"/>
          <p14:tracePt t="183825" x="7761288" y="3541713"/>
          <p14:tracePt t="183833" x="7748588" y="3541713"/>
          <p14:tracePt t="183841" x="7723188" y="3541713"/>
          <p14:tracePt t="183849" x="7710488" y="3541713"/>
          <p14:tracePt t="183857" x="7697788" y="3541713"/>
          <p14:tracePt t="183865" x="7673975" y="3541713"/>
          <p14:tracePt t="183873" x="7661275" y="3541713"/>
          <p14:tracePt t="183993" x="7673975" y="3554413"/>
          <p14:tracePt t="184001" x="7673975" y="3567113"/>
          <p14:tracePt t="184017" x="7673975" y="3579813"/>
          <p14:tracePt t="184025" x="7673975" y="3590925"/>
          <p14:tracePt t="184033" x="7673975" y="3603625"/>
          <p14:tracePt t="184065" x="7710488" y="3616325"/>
          <p14:tracePt t="184073" x="7723188" y="3616325"/>
          <p14:tracePt t="184081" x="7735888" y="3616325"/>
          <p14:tracePt t="184105" x="7748588" y="3616325"/>
          <p14:tracePt t="184121" x="7773988" y="3616325"/>
          <p14:tracePt t="184137" x="7785100" y="3616325"/>
          <p14:tracePt t="184145" x="7810500" y="3616325"/>
          <p14:tracePt t="184161" x="7835900" y="3616325"/>
          <p14:tracePt t="184169" x="7848600" y="3616325"/>
          <p14:tracePt t="184177" x="7874000" y="3629025"/>
          <p14:tracePt t="184193" x="7886700" y="3641725"/>
          <p14:tracePt t="184201" x="7897813" y="3641725"/>
          <p14:tracePt t="184209" x="7910513" y="3641725"/>
          <p14:tracePt t="184217" x="7935913" y="3654425"/>
          <p14:tracePt t="184225" x="7948613" y="3654425"/>
          <p14:tracePt t="184241" x="7974013" y="3654425"/>
          <p14:tracePt t="184249" x="7999413" y="3679825"/>
          <p14:tracePt t="184257" x="8023225" y="3692525"/>
          <p14:tracePt t="184265" x="8035925" y="3692525"/>
          <p14:tracePt t="184273" x="8061325" y="3692525"/>
          <p14:tracePt t="184282" x="8099425" y="3692525"/>
          <p14:tracePt t="184289" x="8123238" y="3692525"/>
          <p14:tracePt t="184297" x="8161338" y="3692525"/>
          <p14:tracePt t="184305" x="8174038" y="3692525"/>
          <p14:tracePt t="184313" x="8212138" y="3692525"/>
          <p14:tracePt t="184321" x="8248650" y="3692525"/>
          <p14:tracePt t="184328" x="8274050" y="3679825"/>
          <p14:tracePt t="184337" x="8299450" y="3667125"/>
          <p14:tracePt t="184345" x="8324850" y="3629025"/>
          <p14:tracePt t="184353" x="8335963" y="3629025"/>
          <p14:tracePt t="184361" x="8361363" y="3590925"/>
          <p14:tracePt t="184369" x="8361363" y="3579813"/>
          <p14:tracePt t="184377" x="8374063" y="3541713"/>
          <p14:tracePt t="184385" x="8374063" y="3516313"/>
          <p14:tracePt t="184393" x="8374063" y="3490913"/>
          <p14:tracePt t="184401" x="8374063" y="3454400"/>
          <p14:tracePt t="184409" x="8374063" y="3416300"/>
          <p14:tracePt t="184417" x="8374063" y="3403600"/>
          <p14:tracePt t="184425" x="8361363" y="3354388"/>
          <p14:tracePt t="184433" x="8335963" y="3328988"/>
          <p14:tracePt t="184441" x="8324850" y="3316288"/>
          <p14:tracePt t="184449" x="8299450" y="3278188"/>
          <p14:tracePt t="184457" x="8274050" y="3267075"/>
          <p14:tracePt t="184466" x="8261350" y="3254375"/>
          <p14:tracePt t="184473" x="8248650" y="3254375"/>
          <p14:tracePt t="184481" x="8212138" y="3254375"/>
          <p14:tracePt t="184489" x="8161338" y="3254375"/>
          <p14:tracePt t="184497" x="8099425" y="3254375"/>
          <p14:tracePt t="184505" x="8035925" y="3254375"/>
          <p14:tracePt t="184513" x="7897813" y="3254375"/>
          <p14:tracePt t="184521" x="7761288" y="3254375"/>
          <p14:tracePt t="184528" x="7623175" y="3278188"/>
          <p14:tracePt t="184537" x="7472363" y="3316288"/>
          <p14:tracePt t="184545" x="7348538" y="3390900"/>
          <p14:tracePt t="184553" x="7259638" y="3441700"/>
          <p14:tracePt t="184561" x="7210425" y="3479800"/>
          <p14:tracePt t="184569" x="7197725" y="3541713"/>
          <p14:tracePt t="184577" x="7197725" y="3567113"/>
          <p14:tracePt t="184585" x="7197725" y="3590925"/>
          <p14:tracePt t="184593" x="7197725" y="3629025"/>
          <p14:tracePt t="184601" x="7210425" y="3667125"/>
          <p14:tracePt t="184609" x="7272338" y="3729038"/>
          <p14:tracePt t="184617" x="7297738" y="3754438"/>
          <p14:tracePt t="184625" x="7372350" y="3779838"/>
          <p14:tracePt t="184633" x="7410450" y="3792538"/>
          <p14:tracePt t="184641" x="7459663" y="3803650"/>
          <p14:tracePt t="184649" x="7535863" y="3803650"/>
          <p14:tracePt t="184657" x="7561263" y="3803650"/>
          <p14:tracePt t="184665" x="7572375" y="3803650"/>
          <p14:tracePt t="184673" x="7623175" y="3792538"/>
          <p14:tracePt t="184680" x="7685088" y="3754438"/>
          <p14:tracePt t="184689" x="7735888" y="3703638"/>
          <p14:tracePt t="184697" x="7797800" y="3629025"/>
          <p14:tracePt t="184705" x="7810500" y="3603625"/>
          <p14:tracePt t="184712" x="7835900" y="3554413"/>
          <p14:tracePt t="184721" x="7835900" y="3529013"/>
          <p14:tracePt t="184728" x="7835900" y="3503613"/>
          <p14:tracePt t="184737" x="7835900" y="3467100"/>
          <p14:tracePt t="184753" x="7810500" y="3429000"/>
          <p14:tracePt t="184761" x="7785100" y="3403600"/>
          <p14:tracePt t="184769" x="7723188" y="3378200"/>
          <p14:tracePt t="184777" x="7710488" y="3378200"/>
          <p14:tracePt t="184785" x="7697788" y="3367088"/>
          <p14:tracePt t="184793" x="7685088" y="3367088"/>
          <p14:tracePt t="184801" x="7673975" y="3367088"/>
          <p14:tracePt t="184809" x="7661275" y="3367088"/>
          <p14:tracePt t="184817" x="7648575" y="3367088"/>
          <p14:tracePt t="184825" x="7635875" y="3367088"/>
          <p14:tracePt t="184833" x="7610475" y="3367088"/>
          <p14:tracePt t="184841" x="7572375" y="3416300"/>
          <p14:tracePt t="184850" x="7561263" y="3467100"/>
          <p14:tracePt t="184857" x="7561263" y="3490913"/>
          <p14:tracePt t="184865" x="7561263" y="3541713"/>
          <p14:tracePt t="184873" x="7561263" y="3590925"/>
          <p14:tracePt t="184881" x="7585075" y="3641725"/>
          <p14:tracePt t="184889" x="7661275" y="3679825"/>
          <p14:tracePt t="184897" x="7748588" y="3716338"/>
          <p14:tracePt t="184905" x="7823200" y="3741738"/>
          <p14:tracePt t="184913" x="7886700" y="3754438"/>
          <p14:tracePt t="184922" x="7974013" y="3754438"/>
          <p14:tracePt t="184929" x="8023225" y="3754438"/>
          <p14:tracePt t="184937" x="8086725" y="3754438"/>
          <p14:tracePt t="184945" x="8123238" y="3754438"/>
          <p14:tracePt t="184953" x="8212138" y="3729038"/>
          <p14:tracePt t="184961" x="8248650" y="3692525"/>
          <p14:tracePt t="184969" x="8324850" y="3641725"/>
          <p14:tracePt t="184977" x="8374063" y="3603625"/>
          <p14:tracePt t="184985" x="8386763" y="3567113"/>
          <p14:tracePt t="184993" x="8386763" y="3529013"/>
          <p14:tracePt t="185001" x="8386763" y="3490913"/>
          <p14:tracePt t="185009" x="8386763" y="3454400"/>
          <p14:tracePt t="185033" x="8374063" y="3429000"/>
          <p14:tracePt t="185041" x="8348663" y="3416300"/>
          <p14:tracePt t="185049" x="8335963" y="3403600"/>
          <p14:tracePt t="185057" x="8324850" y="3403600"/>
          <p14:tracePt t="185065" x="8312150" y="3403600"/>
          <p14:tracePt t="185073" x="8299450" y="3403600"/>
          <p14:tracePt t="185089" x="8261350" y="3416300"/>
          <p14:tracePt t="185097" x="8248650" y="3454400"/>
          <p14:tracePt t="185105" x="8223250" y="3490913"/>
          <p14:tracePt t="185113" x="8199438" y="3554413"/>
          <p14:tracePt t="185121" x="8186738" y="3603625"/>
          <p14:tracePt t="185129" x="8186738" y="3654425"/>
          <p14:tracePt t="185137" x="8186738" y="3692525"/>
          <p14:tracePt t="185145" x="8186738" y="3716338"/>
          <p14:tracePt t="185153" x="8186738" y="3741738"/>
          <p14:tracePt t="185161" x="8186738" y="3767138"/>
          <p14:tracePt t="185169" x="8199438" y="3803650"/>
          <p14:tracePt t="185177" x="8212138" y="3803650"/>
          <p14:tracePt t="185193" x="8235950" y="3816350"/>
          <p14:tracePt t="185225" x="8248650" y="3816350"/>
          <p14:tracePt t="185241" x="8261350" y="3816350"/>
          <p14:tracePt t="185257" x="8274050" y="3816350"/>
          <p14:tracePt t="185273" x="8299450" y="3816350"/>
          <p14:tracePt t="185289" x="8312150" y="3816350"/>
          <p14:tracePt t="185297" x="8312150" y="3803650"/>
          <p14:tracePt t="185305" x="8324850" y="3792538"/>
          <p14:tracePt t="185313" x="8324850" y="3779838"/>
          <p14:tracePt t="185321" x="8324850" y="3767138"/>
          <p14:tracePt t="185329" x="8324850" y="3754438"/>
          <p14:tracePt t="185337" x="8324850" y="3729038"/>
          <p14:tracePt t="185345" x="8324850" y="3703638"/>
          <p14:tracePt t="185353" x="8324850" y="3679825"/>
          <p14:tracePt t="185361" x="8299450" y="3629025"/>
          <p14:tracePt t="185369" x="8274050" y="3603625"/>
          <p14:tracePt t="185377" x="8261350" y="3590925"/>
          <p14:tracePt t="185385" x="8248650" y="3579813"/>
          <p14:tracePt t="185393" x="8223250" y="3554413"/>
          <p14:tracePt t="185402" x="8199438" y="3541713"/>
          <p14:tracePt t="185409" x="8186738" y="3541713"/>
          <p14:tracePt t="185417" x="8174038" y="3541713"/>
          <p14:tracePt t="185425" x="8161338" y="3541713"/>
          <p14:tracePt t="185433" x="8148638" y="3541713"/>
          <p14:tracePt t="185457" x="8110538" y="3541713"/>
          <p14:tracePt t="185465" x="8110538" y="3567113"/>
          <p14:tracePt t="185473" x="8110538" y="3603625"/>
          <p14:tracePt t="185481" x="8110538" y="3629025"/>
          <p14:tracePt t="185489" x="8110538" y="3667125"/>
          <p14:tracePt t="185497" x="8110538" y="3703638"/>
          <p14:tracePt t="185505" x="8110538" y="3729038"/>
          <p14:tracePt t="185513" x="8123238" y="3767138"/>
          <p14:tracePt t="185521" x="8135938" y="3767138"/>
          <p14:tracePt t="185529" x="8135938" y="3779838"/>
          <p14:tracePt t="185537" x="8161338" y="3792538"/>
          <p14:tracePt t="185577" x="8174038" y="3792538"/>
          <p14:tracePt t="185585" x="8186738" y="3792538"/>
          <p14:tracePt t="185649" x="8199438" y="3792538"/>
          <p14:tracePt t="185665" x="8212138" y="3792538"/>
          <p14:tracePt t="185673" x="8223250" y="3792538"/>
          <p14:tracePt t="185681" x="8235950" y="3779838"/>
          <p14:tracePt t="185689" x="8274050" y="3729038"/>
          <p14:tracePt t="185697" x="8312150" y="3703638"/>
          <p14:tracePt t="185705" x="8335963" y="3679825"/>
          <p14:tracePt t="185713" x="8374063" y="3629025"/>
          <p14:tracePt t="185721" x="8399463" y="3603625"/>
          <p14:tracePt t="185729" x="8412163" y="3579813"/>
          <p14:tracePt t="185737" x="8435975" y="3554413"/>
          <p14:tracePt t="185745" x="8461375" y="3529013"/>
          <p14:tracePt t="185753" x="8474075" y="3516313"/>
          <p14:tracePt t="185761" x="8474075" y="3503613"/>
          <p14:tracePt t="185769" x="8474075" y="3490913"/>
          <p14:tracePt t="185777" x="8474075" y="3479800"/>
          <p14:tracePt t="185833" x="8474075" y="3467100"/>
          <p14:tracePt t="185849" x="8461375" y="3454400"/>
          <p14:tracePt t="185889" x="8461375" y="3441700"/>
          <p14:tracePt t="186081" x="8461375" y="3467100"/>
          <p14:tracePt t="186089" x="8474075" y="3529013"/>
          <p14:tracePt t="186097" x="8486775" y="3567113"/>
          <p14:tracePt t="186105" x="8499475" y="3629025"/>
          <p14:tracePt t="186113" x="8512175" y="3667125"/>
          <p14:tracePt t="186121" x="8561388" y="3741738"/>
          <p14:tracePt t="186129" x="8561388" y="3767138"/>
          <p14:tracePt t="186137" x="8599488" y="3803650"/>
          <p14:tracePt t="186145" x="8599488" y="3816350"/>
          <p14:tracePt t="186154" x="8612188" y="3841750"/>
          <p14:tracePt t="186161" x="8624888" y="3841750"/>
          <p14:tracePt t="186169" x="8624888" y="3854450"/>
          <p14:tracePt t="186177" x="8637588" y="3854450"/>
          <p14:tracePt t="186201" x="8661400" y="3854450"/>
          <p14:tracePt t="186217" x="8674100" y="3854450"/>
          <p14:tracePt t="186226" x="8686800" y="3841750"/>
          <p14:tracePt t="186233" x="8724900" y="3792538"/>
          <p14:tracePt t="186241" x="8737600" y="3729038"/>
          <p14:tracePt t="186249" x="8737600" y="3679825"/>
          <p14:tracePt t="186257" x="8737600" y="3629025"/>
          <p14:tracePt t="186265" x="8737600" y="3567113"/>
          <p14:tracePt t="186273" x="8737600" y="3516313"/>
          <p14:tracePt t="186281" x="8737600" y="3454400"/>
          <p14:tracePt t="186289" x="8724900" y="3403600"/>
          <p14:tracePt t="186297" x="8699500" y="3378200"/>
          <p14:tracePt t="186305" x="8686800" y="3341688"/>
          <p14:tracePt t="186313" x="8686800" y="3328988"/>
          <p14:tracePt t="186321" x="8674100" y="3328988"/>
          <p14:tracePt t="186417" x="8661400" y="3328988"/>
          <p14:tracePt t="186425" x="8661400" y="3367088"/>
          <p14:tracePt t="186433" x="8661400" y="3403600"/>
          <p14:tracePt t="186441" x="8661400" y="3454400"/>
          <p14:tracePt t="186449" x="8674100" y="3479800"/>
          <p14:tracePt t="186457" x="8674100" y="3529013"/>
          <p14:tracePt t="186465" x="8686800" y="3590925"/>
          <p14:tracePt t="186473" x="8686800" y="3629025"/>
          <p14:tracePt t="186481" x="8686800" y="3679825"/>
          <p14:tracePt t="186489" x="8686800" y="3729038"/>
          <p14:tracePt t="186497" x="8699500" y="3754438"/>
          <p14:tracePt t="186505" x="8699500" y="3767138"/>
          <p14:tracePt t="186521" x="8712200" y="3767138"/>
          <p14:tracePt t="186553" x="8724900" y="3767138"/>
          <p14:tracePt t="186593" x="8750300" y="3767138"/>
          <p14:tracePt t="186601" x="8774113" y="3741738"/>
          <p14:tracePt t="186609" x="8799513" y="3716338"/>
          <p14:tracePt t="186617" x="8812213" y="3703638"/>
          <p14:tracePt t="186625" x="8824913" y="3679825"/>
          <p14:tracePt t="186633" x="8837613" y="3654425"/>
          <p14:tracePt t="186641" x="8850313" y="3629025"/>
          <p14:tracePt t="186649" x="8863013" y="3590925"/>
          <p14:tracePt t="186657" x="8863013" y="3579813"/>
          <p14:tracePt t="186665" x="8874125" y="3567113"/>
          <p14:tracePt t="186673" x="8874125" y="3554413"/>
          <p14:tracePt t="186689" x="8874125" y="3541713"/>
          <p14:tracePt t="186761" x="8899525" y="3554413"/>
          <p14:tracePt t="186769" x="8912225" y="3579813"/>
          <p14:tracePt t="186777" x="8937625" y="3603625"/>
          <p14:tracePt t="186785" x="8975725" y="3629025"/>
          <p14:tracePt t="186793" x="9024938" y="3654425"/>
          <p14:tracePt t="186801" x="9075738" y="3692525"/>
          <p14:tracePt t="186809" x="9088438" y="3692525"/>
          <p14:tracePt t="186817" x="9124950" y="3703638"/>
          <p14:tracePt t="186825" x="9137650" y="3703638"/>
          <p14:tracePt t="186849" x="9150350" y="3703638"/>
          <p14:tracePt t="186857" x="9163050" y="3703638"/>
          <p14:tracePt t="186865" x="9175750" y="3703638"/>
          <p14:tracePt t="186873" x="9224963" y="3703638"/>
          <p14:tracePt t="186881" x="9263063" y="3703638"/>
          <p14:tracePt t="186889" x="9288463" y="3703638"/>
          <p14:tracePt t="186897" x="9312275" y="3703638"/>
          <p14:tracePt t="186913" x="9324975" y="3703638"/>
          <p14:tracePt t="186923" x="9337675" y="3703638"/>
          <p14:tracePt t="186937" x="9350375" y="3716338"/>
          <p14:tracePt t="186953" x="9375775" y="3729038"/>
          <p14:tracePt t="186969" x="9388475" y="3729038"/>
          <p14:tracePt t="186977" x="9413875" y="3729038"/>
          <p14:tracePt t="186985" x="9424988" y="3729038"/>
          <p14:tracePt t="186993" x="9463088" y="3729038"/>
          <p14:tracePt t="187001" x="9513888" y="3729038"/>
          <p14:tracePt t="187009" x="9588500" y="3729038"/>
          <p14:tracePt t="187017" x="9713913" y="3703638"/>
          <p14:tracePt t="187025" x="9839325" y="3603625"/>
          <p14:tracePt t="187033" x="9913938" y="3567113"/>
          <p14:tracePt t="187041" x="9988550" y="3503613"/>
          <p14:tracePt t="187049" x="10052050" y="3441700"/>
          <p14:tracePt t="187057" x="10101263" y="3390900"/>
          <p14:tracePt t="187065" x="10101263" y="3341688"/>
          <p14:tracePt t="187073" x="10113963" y="3303588"/>
          <p14:tracePt t="187081" x="10113963" y="3254375"/>
          <p14:tracePt t="187090" x="10113963" y="3228975"/>
          <p14:tracePt t="187097" x="10113963" y="3216275"/>
          <p14:tracePt t="187105" x="10113963" y="3203575"/>
          <p14:tracePt t="187121" x="10113963" y="3165475"/>
          <p14:tracePt t="187153" x="10113963" y="3154363"/>
          <p14:tracePt t="187161" x="10113963" y="3141663"/>
          <p14:tracePt t="187177" x="10113963" y="3128963"/>
          <p14:tracePt t="187393" x="10113963" y="3116263"/>
          <p14:tracePt t="187545" x="10113963" y="3128963"/>
          <p14:tracePt t="187553" x="10064750" y="3203575"/>
          <p14:tracePt t="187561" x="9939338" y="3278188"/>
          <p14:tracePt t="187569" x="9839325" y="3354388"/>
          <p14:tracePt t="187577" x="9675813" y="3416300"/>
          <p14:tracePt t="187585" x="9513888" y="3541713"/>
          <p14:tracePt t="187593" x="9388475" y="3567113"/>
          <p14:tracePt t="187601" x="9288463" y="3616325"/>
          <p14:tracePt t="187609" x="9263063" y="3629025"/>
          <p14:tracePt t="187617" x="9212263" y="3654425"/>
          <p14:tracePt t="187841" x="9199563" y="3654425"/>
          <p14:tracePt t="187849" x="9188450" y="3654425"/>
          <p14:tracePt t="187865" x="9175750" y="3654425"/>
          <p14:tracePt t="187873" x="9163050" y="3641725"/>
          <p14:tracePt t="187881" x="9150350" y="3641725"/>
          <p14:tracePt t="187889" x="9124950" y="3629025"/>
          <p14:tracePt t="187897" x="9112250" y="3629025"/>
          <p14:tracePt t="187904" x="9099550" y="3616325"/>
          <p14:tracePt t="187913" x="9063038" y="3616325"/>
          <p14:tracePt t="187926" x="9024938" y="3616325"/>
          <p14:tracePt t="187929" x="9012238" y="3616325"/>
          <p14:tracePt t="187945" x="8986838" y="3616325"/>
          <p14:tracePt t="187953" x="8975725" y="3616325"/>
          <p14:tracePt t="187961" x="8975725" y="3629025"/>
          <p14:tracePt t="187969" x="8975725" y="3667125"/>
          <p14:tracePt t="187977" x="8975725" y="3703638"/>
          <p14:tracePt t="187985" x="8975725" y="3754438"/>
          <p14:tracePt t="187993" x="8975725" y="3816350"/>
          <p14:tracePt t="188001" x="8999538" y="3867150"/>
          <p14:tracePt t="188009" x="9024938" y="3892550"/>
          <p14:tracePt t="188017" x="9050338" y="3929063"/>
          <p14:tracePt t="188025" x="9099550" y="3954463"/>
          <p14:tracePt t="188033" x="9124950" y="3967163"/>
          <p14:tracePt t="188041" x="9175750" y="3979863"/>
          <p14:tracePt t="188049" x="9224963" y="3979863"/>
          <p14:tracePt t="188056" x="9275763" y="3979863"/>
          <p14:tracePt t="188065" x="9350375" y="3979863"/>
          <p14:tracePt t="188072" x="9388475" y="3979863"/>
          <p14:tracePt t="188081" x="9424988" y="3979863"/>
          <p14:tracePt t="188088" x="9463088" y="3954463"/>
          <p14:tracePt t="188097" x="9501188" y="3905250"/>
          <p14:tracePt t="188104" x="9513888" y="3879850"/>
          <p14:tracePt t="188113" x="9537700" y="3854450"/>
          <p14:tracePt t="188121" x="9537700" y="3803650"/>
          <p14:tracePt t="188129" x="9537700" y="3741738"/>
          <p14:tracePt t="188137" x="9537700" y="3692525"/>
          <p14:tracePt t="188145" x="9537700" y="3654425"/>
          <p14:tracePt t="188153" x="9537700" y="3603625"/>
          <p14:tracePt t="188161" x="9525000" y="3567113"/>
          <p14:tracePt t="188169" x="9488488" y="3529013"/>
          <p14:tracePt t="188177" x="9488488" y="3503613"/>
          <p14:tracePt t="188185" x="9463088" y="3490913"/>
          <p14:tracePt t="188193" x="9463088" y="3467100"/>
          <p14:tracePt t="188201" x="9450388" y="3467100"/>
          <p14:tracePt t="188209" x="9437688" y="3467100"/>
          <p14:tracePt t="188217" x="9424988" y="3467100"/>
          <p14:tracePt t="188226" x="9413875" y="3467100"/>
          <p14:tracePt t="188233" x="9401175" y="3467100"/>
          <p14:tracePt t="188240" x="9375775" y="3467100"/>
          <p14:tracePt t="188249" x="9337675" y="3467100"/>
          <p14:tracePt t="188257" x="9275763" y="3467100"/>
          <p14:tracePt t="188265" x="9199563" y="3503613"/>
          <p14:tracePt t="188273" x="9137650" y="3554413"/>
          <p14:tracePt t="188281" x="9075738" y="3590925"/>
          <p14:tracePt t="188288" x="9050338" y="3603625"/>
          <p14:tracePt t="188297" x="9024938" y="3641725"/>
          <p14:tracePt t="188313" x="9024938" y="3667125"/>
          <p14:tracePt t="188329" x="9024938" y="3679825"/>
          <p14:tracePt t="188345" x="9037638" y="3703638"/>
          <p14:tracePt t="188353" x="9037638" y="3716338"/>
          <p14:tracePt t="188361" x="9063038" y="3729038"/>
          <p14:tracePt t="188369" x="9099550" y="3754438"/>
          <p14:tracePt t="188377" x="9124950" y="3754438"/>
          <p14:tracePt t="188385" x="9163050" y="3767138"/>
          <p14:tracePt t="188393" x="9188450" y="3779838"/>
          <p14:tracePt t="188401" x="9224963" y="3779838"/>
          <p14:tracePt t="188410" x="9275763" y="3779838"/>
          <p14:tracePt t="188417" x="9363075" y="3779838"/>
          <p14:tracePt t="188425" x="9450388" y="3779838"/>
          <p14:tracePt t="188433" x="9550400" y="3779838"/>
          <p14:tracePt t="188441" x="9663113" y="3729038"/>
          <p14:tracePt t="188449" x="9775825" y="3654425"/>
          <p14:tracePt t="188457" x="9863138" y="3579813"/>
          <p14:tracePt t="188465" x="9913938" y="3529013"/>
          <p14:tracePt t="188473" x="9952038" y="3490913"/>
          <p14:tracePt t="188481" x="9963150" y="3429000"/>
          <p14:tracePt t="188489" x="9963150" y="3390900"/>
          <p14:tracePt t="188497" x="9963150" y="3354388"/>
          <p14:tracePt t="188505" x="9963150" y="3328988"/>
          <p14:tracePt t="188513" x="9952038" y="3290888"/>
          <p14:tracePt t="188521" x="9939338" y="3278188"/>
          <p14:tracePt t="188529" x="9901238" y="3241675"/>
          <p14:tracePt t="188545" x="9875838" y="3241675"/>
          <p14:tracePt t="188897" x="9875838" y="3290888"/>
          <p14:tracePt t="188905" x="9875838" y="3378200"/>
          <p14:tracePt t="188913" x="9875838" y="3479800"/>
          <p14:tracePt t="188921" x="9839325" y="3590925"/>
          <p14:tracePt t="188929" x="9763125" y="3741738"/>
          <p14:tracePt t="188937" x="9650413" y="3867150"/>
          <p14:tracePt t="188945" x="9550400" y="3954463"/>
          <p14:tracePt t="188953" x="9475788" y="4017963"/>
          <p14:tracePt t="188961" x="9463088" y="4041775"/>
          <p14:tracePt t="188969" x="9437688" y="4041775"/>
          <p14:tracePt t="188977" x="9413875" y="4041775"/>
          <p14:tracePt t="189017" x="9401175" y="4041775"/>
          <p14:tracePt t="189033" x="9375775" y="4041775"/>
          <p14:tracePt t="189041" x="9363075" y="4029075"/>
          <p14:tracePt t="189049" x="9350375" y="4029075"/>
          <p14:tracePt t="189057" x="9350375" y="3992563"/>
          <p14:tracePt t="189065" x="9350375" y="3979863"/>
          <p14:tracePt t="189073" x="9350375" y="3941763"/>
          <p14:tracePt t="189081" x="9337675" y="3892550"/>
          <p14:tracePt t="189089" x="9324975" y="3854450"/>
          <p14:tracePt t="189097" x="9312275" y="3803650"/>
          <p14:tracePt t="189105" x="9312275" y="3779838"/>
          <p14:tracePt t="189113" x="9301163" y="3741738"/>
          <p14:tracePt t="189121" x="9301163" y="3716338"/>
          <p14:tracePt t="189129" x="9275763" y="3692525"/>
          <p14:tracePt t="189137" x="9275763" y="3679825"/>
          <p14:tracePt t="189145" x="9250363" y="3667125"/>
          <p14:tracePt t="189169" x="9237663" y="3654425"/>
          <p14:tracePt t="189209" x="9224963" y="3654425"/>
          <p14:tracePt t="189217" x="9212263" y="3729038"/>
          <p14:tracePt t="189225" x="9212263" y="3779838"/>
          <p14:tracePt t="189233" x="9212263" y="3867150"/>
          <p14:tracePt t="189241" x="9212263" y="3929063"/>
          <p14:tracePt t="189249" x="9212263" y="3979863"/>
          <p14:tracePt t="189257" x="9212263" y="4041775"/>
          <p14:tracePt t="189265" x="9212263" y="4054475"/>
          <p14:tracePt t="189273" x="9212263" y="4067175"/>
          <p14:tracePt t="189337" x="9212263" y="4079875"/>
          <p14:tracePt t="189345" x="9250363" y="4067175"/>
          <p14:tracePt t="189353" x="9250363" y="4041775"/>
          <p14:tracePt t="189361" x="9301163" y="3992563"/>
          <p14:tracePt t="189369" x="9312275" y="3954463"/>
          <p14:tracePt t="189376" x="9337675" y="3892550"/>
          <p14:tracePt t="189385" x="9337675" y="3841750"/>
          <p14:tracePt t="189392" x="9337675" y="3792538"/>
          <p14:tracePt t="189401" x="9337675" y="3767138"/>
          <p14:tracePt t="189408" x="9337675" y="3729038"/>
          <p14:tracePt t="189417" x="9337675" y="3703638"/>
          <p14:tracePt t="189424" x="9324975" y="3679825"/>
          <p14:tracePt t="189433" x="9324975" y="3667125"/>
          <p14:tracePt t="189441" x="9301163" y="3654425"/>
          <p14:tracePt t="189449" x="9301163" y="3641725"/>
          <p14:tracePt t="189481" x="9288463" y="3629025"/>
          <p14:tracePt t="189537" x="9275763" y="3629025"/>
          <p14:tracePt t="189553" x="9275763" y="3603625"/>
          <p14:tracePt t="189561" x="9275763" y="3590925"/>
          <p14:tracePt t="189569" x="9275763" y="3541713"/>
          <p14:tracePt t="189577" x="9275763" y="3516313"/>
          <p14:tracePt t="189585" x="9275763" y="3503613"/>
          <p14:tracePt t="189592" x="9275763" y="3479800"/>
          <p14:tracePt t="189601" x="9275763" y="3454400"/>
          <p14:tracePt t="189609" x="9275763" y="3416300"/>
          <p14:tracePt t="189617" x="9275763" y="3390900"/>
          <p14:tracePt t="189625" x="9275763" y="3378200"/>
          <p14:tracePt t="189633" x="9275763" y="3367088"/>
          <p14:tracePt t="189641" x="9275763" y="3341688"/>
          <p14:tracePt t="189657" x="9275763" y="3316288"/>
          <p14:tracePt t="189665" x="9275763" y="3303588"/>
          <p14:tracePt t="189673" x="9263063" y="3290888"/>
          <p14:tracePt t="189689" x="9237663" y="3290888"/>
          <p14:tracePt t="189697" x="9212263" y="3267075"/>
          <p14:tracePt t="189714" x="9188450" y="3267075"/>
          <p14:tracePt t="189721" x="9188450" y="3254375"/>
          <p14:tracePt t="189729" x="9175750" y="3254375"/>
          <p14:tracePt t="189737" x="9150350" y="3254375"/>
          <p14:tracePt t="189744" x="9137650" y="3228975"/>
          <p14:tracePt t="189761" x="9112250" y="3216275"/>
          <p14:tracePt t="189769" x="9088438" y="3216275"/>
          <p14:tracePt t="189777" x="9050338" y="3216275"/>
          <p14:tracePt t="189785" x="9037638" y="3216275"/>
          <p14:tracePt t="189793" x="9012238" y="3216275"/>
          <p14:tracePt t="189801" x="8999538" y="3216275"/>
          <p14:tracePt t="189809" x="8975725" y="3216275"/>
          <p14:tracePt t="189817" x="8950325" y="3216275"/>
          <p14:tracePt t="189825" x="8924925" y="3216275"/>
          <p14:tracePt t="189833" x="8899525" y="3278188"/>
          <p14:tracePt t="189841" x="8899525" y="3328988"/>
          <p14:tracePt t="189849" x="8899525" y="3378200"/>
          <p14:tracePt t="189857" x="8874125" y="3454400"/>
          <p14:tracePt t="189865" x="8874125" y="3503613"/>
          <p14:tracePt t="189873" x="8874125" y="3554413"/>
          <p14:tracePt t="189881" x="8874125" y="3603625"/>
          <p14:tracePt t="189889" x="8874125" y="3641725"/>
          <p14:tracePt t="189897" x="8874125" y="3679825"/>
          <p14:tracePt t="189905" x="8874125" y="3703638"/>
          <p14:tracePt t="189915" x="8886825" y="3741738"/>
          <p14:tracePt t="189929" x="8899525" y="3754438"/>
          <p14:tracePt t="189945" x="8924925" y="3779838"/>
          <p14:tracePt t="189961" x="8937625" y="3779838"/>
          <p14:tracePt t="189969" x="8950325" y="3779838"/>
          <p14:tracePt t="189985" x="8975725" y="3779838"/>
          <p14:tracePt t="189993" x="8999538" y="3779838"/>
          <p14:tracePt t="190001" x="9037638" y="3779838"/>
          <p14:tracePt t="190009" x="9075738" y="3779838"/>
          <p14:tracePt t="190017" x="9099550" y="3767138"/>
          <p14:tracePt t="190025" x="9150350" y="3716338"/>
          <p14:tracePt t="190033" x="9188450" y="3679825"/>
          <p14:tracePt t="190041" x="9199563" y="3641725"/>
          <p14:tracePt t="190049" x="9212263" y="3579813"/>
          <p14:tracePt t="190057" x="9212263" y="3529013"/>
          <p14:tracePt t="190065" x="9212263" y="3479800"/>
          <p14:tracePt t="190073" x="9212263" y="3454400"/>
          <p14:tracePt t="190081" x="9212263" y="3429000"/>
          <p14:tracePt t="190089" x="9212263" y="3403600"/>
          <p14:tracePt t="190098" x="9212263" y="3390900"/>
          <p14:tracePt t="190105" x="9199563" y="3378200"/>
          <p14:tracePt t="190113" x="9199563" y="3367088"/>
          <p14:tracePt t="190121" x="9188450" y="3367088"/>
          <p14:tracePt t="190128" x="9175750" y="3367088"/>
          <p14:tracePt t="190145" x="9163050" y="3367088"/>
          <p14:tracePt t="190161" x="9150350" y="3367088"/>
          <p14:tracePt t="190169" x="9112250" y="3367088"/>
          <p14:tracePt t="190177" x="9112250" y="3441700"/>
          <p14:tracePt t="190185" x="9099550" y="3490913"/>
          <p14:tracePt t="190193" x="9099550" y="3590925"/>
          <p14:tracePt t="190201" x="9088438" y="3654425"/>
          <p14:tracePt t="190209" x="9088438" y="3679825"/>
          <p14:tracePt t="190217" x="9088438" y="3703638"/>
          <p14:tracePt t="190225" x="9088438" y="3716338"/>
          <p14:tracePt t="190233" x="9112250" y="3729038"/>
          <p14:tracePt t="190257" x="9124950" y="3729038"/>
          <p14:tracePt t="190265" x="9137650" y="3729038"/>
          <p14:tracePt t="190282" x="9150350" y="3729038"/>
          <p14:tracePt t="190289" x="9163050" y="3729038"/>
          <p14:tracePt t="190297" x="9175750" y="3729038"/>
          <p14:tracePt t="190313" x="9199563" y="3729038"/>
          <p14:tracePt t="190321" x="9237663" y="3703638"/>
          <p14:tracePt t="190329" x="9263063" y="3629025"/>
          <p14:tracePt t="190337" x="9312275" y="3503613"/>
          <p14:tracePt t="190344" x="9363075" y="3367088"/>
          <p14:tracePt t="190353" x="9363075" y="3267075"/>
          <p14:tracePt t="190360" x="9363075" y="3154363"/>
          <p14:tracePt t="190369" x="9375775" y="3016250"/>
          <p14:tracePt t="190377" x="9388475" y="2903538"/>
          <p14:tracePt t="190385" x="9388475" y="2778125"/>
          <p14:tracePt t="190393" x="9388475" y="2703513"/>
          <p14:tracePt t="190401" x="9401175" y="2616200"/>
          <p14:tracePt t="190409" x="9413875" y="2552700"/>
          <p14:tracePt t="190417" x="9413875" y="2516188"/>
          <p14:tracePt t="190425" x="9424988" y="2503488"/>
          <p14:tracePt t="190441" x="9424988" y="2490788"/>
          <p14:tracePt t="190697" x="9424988" y="2503488"/>
          <p14:tracePt t="190705" x="9424988" y="2590800"/>
          <p14:tracePt t="190713" x="9424988" y="2678113"/>
          <p14:tracePt t="190721" x="9424988" y="2765425"/>
          <p14:tracePt t="190728" x="9424988" y="2865438"/>
          <p14:tracePt t="190737" x="9424988" y="2978150"/>
          <p14:tracePt t="190745" x="9413875" y="3128963"/>
          <p14:tracePt t="190753" x="9413875" y="3267075"/>
          <p14:tracePt t="190761" x="9388475" y="3403600"/>
          <p14:tracePt t="190769" x="9388475" y="3529013"/>
          <p14:tracePt t="190777" x="9388475" y="3629025"/>
          <p14:tracePt t="190785" x="9388475" y="3679825"/>
          <p14:tracePt t="190793" x="9388475" y="3716338"/>
          <p14:tracePt t="190809" x="9388475" y="3729038"/>
          <p14:tracePt t="190865" x="9375775" y="3729038"/>
          <p14:tracePt t="190921" x="9363075" y="3729038"/>
          <p14:tracePt t="190929" x="9350375" y="3729038"/>
          <p14:tracePt t="190945" x="9337675" y="3729038"/>
          <p14:tracePt t="190960" x="9324975" y="3729038"/>
          <p14:tracePt t="191001" x="9301163" y="3729038"/>
          <p14:tracePt t="191025" x="9288463" y="3729038"/>
          <p14:tracePt t="191049" x="9288463" y="3716338"/>
          <p14:tracePt t="191073" x="9288463" y="3703638"/>
          <p14:tracePt t="191089" x="9288463" y="3692525"/>
          <p14:tracePt t="191112" x="9312275" y="3667125"/>
          <p14:tracePt t="191128" x="9337675" y="3667125"/>
          <p14:tracePt t="191137" x="9363075" y="3667125"/>
          <p14:tracePt t="191145" x="9388475" y="3667125"/>
          <p14:tracePt t="191153" x="9424988" y="3667125"/>
          <p14:tracePt t="191161" x="9450388" y="3667125"/>
          <p14:tracePt t="191169" x="9475788" y="3667125"/>
          <p14:tracePt t="191177" x="9488488" y="3679825"/>
          <p14:tracePt t="191185" x="9513888" y="3692525"/>
          <p14:tracePt t="191201" x="9563100" y="3729038"/>
          <p14:tracePt t="191209" x="9575800" y="3729038"/>
          <p14:tracePt t="191225" x="9601200" y="3741738"/>
          <p14:tracePt t="191257" x="9613900" y="3741738"/>
          <p14:tracePt t="191289" x="9626600" y="3741738"/>
          <p14:tracePt t="191297" x="9637713" y="3741738"/>
          <p14:tracePt t="191305" x="9663113" y="3741738"/>
          <p14:tracePt t="191313" x="9675813" y="3741738"/>
          <p14:tracePt t="191321" x="9688513" y="3729038"/>
          <p14:tracePt t="191329" x="9688513" y="3692525"/>
          <p14:tracePt t="191337" x="9713913" y="3641725"/>
          <p14:tracePt t="191345" x="9713913" y="3616325"/>
          <p14:tracePt t="191353" x="9713913" y="3603625"/>
          <p14:tracePt t="191361" x="9726613" y="3567113"/>
          <p14:tracePt t="191369" x="9726613" y="3541713"/>
          <p14:tracePt t="191377" x="9726613" y="3503613"/>
          <p14:tracePt t="191385" x="9726613" y="3490913"/>
          <p14:tracePt t="191393" x="9726613" y="3479800"/>
          <p14:tracePt t="191401" x="9726613" y="3467100"/>
          <p14:tracePt t="191409" x="9726613" y="3441700"/>
          <p14:tracePt t="191417" x="9726613" y="3429000"/>
          <p14:tracePt t="191425" x="9726613" y="3416300"/>
          <p14:tracePt t="191432" x="9726613" y="3403600"/>
          <p14:tracePt t="191441" x="9726613" y="3367088"/>
          <p14:tracePt t="191449" x="9726613" y="3354388"/>
          <p14:tracePt t="191457" x="9726613" y="3341688"/>
          <p14:tracePt t="191465" x="9726613" y="3316288"/>
          <p14:tracePt t="191489" x="9726613" y="3303588"/>
          <p14:tracePt t="191537" x="9701213" y="3303588"/>
          <p14:tracePt t="191553" x="9688513" y="3290888"/>
          <p14:tracePt t="191561" x="9675813" y="3278188"/>
          <p14:tracePt t="191585" x="9650413" y="3267075"/>
          <p14:tracePt t="191601" x="9626600" y="3267075"/>
          <p14:tracePt t="191609" x="9601200" y="3267075"/>
          <p14:tracePt t="191617" x="9575800" y="3267075"/>
          <p14:tracePt t="191625" x="9550400" y="3267075"/>
          <p14:tracePt t="191641" x="9513888" y="3267075"/>
          <p14:tracePt t="191649" x="9475788" y="3267075"/>
          <p14:tracePt t="191657" x="9437688" y="3267075"/>
          <p14:tracePt t="191665" x="9413875" y="3290888"/>
          <p14:tracePt t="191673" x="9375775" y="3367088"/>
          <p14:tracePt t="191681" x="9350375" y="3403600"/>
          <p14:tracePt t="191689" x="9350375" y="3467100"/>
          <p14:tracePt t="191697" x="9350375" y="3554413"/>
          <p14:tracePt t="191705" x="9350375" y="3603625"/>
          <p14:tracePt t="191713" x="9350375" y="3629025"/>
          <p14:tracePt t="191721" x="9363075" y="3679825"/>
          <p14:tracePt t="191729" x="9388475" y="3716338"/>
          <p14:tracePt t="191737" x="9413875" y="3741738"/>
          <p14:tracePt t="191745" x="9437688" y="3767138"/>
          <p14:tracePt t="191753" x="9450388" y="3767138"/>
          <p14:tracePt t="191761" x="9488488" y="3767138"/>
          <p14:tracePt t="191769" x="9501188" y="3767138"/>
          <p14:tracePt t="191786" x="9525000" y="3767138"/>
          <p14:tracePt t="191793" x="9537700" y="3767138"/>
          <p14:tracePt t="191801" x="9575800" y="3754438"/>
          <p14:tracePt t="191809" x="9588500" y="3729038"/>
          <p14:tracePt t="191817" x="9601200" y="3692525"/>
          <p14:tracePt t="191825" x="9613900" y="3667125"/>
          <p14:tracePt t="191833" x="9613900" y="3629025"/>
          <p14:tracePt t="191841" x="9613900" y="3590925"/>
          <p14:tracePt t="191848" x="9613900" y="3567113"/>
          <p14:tracePt t="191857" x="9613900" y="3541713"/>
          <p14:tracePt t="191864" x="9601200" y="3490913"/>
          <p14:tracePt t="191873" x="9575800" y="3467100"/>
          <p14:tracePt t="191881" x="9563100" y="3454400"/>
          <p14:tracePt t="191889" x="9550400" y="3441700"/>
          <p14:tracePt t="191905" x="9537700" y="3441700"/>
          <p14:tracePt t="191913" x="9525000" y="3441700"/>
          <p14:tracePt t="191920" x="9513888" y="3441700"/>
          <p14:tracePt t="191929" x="9501188" y="3441700"/>
          <p14:tracePt t="191937" x="9488488" y="3441700"/>
          <p14:tracePt t="191945" x="9450388" y="3467100"/>
          <p14:tracePt t="191953" x="9424988" y="3529013"/>
          <p14:tracePt t="191961" x="9388475" y="3603625"/>
          <p14:tracePt t="191970" x="9388475" y="3667125"/>
          <p14:tracePt t="191977" x="9388475" y="3716338"/>
          <p14:tracePt t="191985" x="9388475" y="3729038"/>
          <p14:tracePt t="191993" x="9388475" y="3741738"/>
          <p14:tracePt t="192001" x="9388475" y="3754438"/>
          <p14:tracePt t="192009" x="9401175" y="3767138"/>
          <p14:tracePt t="192025" x="9424988" y="3767138"/>
          <p14:tracePt t="192032" x="9437688" y="3767138"/>
          <p14:tracePt t="192041" x="9463088" y="3767138"/>
          <p14:tracePt t="192049" x="9488488" y="3767138"/>
          <p14:tracePt t="192057" x="9537700" y="3767138"/>
          <p14:tracePt t="192065" x="9575800" y="3741738"/>
          <p14:tracePt t="192073" x="9613900" y="3703638"/>
          <p14:tracePt t="192081" x="9637713" y="3679825"/>
          <p14:tracePt t="192089" x="9675813" y="3641725"/>
          <p14:tracePt t="192097" x="9675813" y="3603625"/>
          <p14:tracePt t="192105" x="9675813" y="3590925"/>
          <p14:tracePt t="192113" x="9675813" y="3554413"/>
          <p14:tracePt t="192121" x="9675813" y="3541713"/>
          <p14:tracePt t="192129" x="9675813" y="3516313"/>
          <p14:tracePt t="192137" x="9675813" y="3503613"/>
          <p14:tracePt t="192154" x="9675813" y="3490913"/>
          <p14:tracePt t="192233" x="9701213" y="3503613"/>
          <p14:tracePt t="192241" x="9713913" y="3529013"/>
          <p14:tracePt t="192249" x="9739313" y="3529013"/>
          <p14:tracePt t="192257" x="9750425" y="3529013"/>
          <p14:tracePt t="192265" x="9763125" y="3529013"/>
          <p14:tracePt t="192289" x="9775825" y="3529013"/>
          <p14:tracePt t="192297" x="9788525" y="3529013"/>
          <p14:tracePt t="192313" x="9801225" y="3529013"/>
          <p14:tracePt t="192321" x="9839325" y="3529013"/>
          <p14:tracePt t="192329" x="9863138" y="3516313"/>
          <p14:tracePt t="192338" x="9875838" y="3490913"/>
          <p14:tracePt t="192345" x="9901238" y="3454400"/>
          <p14:tracePt t="192353" x="9926638" y="3403600"/>
          <p14:tracePt t="192361" x="9926638" y="3378200"/>
          <p14:tracePt t="192368" x="9939338" y="3341688"/>
          <p14:tracePt t="192377" x="9939338" y="3316288"/>
          <p14:tracePt t="192384" x="9952038" y="3278188"/>
          <p14:tracePt t="192393" x="9963150" y="3241675"/>
          <p14:tracePt t="192400" x="9975850" y="3216275"/>
          <p14:tracePt t="192409" x="9988550" y="3190875"/>
          <p14:tracePt t="192425" x="9988550" y="3178175"/>
          <p14:tracePt t="192432" x="10001250" y="3165475"/>
          <p14:tracePt t="192441" x="10013950" y="3165475"/>
          <p14:tracePt t="192457" x="10026650" y="3141663"/>
          <p14:tracePt t="192505" x="10039350" y="3128963"/>
          <p14:tracePt t="192569" x="10052050" y="3128963"/>
          <p14:tracePt t="192657" x="10064750" y="3128963"/>
          <p14:tracePt t="192721" x="10075863" y="3116263"/>
          <p14:tracePt t="193393" x="10075863" y="3141663"/>
          <p14:tracePt t="193401" x="10075863" y="3267075"/>
          <p14:tracePt t="193409" x="10075863" y="3403600"/>
          <p14:tracePt t="193417" x="10075863" y="3554413"/>
          <p14:tracePt t="193425" x="10075863" y="3754438"/>
          <p14:tracePt t="193433" x="10075863" y="3916363"/>
          <p14:tracePt t="193441" x="10075863" y="4117975"/>
          <p14:tracePt t="193449" x="10075863" y="4292600"/>
          <p14:tracePt t="193457" x="10075863" y="4467225"/>
          <p14:tracePt t="193465" x="10026650" y="4618038"/>
          <p14:tracePt t="193474" x="10026650" y="4756150"/>
          <p14:tracePt t="193481" x="10026650" y="4868863"/>
          <p14:tracePt t="193488" x="10001250" y="4956175"/>
          <p14:tracePt t="193497" x="10001250" y="5018088"/>
          <p14:tracePt t="193505" x="9988550" y="5030788"/>
          <p14:tracePt t="193553" x="9988550" y="5043488"/>
          <p14:tracePt t="193561" x="9975850" y="5043488"/>
          <p14:tracePt t="193569" x="9975850" y="5056188"/>
          <p14:tracePt t="193577" x="9963150" y="5056188"/>
          <p14:tracePt t="193585" x="9939338" y="5068888"/>
          <p14:tracePt t="193593" x="9939338" y="5081588"/>
          <p14:tracePt t="193601" x="9913938" y="5081588"/>
          <p14:tracePt t="193609" x="9901238" y="5081588"/>
          <p14:tracePt t="193617" x="9839325" y="5092700"/>
          <p14:tracePt t="193625" x="9750425" y="5092700"/>
          <p14:tracePt t="193633" x="9601200" y="5092700"/>
          <p14:tracePt t="193641" x="9437688" y="5092700"/>
          <p14:tracePt t="193649" x="9288463" y="5068888"/>
          <p14:tracePt t="193658" x="9163050" y="5056188"/>
          <p14:tracePt t="193665" x="9050338" y="5056188"/>
          <p14:tracePt t="193673" x="8950325" y="5056188"/>
          <p14:tracePt t="193681" x="8863013" y="5056188"/>
          <p14:tracePt t="193688" x="8750300" y="5056188"/>
          <p14:tracePt t="193697" x="8699500" y="5056188"/>
          <p14:tracePt t="193705" x="8637588" y="5056188"/>
          <p14:tracePt t="193713" x="8599488" y="5056188"/>
          <p14:tracePt t="193721" x="8561388" y="5056188"/>
          <p14:tracePt t="193729" x="8537575" y="5043488"/>
          <p14:tracePt t="193736" x="8499475" y="5030788"/>
          <p14:tracePt t="193745" x="8461375" y="5005388"/>
          <p14:tracePt t="193753" x="8386763" y="4956175"/>
          <p14:tracePt t="193761" x="8348663" y="4943475"/>
          <p14:tracePt t="193769" x="8312150" y="4930775"/>
          <p14:tracePt t="193777" x="8286750" y="4918075"/>
          <p14:tracePt t="193785" x="8274050" y="4918075"/>
          <p14:tracePt t="193793" x="8248650" y="4905375"/>
          <p14:tracePt t="193801" x="8223250" y="4905375"/>
          <p14:tracePt t="193809" x="8212138" y="4892675"/>
          <p14:tracePt t="193817" x="8199438" y="4892675"/>
          <p14:tracePt t="193825" x="8174038" y="4892675"/>
          <p14:tracePt t="193833" x="8148638" y="4892675"/>
          <p14:tracePt t="193842" x="8110538" y="4892675"/>
          <p14:tracePt t="193849" x="8074025" y="4905375"/>
          <p14:tracePt t="193857" x="8023225" y="4918075"/>
          <p14:tracePt t="193865" x="7986713" y="4930775"/>
          <p14:tracePt t="193872" x="7948613" y="4956175"/>
          <p14:tracePt t="193881" x="7897813" y="4981575"/>
          <p14:tracePt t="193888" x="7874000" y="5005388"/>
          <p14:tracePt t="193897" x="7835900" y="5030788"/>
          <p14:tracePt t="193904" x="7810500" y="5068888"/>
          <p14:tracePt t="193913" x="7797800" y="5105400"/>
          <p14:tracePt t="193921" x="7761288" y="5156200"/>
          <p14:tracePt t="193929" x="7748588" y="5218113"/>
          <p14:tracePt t="193937" x="7748588" y="5256213"/>
          <p14:tracePt t="193945" x="7735888" y="5294313"/>
          <p14:tracePt t="193952" x="7735888" y="5305425"/>
          <p14:tracePt t="193961" x="7735888" y="5343525"/>
          <p14:tracePt t="193969" x="7735888" y="5368925"/>
          <p14:tracePt t="193977" x="7735888" y="5394325"/>
          <p14:tracePt t="193993" x="7735888" y="5418138"/>
          <p14:tracePt t="194001" x="7735888" y="5443538"/>
          <p14:tracePt t="194009" x="7785100" y="5456238"/>
          <p14:tracePt t="194017" x="7848600" y="5481638"/>
          <p14:tracePt t="194025" x="7923213" y="5494338"/>
          <p14:tracePt t="194033" x="7999413" y="5507038"/>
          <p14:tracePt t="194041" x="8074025" y="5507038"/>
          <p14:tracePt t="194049" x="8186738" y="5507038"/>
          <p14:tracePt t="194057" x="8312150" y="5507038"/>
          <p14:tracePt t="194065" x="8424863" y="5507038"/>
          <p14:tracePt t="194072" x="8512175" y="5507038"/>
          <p14:tracePt t="194081" x="8624888" y="5481638"/>
          <p14:tracePt t="194088" x="8737600" y="5430838"/>
          <p14:tracePt t="194097" x="8786813" y="5407025"/>
          <p14:tracePt t="194105" x="8863013" y="5343525"/>
          <p14:tracePt t="194113" x="8886825" y="5305425"/>
          <p14:tracePt t="194120" x="8912225" y="5256213"/>
          <p14:tracePt t="194129" x="8924925" y="5218113"/>
          <p14:tracePt t="194137" x="8924925" y="5194300"/>
          <p14:tracePt t="194145" x="8924925" y="5156200"/>
          <p14:tracePt t="194153" x="8924925" y="5118100"/>
          <p14:tracePt t="194161" x="8924925" y="5105400"/>
          <p14:tracePt t="194169" x="8924925" y="5068888"/>
          <p14:tracePt t="194241" x="8912225" y="5068888"/>
          <p14:tracePt t="194265" x="8912225" y="5081588"/>
          <p14:tracePt t="194272" x="8912225" y="5105400"/>
          <p14:tracePt t="194288" x="8912225" y="5130800"/>
          <p14:tracePt t="194297" x="8912225" y="5143500"/>
          <p14:tracePt t="194321" x="8912225" y="5156200"/>
          <p14:tracePt t="194361" x="8912225" y="5168900"/>
          <p14:tracePt t="194369" x="8912225" y="5181600"/>
          <p14:tracePt t="194377" x="8912225" y="5194300"/>
          <p14:tracePt t="194392" x="8886825" y="5230813"/>
          <p14:tracePt t="194409" x="8850313" y="5256213"/>
          <p14:tracePt t="194417" x="8824913" y="5268913"/>
          <p14:tracePt t="194424" x="8799513" y="5281613"/>
          <p14:tracePt t="194433" x="8774113" y="5294313"/>
          <p14:tracePt t="194441" x="8763000" y="5294313"/>
          <p14:tracePt t="194457" x="8750300" y="5305425"/>
          <p14:tracePt t="194497" x="8712200" y="5305425"/>
          <p14:tracePt t="194505" x="8674100" y="5305425"/>
          <p14:tracePt t="194520" x="8650288" y="5294313"/>
          <p14:tracePt t="194529" x="8624888" y="5281613"/>
          <p14:tracePt t="194537" x="8599488" y="5256213"/>
          <p14:tracePt t="194545" x="8574088" y="5243513"/>
          <p14:tracePt t="194553" x="8548688" y="5218113"/>
          <p14:tracePt t="194561" x="8474075" y="5156200"/>
          <p14:tracePt t="194569" x="8435975" y="5143500"/>
          <p14:tracePt t="194577" x="8399463" y="5092700"/>
          <p14:tracePt t="194585" x="8374063" y="5081588"/>
          <p14:tracePt t="194594" x="8361363" y="5081588"/>
          <p14:tracePt t="194601" x="8361363" y="5068888"/>
          <p14:tracePt t="194617" x="8348663" y="5068888"/>
          <p14:tracePt t="194649" x="8335963" y="5068888"/>
          <p14:tracePt t="194657" x="8324850" y="5068888"/>
          <p14:tracePt t="194681" x="8299450" y="5068888"/>
          <p14:tracePt t="194689" x="8286750" y="5068888"/>
          <p14:tracePt t="194697" x="8261350" y="5092700"/>
          <p14:tracePt t="194705" x="8235950" y="5105400"/>
          <p14:tracePt t="194713" x="8235950" y="5118100"/>
          <p14:tracePt t="194721" x="8223250" y="5118100"/>
          <p14:tracePt t="194737" x="8212138" y="5130800"/>
          <p14:tracePt t="194745" x="8199438" y="5143500"/>
          <p14:tracePt t="194761" x="8199438" y="5156200"/>
          <p14:tracePt t="194825" x="8186738" y="5156200"/>
          <p14:tracePt t="194833" x="8174038" y="5156200"/>
          <p14:tracePt t="194841" x="8161338" y="5156200"/>
          <p14:tracePt t="194849" x="8123238" y="5156200"/>
          <p14:tracePt t="194857" x="8099425" y="5143500"/>
          <p14:tracePt t="194865" x="8086725" y="5130800"/>
          <p14:tracePt t="194873" x="8061325" y="5105400"/>
          <p14:tracePt t="194889" x="8048625" y="5081588"/>
          <p14:tracePt t="194913" x="8048625" y="5068888"/>
          <p14:tracePt t="195105" x="8061325" y="5068888"/>
          <p14:tracePt t="195641" x="8074025" y="5068888"/>
          <p14:tracePt t="195649" x="8086725" y="5068888"/>
          <p14:tracePt t="195657" x="8099425" y="5068888"/>
          <p14:tracePt t="195705" x="8110538" y="5068888"/>
          <p14:tracePt t="195744" x="8123238" y="5068888"/>
          <p14:tracePt t="195752" x="8135938" y="5068888"/>
          <p14:tracePt t="195769" x="8148638" y="5068888"/>
          <p14:tracePt t="195777" x="8161338" y="5068888"/>
          <p14:tracePt t="195793" x="8174038" y="5081588"/>
          <p14:tracePt t="195801" x="8186738" y="5092700"/>
          <p14:tracePt t="195817" x="8186738" y="5105400"/>
          <p14:tracePt t="195928" x="8212138" y="5105400"/>
          <p14:tracePt t="195936" x="8223250" y="5105400"/>
          <p14:tracePt t="195953" x="8248650" y="5105400"/>
          <p14:tracePt t="195976" x="8261350" y="5105400"/>
          <p14:tracePt t="195985" x="8299450" y="5105400"/>
          <p14:tracePt t="195992" x="8299450" y="5092700"/>
          <p14:tracePt t="196001" x="8312150" y="5092700"/>
          <p14:tracePt t="196008" x="8335963" y="5056188"/>
          <p14:tracePt t="196017" x="8335963" y="5043488"/>
          <p14:tracePt t="196025" x="8348663" y="5043488"/>
          <p14:tracePt t="196032" x="8361363" y="5030788"/>
          <p14:tracePt t="196049" x="8374063" y="5018088"/>
          <p14:tracePt t="196145" x="8386763" y="5018088"/>
          <p14:tracePt t="196153" x="8435975" y="5018088"/>
          <p14:tracePt t="196161" x="8448675" y="5005388"/>
          <p14:tracePt t="196169" x="8474075" y="5005388"/>
          <p14:tracePt t="196176" x="8499475" y="5005388"/>
          <p14:tracePt t="196185" x="8524875" y="5005388"/>
          <p14:tracePt t="196192" x="8548688" y="5005388"/>
          <p14:tracePt t="196201" x="8561388" y="5005388"/>
          <p14:tracePt t="196217" x="8574088" y="5005388"/>
          <p14:tracePt t="196224" x="8586788" y="5005388"/>
          <p14:tracePt t="196232" x="8599488" y="5005388"/>
          <p14:tracePt t="196249" x="8612188" y="5005388"/>
          <p14:tracePt t="196257" x="8624888" y="5005388"/>
          <p14:tracePt t="196265" x="8637588" y="5005388"/>
          <p14:tracePt t="196273" x="8650288" y="5005388"/>
          <p14:tracePt t="196369" x="8661400" y="5005388"/>
          <p14:tracePt t="196513" x="8674100" y="5005388"/>
          <p14:tracePt t="196617" x="8686800" y="4992688"/>
          <p14:tracePt t="196641" x="8699500" y="4992688"/>
          <p14:tracePt t="197313" x="8724900" y="4981575"/>
          <p14:tracePt t="199465" x="8712200" y="4981575"/>
          <p14:tracePt t="200137" x="8699500" y="4981575"/>
          <p14:tracePt t="200145" x="8674100" y="4981575"/>
          <p14:tracePt t="200153" x="8650288" y="4956175"/>
          <p14:tracePt t="200161" x="8637588" y="4930775"/>
          <p14:tracePt t="200169" x="8612188" y="4918075"/>
          <p14:tracePt t="200185" x="8599488" y="4892675"/>
          <p14:tracePt t="200201" x="8574088" y="4868863"/>
          <p14:tracePt t="200225" x="8574088" y="4856163"/>
          <p14:tracePt t="200489" x="8548688" y="4856163"/>
          <p14:tracePt t="200497" x="8537575" y="4856163"/>
          <p14:tracePt t="200513" x="8537575" y="4879975"/>
          <p14:tracePt t="200520" x="8537575" y="4905375"/>
          <p14:tracePt t="200529" x="8548688" y="4918075"/>
          <p14:tracePt t="200536" x="8586788" y="4943475"/>
          <p14:tracePt t="200545" x="8637588" y="4981575"/>
          <p14:tracePt t="200552" x="8712200" y="5005388"/>
          <p14:tracePt t="200561" x="8837613" y="5068888"/>
          <p14:tracePt t="200569" x="8937625" y="5118100"/>
          <p14:tracePt t="200577" x="9063038" y="5130800"/>
          <p14:tracePt t="200585" x="9163050" y="5156200"/>
          <p14:tracePt t="200594" x="9237663" y="5194300"/>
          <p14:tracePt t="200601" x="9275763" y="5205413"/>
          <p14:tracePt t="200608" x="9301163" y="5230813"/>
          <p14:tracePt t="200617" x="9301163" y="5243513"/>
          <p14:tracePt t="200624" x="9301163" y="5256213"/>
          <p14:tracePt t="200649" x="9301163" y="5268913"/>
          <p14:tracePt t="200945" x="9288463" y="5281613"/>
          <p14:tracePt t="200952" x="9263063" y="5281613"/>
          <p14:tracePt t="200961" x="9237663" y="5281613"/>
          <p14:tracePt t="200968" x="9237663" y="5268913"/>
          <p14:tracePt t="200976" x="9212263" y="5268913"/>
          <p14:tracePt t="200984" x="9188450" y="5256213"/>
          <p14:tracePt t="200992" x="9150350" y="5256213"/>
          <p14:tracePt t="201001" x="9137650" y="5243513"/>
          <p14:tracePt t="201008" x="9088438" y="5230813"/>
          <p14:tracePt t="201017" x="8999538" y="5230813"/>
          <p14:tracePt t="201024" x="8912225" y="5230813"/>
          <p14:tracePt t="201033" x="8799513" y="5230813"/>
          <p14:tracePt t="201040" x="8650288" y="5230813"/>
          <p14:tracePt t="201049" x="8461375" y="5256213"/>
          <p14:tracePt t="201056" x="8324850" y="5294313"/>
          <p14:tracePt t="201065" x="8174038" y="5330825"/>
          <p14:tracePt t="201072" x="7974013" y="5407025"/>
          <p14:tracePt t="201081" x="7723188" y="5418138"/>
          <p14:tracePt t="201089" x="7485063" y="5494338"/>
          <p14:tracePt t="201097" x="7272338" y="5556250"/>
          <p14:tracePt t="201104" x="7085013" y="5630863"/>
          <p14:tracePt t="201113" x="6872288" y="5732463"/>
          <p14:tracePt t="201120" x="6684963" y="5807075"/>
          <p14:tracePt t="201129" x="6508750" y="5868988"/>
          <p14:tracePt t="201137" x="6370638" y="5919788"/>
          <p14:tracePt t="201145" x="6259513" y="5932488"/>
          <p14:tracePt t="201153" x="6183313" y="5932488"/>
          <p14:tracePt t="201160" x="6134100" y="5932488"/>
          <p14:tracePt t="201169" x="6083300" y="5932488"/>
          <p14:tracePt t="201177" x="6057900" y="5932488"/>
          <p14:tracePt t="201185" x="6021388" y="5932488"/>
          <p14:tracePt t="201201" x="5995988" y="5932488"/>
          <p14:tracePt t="201208" x="5983288" y="5932488"/>
          <p14:tracePt t="201217" x="5970588" y="5932488"/>
          <p14:tracePt t="201224" x="5957888" y="5932488"/>
          <p14:tracePt t="201233" x="5945188" y="5932488"/>
          <p14:tracePt t="201281" x="5921375" y="5919788"/>
          <p14:tracePt t="201289" x="5921375" y="5894388"/>
          <p14:tracePt t="201297" x="5908675" y="5856288"/>
          <p14:tracePt t="201305" x="5895975" y="5843588"/>
          <p14:tracePt t="201313" x="5883275" y="5807075"/>
          <p14:tracePt t="201321" x="5883275" y="5794375"/>
          <p14:tracePt t="201329" x="5883275" y="5768975"/>
          <p14:tracePt t="201657" x="5870575" y="5756275"/>
          <p14:tracePt t="201665" x="5857875" y="5756275"/>
          <p14:tracePt t="201672" x="5845175" y="5781675"/>
          <p14:tracePt t="201681" x="5845175" y="5819775"/>
          <p14:tracePt t="201688" x="5832475" y="5832475"/>
          <p14:tracePt t="201697" x="5832475" y="5843588"/>
          <p14:tracePt t="201714" x="5832475" y="5856288"/>
          <p14:tracePt t="201841" x="5821363" y="5856288"/>
          <p14:tracePt t="201849" x="5821363" y="5843588"/>
          <p14:tracePt t="201865" x="5808663" y="5832475"/>
          <p14:tracePt t="201993" x="5808663" y="5856288"/>
          <p14:tracePt t="202001" x="5808663" y="5881688"/>
          <p14:tracePt t="202009" x="5795963" y="5881688"/>
          <p14:tracePt t="202017" x="5795963" y="5894388"/>
          <p14:tracePt t="202025" x="5795963" y="5907088"/>
          <p14:tracePt t="202089" x="5795963" y="5919788"/>
          <p14:tracePt t="202105" x="5795963" y="5932488"/>
          <p14:tracePt t="202121" x="5795963" y="5945188"/>
          <p14:tracePt t="202552" x="5795963" y="5932488"/>
          <p14:tracePt t="202568" x="5795963" y="5919788"/>
          <p14:tracePt t="202592" x="5795963" y="5894388"/>
          <p14:tracePt t="202608" x="5783263" y="5881688"/>
          <p14:tracePt t="202680" x="5783263" y="5868988"/>
          <p14:tracePt t="202833" x="5770563" y="5868988"/>
          <p14:tracePt t="203025" x="5770563" y="5856288"/>
          <p14:tracePt t="203057" x="5770563" y="5843588"/>
          <p14:tracePt t="203249" x="5783263" y="5843588"/>
          <p14:tracePt t="203489" x="5808663" y="5843588"/>
          <p14:tracePt t="203529" x="5821363" y="5843588"/>
          <p14:tracePt t="203544" x="5832475" y="5843588"/>
          <p14:tracePt t="203553" x="5845175" y="5843588"/>
          <p14:tracePt t="203568" x="5857875" y="5843588"/>
          <p14:tracePt t="203689" x="5870575" y="5843588"/>
          <p14:tracePt t="203697" x="5883275" y="5843588"/>
          <p14:tracePt t="203713" x="5895975" y="5843588"/>
          <p14:tracePt t="203729" x="5895975" y="5832475"/>
          <p14:tracePt t="203761" x="5908675" y="5832475"/>
          <p14:tracePt t="203817" x="5921375" y="5832475"/>
          <p14:tracePt t="203944" x="5932488" y="5832475"/>
          <p14:tracePt t="204208" x="5945188" y="5832475"/>
          <p14:tracePt t="204841" x="5970588" y="5832475"/>
          <p14:tracePt t="204848" x="6034088" y="5843588"/>
          <p14:tracePt t="204856" x="6121400" y="6032500"/>
          <p14:tracePt t="204865" x="6170613" y="6145213"/>
          <p14:tracePt t="204872" x="6208713" y="6232525"/>
          <p14:tracePt t="204880" x="6246813" y="6332538"/>
          <p14:tracePt t="204889" x="6308725" y="6407150"/>
          <p14:tracePt t="204897" x="6359525" y="6445250"/>
          <p14:tracePt t="204906" x="6421438" y="6483350"/>
          <p14:tracePt t="204913" x="6496050" y="6519863"/>
          <p14:tracePt t="204923" x="6559550" y="6532563"/>
          <p14:tracePt t="204928" x="6608763" y="6532563"/>
          <p14:tracePt t="204936" x="6659563" y="6532563"/>
          <p14:tracePt t="204945" x="6696075" y="6532563"/>
          <p14:tracePt t="204952" x="6721475" y="6532563"/>
          <p14:tracePt t="204961" x="6734175" y="6532563"/>
          <p14:tracePt t="204968" x="6746875" y="6532563"/>
          <p14:tracePt t="204984" x="6759575" y="6532563"/>
          <p14:tracePt t="205025" x="6772275" y="6532563"/>
          <p14:tracePt t="205041" x="6797675" y="6532563"/>
          <p14:tracePt t="205057" x="6797675" y="6519863"/>
          <p14:tracePt t="205064" x="6808788" y="6519863"/>
          <p14:tracePt t="205072" x="6821488" y="6494463"/>
          <p14:tracePt t="205121" x="6834188" y="6494463"/>
          <p14:tracePt t="205161" x="6846888" y="6494463"/>
          <p14:tracePt t="205168" x="6872288" y="6494463"/>
          <p14:tracePt t="205177" x="6910388" y="6483350"/>
          <p14:tracePt t="205184" x="6921500" y="6483350"/>
          <p14:tracePt t="205192" x="6985000" y="6457950"/>
          <p14:tracePt t="205200" x="7072313" y="6445250"/>
          <p14:tracePt t="205208" x="7159625" y="6432550"/>
          <p14:tracePt t="205216" x="7259638" y="6432550"/>
          <p14:tracePt t="205225" x="7359650" y="6432550"/>
          <p14:tracePt t="205232" x="7485063" y="6432550"/>
          <p14:tracePt t="205241" x="7597775" y="6419850"/>
          <p14:tracePt t="205248" x="7685088" y="6407150"/>
          <p14:tracePt t="205257" x="7785100" y="6381750"/>
          <p14:tracePt t="205264" x="7835900" y="6381750"/>
          <p14:tracePt t="205274" x="7861300" y="6381750"/>
          <p14:tracePt t="205281" x="7874000" y="6381750"/>
          <p14:tracePt t="205377" x="7848600" y="6381750"/>
          <p14:tracePt t="205384" x="7697788" y="6432550"/>
          <p14:tracePt t="205392" x="7561263" y="6470650"/>
          <p14:tracePt t="205401" x="7348538" y="6483350"/>
          <p14:tracePt t="205408" x="7159625" y="6507163"/>
          <p14:tracePt t="205416" x="6972300" y="6507163"/>
          <p14:tracePt t="205424" x="6797675" y="6507163"/>
          <p14:tracePt t="205432" x="6672263" y="6507163"/>
          <p14:tracePt t="205441" x="6521450" y="6457950"/>
          <p14:tracePt t="205448" x="6408738" y="6381750"/>
          <p14:tracePt t="205457" x="6334125" y="6319838"/>
          <p14:tracePt t="205464" x="6259513" y="6269038"/>
          <p14:tracePt t="205472" x="6234113" y="6232525"/>
          <p14:tracePt t="205481" x="6196013" y="6169025"/>
          <p14:tracePt t="205488" x="6196013" y="6157913"/>
          <p14:tracePt t="205497" x="6170613" y="6132513"/>
          <p14:tracePt t="205504" x="6157913" y="6094413"/>
          <p14:tracePt t="205512" x="6146800" y="6081713"/>
          <p14:tracePt t="205529" x="6121400" y="6069013"/>
          <p14:tracePt t="205536" x="6121400" y="6056313"/>
          <p14:tracePt t="205545" x="6108700" y="6045200"/>
          <p14:tracePt t="205552" x="6083300" y="6045200"/>
          <p14:tracePt t="205560" x="6070600" y="6045200"/>
          <p14:tracePt t="205568" x="6034088" y="6032500"/>
          <p14:tracePt t="205576" x="6021388" y="6019800"/>
          <p14:tracePt t="205592" x="5995988" y="6019800"/>
          <p14:tracePt t="205600" x="5970588" y="6007100"/>
          <p14:tracePt t="205609" x="5921375" y="5994400"/>
          <p14:tracePt t="205616" x="5883275" y="5981700"/>
          <p14:tracePt t="205625" x="5832475" y="5969000"/>
          <p14:tracePt t="205632" x="5757863" y="5956300"/>
          <p14:tracePt t="205641" x="5670550" y="5907088"/>
          <p14:tracePt t="205648" x="5583238" y="5894388"/>
          <p14:tracePt t="205658" x="5457825" y="5843588"/>
          <p14:tracePt t="205664" x="5394325" y="5832475"/>
          <p14:tracePt t="205672" x="5345113" y="5832475"/>
          <p14:tracePt t="205680" x="5281613" y="5832475"/>
          <p14:tracePt t="205688" x="5257800" y="5832475"/>
          <p14:tracePt t="205729" x="5245100" y="5832475"/>
          <p14:tracePt t="205736" x="5207000" y="5843588"/>
          <p14:tracePt t="205745" x="5157788" y="5868988"/>
          <p14:tracePt t="205752" x="5094288" y="5907088"/>
          <p14:tracePt t="205761" x="5006975" y="5981700"/>
          <p14:tracePt t="205768" x="4919663" y="6032500"/>
          <p14:tracePt t="205776" x="4806950" y="6094413"/>
          <p14:tracePt t="205784" x="4719638" y="6145213"/>
          <p14:tracePt t="205793" x="4630738" y="6181725"/>
          <p14:tracePt t="205800" x="4568825" y="6219825"/>
          <p14:tracePt t="205808" x="4494213" y="6245225"/>
          <p14:tracePt t="205816" x="4456113" y="6257925"/>
          <p14:tracePt t="205825" x="4443413" y="6269038"/>
          <p14:tracePt t="205832" x="4418013" y="6294438"/>
          <p14:tracePt t="205842" x="4418013" y="6307138"/>
          <p14:tracePt t="205848" x="4418013" y="6345238"/>
          <p14:tracePt t="205856" x="4406900" y="6357938"/>
          <p14:tracePt t="205864" x="4406900" y="6394450"/>
          <p14:tracePt t="205872" x="4406900" y="6419850"/>
          <p14:tracePt t="205880" x="4406900" y="6457950"/>
          <p14:tracePt t="205888" x="4406900" y="6483350"/>
          <p14:tracePt t="205904" x="4406900" y="6507163"/>
          <p14:tracePt t="205913" x="4418013" y="6519863"/>
          <p14:tracePt t="205926" x="4443413" y="6532563"/>
          <p14:tracePt t="205928" x="4456113" y="6532563"/>
          <p14:tracePt t="205936" x="4468813" y="6532563"/>
          <p14:tracePt t="205944" x="4506913" y="6532563"/>
          <p14:tracePt t="205952" x="4568825" y="6532563"/>
          <p14:tracePt t="205960" x="4619625" y="6532563"/>
          <p14:tracePt t="205968" x="4706938" y="6507163"/>
          <p14:tracePt t="205977" x="4806950" y="6445250"/>
          <p14:tracePt t="205984" x="4868863" y="6381750"/>
          <p14:tracePt t="205992" x="4932363" y="6319838"/>
          <p14:tracePt t="206000" x="4956175" y="6269038"/>
          <p14:tracePt t="206009" x="4981575" y="6219825"/>
          <p14:tracePt t="206016" x="4981575" y="6169025"/>
          <p14:tracePt t="206025" x="4981575" y="6132513"/>
          <p14:tracePt t="206032" x="4981575" y="6094413"/>
          <p14:tracePt t="206040" x="4981575" y="6081713"/>
          <p14:tracePt t="206048" x="4981575" y="6056313"/>
          <p14:tracePt t="206056" x="4981575" y="6032500"/>
          <p14:tracePt t="206080" x="4981575" y="6019800"/>
          <p14:tracePt t="206168" x="4981575" y="6032500"/>
          <p14:tracePt t="206184" x="4981575" y="6045200"/>
          <p14:tracePt t="206241" x="4994275" y="6045200"/>
          <p14:tracePt t="206248" x="5019675" y="6045200"/>
          <p14:tracePt t="206256" x="5045075" y="6045200"/>
          <p14:tracePt t="206264" x="5068888" y="6032500"/>
          <p14:tracePt t="206272" x="5068888" y="6019800"/>
          <p14:tracePt t="206281" x="5094288" y="6007100"/>
          <p14:tracePt t="206297" x="5119688" y="5994400"/>
          <p14:tracePt t="206368" x="5132388" y="5994400"/>
          <p14:tracePt t="206480" x="5132388" y="5981700"/>
          <p14:tracePt t="206488" x="5132388" y="5969000"/>
          <p14:tracePt t="206505" x="5119688" y="5956300"/>
          <p14:tracePt t="206513" x="5106988" y="5945188"/>
          <p14:tracePt t="206528" x="5081588" y="5945188"/>
          <p14:tracePt t="206537" x="5068888" y="5945188"/>
          <p14:tracePt t="206544" x="5045075" y="5945188"/>
          <p14:tracePt t="206552" x="5032375" y="5945188"/>
          <p14:tracePt t="206560" x="5019675" y="5945188"/>
          <p14:tracePt t="206568" x="4981575" y="5919788"/>
          <p14:tracePt t="206593" x="4968875" y="5919788"/>
          <p14:tracePt t="206601" x="4956175" y="5919788"/>
          <p14:tracePt t="206617" x="4945063" y="5919788"/>
          <p14:tracePt t="206665" x="4932363" y="5919788"/>
          <p14:tracePt t="206681" x="4906963" y="5919788"/>
          <p14:tracePt t="206688" x="4881563" y="5919788"/>
          <p14:tracePt t="206696" x="4868863" y="5919788"/>
          <p14:tracePt t="206704" x="4843463" y="5919788"/>
          <p14:tracePt t="206712" x="4832350" y="5919788"/>
          <p14:tracePt t="206720" x="4806950" y="5919788"/>
          <p14:tracePt t="206728" x="4781550" y="5919788"/>
          <p14:tracePt t="206752" x="4756150" y="5919788"/>
          <p14:tracePt t="206769" x="4743450" y="5919788"/>
          <p14:tracePt t="206793" x="4719638" y="5919788"/>
          <p14:tracePt t="206801" x="4694238" y="5919788"/>
          <p14:tracePt t="206808" x="4643438" y="5919788"/>
          <p14:tracePt t="206816" x="4594225" y="5919788"/>
          <p14:tracePt t="206824" x="4543425" y="5919788"/>
          <p14:tracePt t="206833" x="4494213" y="5919788"/>
          <p14:tracePt t="206840" x="4456113" y="5919788"/>
          <p14:tracePt t="206849" x="4443413" y="5919788"/>
          <p14:tracePt t="206856" x="4430713" y="5919788"/>
          <p14:tracePt t="207032" x="4456113" y="5919788"/>
          <p14:tracePt t="207040" x="4656138" y="5919788"/>
          <p14:tracePt t="207049" x="4756150" y="5919788"/>
          <p14:tracePt t="207056" x="4881563" y="5919788"/>
          <p14:tracePt t="207064" x="4981575" y="5919788"/>
          <p14:tracePt t="207072" x="5081588" y="5919788"/>
          <p14:tracePt t="207080" x="5194300" y="5919788"/>
          <p14:tracePt t="207088" x="5307013" y="5919788"/>
          <p14:tracePt t="207097" x="5383213" y="5919788"/>
          <p14:tracePt t="207104" x="5483225" y="5919788"/>
          <p14:tracePt t="207113" x="5532438" y="5919788"/>
          <p14:tracePt t="207120" x="5557838" y="5919788"/>
          <p14:tracePt t="207129" x="5595938" y="5907088"/>
          <p14:tracePt t="207225" x="5619750" y="5894388"/>
          <p14:tracePt t="207304" x="5657850" y="5894388"/>
          <p14:tracePt t="207312" x="5695950" y="5894388"/>
          <p14:tracePt t="207320" x="5745163" y="5894388"/>
          <p14:tracePt t="207328" x="5832475" y="5919788"/>
          <p14:tracePt t="207336" x="5870575" y="5945188"/>
          <p14:tracePt t="207346" x="5932488" y="5994400"/>
          <p14:tracePt t="207352" x="5995988" y="6045200"/>
          <p14:tracePt t="207360" x="6057900" y="6132513"/>
          <p14:tracePt t="207368" x="6083300" y="6157913"/>
          <p14:tracePt t="207376" x="6096000" y="6232525"/>
          <p14:tracePt t="207384" x="6096000" y="6332538"/>
          <p14:tracePt t="207392" x="6096000" y="6357938"/>
          <p14:tracePt t="207656" x="6096000" y="6269038"/>
          <p14:tracePt t="207664" x="6096000" y="6245225"/>
          <p14:tracePt t="207672" x="6096000" y="6219825"/>
          <p14:tracePt t="207681" x="6108700" y="6194425"/>
          <p14:tracePt t="207696" x="6108700" y="6169025"/>
          <p14:tracePt t="207704" x="6096000" y="6157913"/>
          <p14:tracePt t="207713" x="6070600" y="6145213"/>
          <p14:tracePt t="207720" x="6057900" y="6132513"/>
          <p14:tracePt t="207728" x="6034088" y="6107113"/>
          <p14:tracePt t="207736" x="6008688" y="6107113"/>
          <p14:tracePt t="207744" x="5995988" y="6094413"/>
          <p14:tracePt t="207752" x="5970588" y="6094413"/>
          <p14:tracePt t="207760" x="5932488" y="6081713"/>
          <p14:tracePt t="207769" x="5908675" y="6069013"/>
          <p14:tracePt t="207776" x="5883275" y="6069013"/>
          <p14:tracePt t="207785" x="5870575" y="6056313"/>
          <p14:tracePt t="207792" x="5845175" y="6045200"/>
          <p14:tracePt t="207801" x="5808663" y="6045200"/>
          <p14:tracePt t="207808" x="5783263" y="6007100"/>
          <p14:tracePt t="207816" x="5770563" y="6007100"/>
          <p14:tracePt t="207824" x="5770563" y="5994400"/>
          <p14:tracePt t="207832" x="5757863" y="5981700"/>
          <p14:tracePt t="207865" x="5757863" y="5969000"/>
          <p14:tracePt t="207880" x="5745163" y="5956300"/>
          <p14:tracePt t="207896" x="5732463" y="5956300"/>
          <p14:tracePt t="207904" x="5708650" y="5932488"/>
          <p14:tracePt t="207913" x="5695950" y="5932488"/>
          <p14:tracePt t="207920" x="5683250" y="5907088"/>
          <p14:tracePt t="207932" x="5670550" y="5894388"/>
          <p14:tracePt t="207936" x="5657850" y="5881688"/>
          <p14:tracePt t="207952" x="5657850" y="5868988"/>
          <p14:tracePt t="207993" x="5657850" y="5856288"/>
          <p14:tracePt t="208041" x="5657850" y="5843588"/>
          <p14:tracePt t="208097" x="5657850" y="5832475"/>
          <p14:tracePt t="208121" x="5670550" y="5832475"/>
          <p14:tracePt t="208128" x="5695950" y="5832475"/>
          <p14:tracePt t="208136" x="5708650" y="5832475"/>
          <p14:tracePt t="208144" x="5732463" y="5832475"/>
          <p14:tracePt t="208153" x="5757863" y="5832475"/>
          <p14:tracePt t="208160" x="5795963" y="5832475"/>
          <p14:tracePt t="208169" x="5832475" y="5832475"/>
          <p14:tracePt t="208176" x="5870575" y="5832475"/>
          <p14:tracePt t="208184" x="5895975" y="5832475"/>
          <p14:tracePt t="208192" x="5945188" y="5832475"/>
          <p14:tracePt t="208201" x="5970588" y="5832475"/>
          <p14:tracePt t="208208" x="6008688" y="5832475"/>
          <p14:tracePt t="208216" x="6021388" y="5832475"/>
          <p14:tracePt t="208224" x="6057900" y="5832475"/>
          <p14:tracePt t="208232" x="6070600" y="5832475"/>
          <p14:tracePt t="208537" x="6083300" y="5843588"/>
          <p14:tracePt t="208553" x="6083300" y="5856288"/>
          <p14:tracePt t="208736" x="6070600" y="5868988"/>
          <p14:tracePt t="208760" x="6057900" y="5868988"/>
          <p14:tracePt t="208776" x="6034088" y="5868988"/>
          <p14:tracePt t="208800" x="6021388" y="5868988"/>
          <p14:tracePt t="208816" x="6008688" y="5868988"/>
          <p14:tracePt t="208832" x="5995988" y="5868988"/>
          <p14:tracePt t="208912" x="5983288" y="5868988"/>
          <p14:tracePt t="208960" x="5970588" y="5868988"/>
          <p14:tracePt t="209304" x="5995988" y="5868988"/>
          <p14:tracePt t="209312" x="6034088" y="5868988"/>
          <p14:tracePt t="209320" x="6045200" y="5868988"/>
          <p14:tracePt t="209328" x="6083300" y="5881688"/>
          <p14:tracePt t="209336" x="6121400" y="5881688"/>
          <p14:tracePt t="209344" x="6134100" y="5894388"/>
          <p14:tracePt t="209352" x="6146800" y="5894388"/>
          <p14:tracePt t="209360" x="6157913" y="5894388"/>
          <p14:tracePt t="209368" x="6170613" y="5894388"/>
          <p14:tracePt t="209376" x="6183313" y="5894388"/>
          <p14:tracePt t="209385" x="6208713" y="5907088"/>
          <p14:tracePt t="209392" x="6221413" y="5907088"/>
          <p14:tracePt t="209402" x="6259513" y="5907088"/>
          <p14:tracePt t="209408" x="6308725" y="5907088"/>
          <p14:tracePt t="209416" x="6346825" y="5907088"/>
          <p14:tracePt t="209424" x="6383338" y="5907088"/>
          <p14:tracePt t="209432" x="6408738" y="5907088"/>
          <p14:tracePt t="209441" x="6446838" y="5907088"/>
          <p14:tracePt t="209448" x="6472238" y="5907088"/>
          <p14:tracePt t="209457" x="6496050" y="5907088"/>
          <p14:tracePt t="209464" x="6534150" y="5907088"/>
          <p14:tracePt t="209473" x="6546850" y="5907088"/>
          <p14:tracePt t="209480" x="6559550" y="5907088"/>
          <p14:tracePt t="209489" x="6572250" y="5907088"/>
          <p14:tracePt t="209649" x="6584950" y="5907088"/>
          <p14:tracePt t="209657" x="6608763" y="5907088"/>
          <p14:tracePt t="209664" x="6646863" y="5907088"/>
          <p14:tracePt t="209673" x="6659563" y="5894388"/>
          <p14:tracePt t="209681" x="6696075" y="5894388"/>
          <p14:tracePt t="209689" x="6721475" y="5881688"/>
          <p14:tracePt t="209697" x="6746875" y="5881688"/>
          <p14:tracePt t="209704" x="6784975" y="5881688"/>
          <p14:tracePt t="209712" x="6797675" y="5881688"/>
          <p14:tracePt t="209720" x="6808788" y="5881688"/>
          <p14:tracePt t="209728" x="6821488" y="5868988"/>
          <p14:tracePt t="210321" x="6834188" y="5868988"/>
          <p14:tracePt t="210328" x="6921500" y="5868988"/>
          <p14:tracePt t="210336" x="7072313" y="5868988"/>
          <p14:tracePt t="210344" x="7223125" y="5868988"/>
          <p14:tracePt t="210352" x="7410450" y="5868988"/>
          <p14:tracePt t="210360" x="7535863" y="5868988"/>
          <p14:tracePt t="210368" x="7673975" y="5868988"/>
          <p14:tracePt t="210377" x="7785100" y="5868988"/>
          <p14:tracePt t="210384" x="7874000" y="5868988"/>
          <p14:tracePt t="210393" x="7923213" y="5868988"/>
          <p14:tracePt t="210400" x="7961313" y="5868988"/>
          <p14:tracePt t="210657" x="7999413" y="5868988"/>
          <p14:tracePt t="210664" x="8048625" y="5868988"/>
          <p14:tracePt t="210672" x="8099425" y="5868988"/>
          <p14:tracePt t="210680" x="8148638" y="5868988"/>
          <p14:tracePt t="210688" x="8223250" y="5868988"/>
          <p14:tracePt t="210696" x="8274050" y="5868988"/>
          <p14:tracePt t="210705" x="8324850" y="5868988"/>
          <p14:tracePt t="210712" x="8361363" y="5868988"/>
          <p14:tracePt t="210720" x="8374063" y="5868988"/>
          <p14:tracePt t="210728" x="8412163" y="5868988"/>
          <p14:tracePt t="210736" x="8424863" y="5868988"/>
          <p14:tracePt t="210976" x="8448675" y="5868988"/>
          <p14:tracePt t="211032" x="8461375" y="5868988"/>
          <p14:tracePt t="211048" x="8486775" y="5868988"/>
          <p14:tracePt t="211057" x="8524875" y="5868988"/>
          <p14:tracePt t="211064" x="8574088" y="5868988"/>
          <p14:tracePt t="211072" x="8612188" y="5868988"/>
          <p14:tracePt t="211080" x="8650288" y="5868988"/>
          <p14:tracePt t="211096" x="8674100" y="5868988"/>
          <p14:tracePt t="211104" x="8699500" y="5868988"/>
          <p14:tracePt t="211184" x="8712200" y="5868988"/>
          <p14:tracePt t="211344" x="8724900" y="5881688"/>
          <p14:tracePt t="211352" x="8724900" y="5894388"/>
          <p14:tracePt t="211368" x="8724900" y="5907088"/>
          <p14:tracePt t="211376" x="8724900" y="5919788"/>
          <p14:tracePt t="211384" x="8724900" y="5945188"/>
          <p14:tracePt t="211392" x="8712200" y="5945188"/>
          <p14:tracePt t="211400" x="8699500" y="5956300"/>
          <p14:tracePt t="211408" x="8686800" y="5956300"/>
          <p14:tracePt t="211416" x="8674100" y="5956300"/>
          <p14:tracePt t="211432" x="8661400" y="5956300"/>
          <p14:tracePt t="211448" x="8650288" y="5956300"/>
          <p14:tracePt t="211464" x="8612188" y="5956300"/>
          <p14:tracePt t="211472" x="8599488" y="5956300"/>
          <p14:tracePt t="211480" x="8537575" y="5945188"/>
          <p14:tracePt t="211488" x="8524875" y="5932488"/>
          <p14:tracePt t="211496" x="8499475" y="5919788"/>
          <p14:tracePt t="211504" x="8486775" y="5907088"/>
          <p14:tracePt t="211512" x="8474075" y="5894388"/>
          <p14:tracePt t="211520" x="8461375" y="5881688"/>
          <p14:tracePt t="211529" x="8461375" y="5868988"/>
          <p14:tracePt t="211536" x="8461375" y="5856288"/>
          <p14:tracePt t="211824" x="8461375" y="5843588"/>
          <p14:tracePt t="211856" x="8474075" y="5843588"/>
          <p14:tracePt t="212000" x="8486775" y="5843588"/>
          <p14:tracePt t="212017" x="8499475" y="5843588"/>
          <p14:tracePt t="212032" x="8524875" y="5843588"/>
          <p14:tracePt t="212040" x="8537575" y="5843588"/>
          <p14:tracePt t="212048" x="8561388" y="5843588"/>
          <p14:tracePt t="212056" x="8586788" y="5843588"/>
          <p14:tracePt t="212064" x="8624888" y="5843588"/>
          <p14:tracePt t="212072" x="8661400" y="5856288"/>
          <p14:tracePt t="212080" x="8686800" y="5868988"/>
          <p14:tracePt t="212088" x="8737600" y="5881688"/>
          <p14:tracePt t="212097" x="8799513" y="5881688"/>
          <p14:tracePt t="212104" x="8824913" y="5881688"/>
          <p14:tracePt t="212113" x="8863013" y="5881688"/>
          <p14:tracePt t="212120" x="8874125" y="5881688"/>
          <p14:tracePt t="212128" x="8924925" y="5881688"/>
          <p14:tracePt t="212136" x="8950325" y="5881688"/>
          <p14:tracePt t="212144" x="8963025" y="5881688"/>
          <p14:tracePt t="212152" x="8975725" y="5881688"/>
          <p14:tracePt t="212160" x="8986838" y="5881688"/>
          <p14:tracePt t="212416" x="8999538" y="5881688"/>
          <p14:tracePt t="212424" x="9050338" y="5881688"/>
          <p14:tracePt t="212432" x="9050338" y="5856288"/>
          <p14:tracePt t="212440" x="9050338" y="5832475"/>
          <p14:tracePt t="212448" x="9063038" y="5807075"/>
          <p14:tracePt t="212456" x="9063038" y="5781675"/>
          <p14:tracePt t="212465" x="9063038" y="5768975"/>
          <p14:tracePt t="212472" x="9063038" y="5756275"/>
          <p14:tracePt t="212481" x="9063038" y="5732463"/>
          <p14:tracePt t="212497" x="9063038" y="5707063"/>
          <p14:tracePt t="212544" x="9063038" y="5694363"/>
          <p14:tracePt t="212656" x="9063038" y="5732463"/>
          <p14:tracePt t="212665" x="9063038" y="5768975"/>
          <p14:tracePt t="212672" x="9063038" y="5794375"/>
          <p14:tracePt t="212688" x="9063038" y="5807075"/>
          <p14:tracePt t="212696" x="9063038" y="5819775"/>
          <p14:tracePt t="213032" x="9050338" y="5832475"/>
          <p14:tracePt t="213073" x="9050338" y="5843588"/>
          <p14:tracePt t="213080" x="9050338" y="5856288"/>
          <p14:tracePt t="213096" x="9050338" y="5868988"/>
          <p14:tracePt t="213120" x="9050338" y="5894388"/>
          <p14:tracePt t="213136" x="9050338" y="5907088"/>
          <p14:tracePt t="213184" x="9063038" y="5907088"/>
          <p14:tracePt t="213240" x="9088438" y="5907088"/>
          <p14:tracePt t="213248" x="9099550" y="5907088"/>
          <p14:tracePt t="213256" x="9124950" y="5907088"/>
          <p14:tracePt t="213264" x="9137650" y="5907088"/>
          <p14:tracePt t="213272" x="9163050" y="5907088"/>
          <p14:tracePt t="213280" x="9212263" y="5907088"/>
          <p14:tracePt t="213288" x="9224963" y="5907088"/>
          <p14:tracePt t="213296" x="9263063" y="5907088"/>
          <p14:tracePt t="213304" x="9301163" y="5907088"/>
          <p14:tracePt t="213313" x="9312275" y="5907088"/>
          <p14:tracePt t="213329" x="9324975" y="5907088"/>
          <p14:tracePt t="213336" x="9337675" y="5907088"/>
          <p14:tracePt t="213345" x="9350375" y="5907088"/>
          <p14:tracePt t="213368" x="9363075" y="5907088"/>
          <p14:tracePt t="213384" x="9363075" y="5894388"/>
          <p14:tracePt t="213392" x="9363075" y="5881688"/>
          <p14:tracePt t="213417" x="9363075" y="5868988"/>
          <p14:tracePt t="213432" x="9388475" y="5856288"/>
          <p14:tracePt t="213504" x="9388475" y="5868988"/>
          <p14:tracePt t="213512" x="9437688" y="5894388"/>
          <p14:tracePt t="213520" x="9463088" y="5907088"/>
          <p14:tracePt t="213529" x="9475788" y="5919788"/>
          <p14:tracePt t="213536" x="9501188" y="5932488"/>
          <p14:tracePt t="213544" x="9513888" y="5932488"/>
          <p14:tracePt t="213744" x="9513888" y="5945188"/>
          <p14:tracePt t="213792" x="9488488" y="5945188"/>
          <p14:tracePt t="213824" x="9475788" y="5945188"/>
          <p14:tracePt t="213832" x="9463088" y="5945188"/>
          <p14:tracePt t="213848" x="9437688" y="5945188"/>
          <p14:tracePt t="213864" x="9424988" y="5945188"/>
          <p14:tracePt t="213872" x="9413875" y="5945188"/>
          <p14:tracePt t="213896" x="9401175" y="5945188"/>
          <p14:tracePt t="213928" x="9388475" y="5945188"/>
          <p14:tracePt t="213936" x="9375775" y="5945188"/>
          <p14:tracePt t="213969" x="9363075" y="5945188"/>
          <p14:tracePt t="214376" x="9363075" y="5932488"/>
          <p14:tracePt t="214424" x="9375775" y="5932488"/>
          <p14:tracePt t="214433" x="9388475" y="5932488"/>
          <p14:tracePt t="214440" x="9413875" y="5932488"/>
          <p14:tracePt t="214448" x="9424988" y="5932488"/>
          <p14:tracePt t="214465" x="9450388" y="5932488"/>
          <p14:tracePt t="214472" x="9463088" y="5932488"/>
          <p14:tracePt t="214480" x="9488488" y="5932488"/>
          <p14:tracePt t="214504" x="9501188" y="5919788"/>
          <p14:tracePt t="214521" x="9525000" y="5919788"/>
          <p14:tracePt t="214537" x="9537700" y="5919788"/>
          <p14:tracePt t="214544" x="9563100" y="5907088"/>
          <p14:tracePt t="214552" x="9575800" y="5907088"/>
          <p14:tracePt t="214728" x="9588500" y="5907088"/>
          <p14:tracePt t="214737" x="9601200" y="5907088"/>
          <p14:tracePt t="214744" x="9613900" y="5907088"/>
          <p14:tracePt t="214752" x="9663113" y="5907088"/>
          <p14:tracePt t="214760" x="9739313" y="5907088"/>
          <p14:tracePt t="214768" x="9813925" y="5907088"/>
          <p14:tracePt t="214776" x="9888538" y="5907088"/>
          <p14:tracePt t="214784" x="9975850" y="5907088"/>
          <p14:tracePt t="214792" x="10052050" y="5907088"/>
          <p14:tracePt t="214801" x="10126663" y="5907088"/>
          <p14:tracePt t="214808" x="10177463" y="5907088"/>
          <p14:tracePt t="214817" x="10188575" y="5907088"/>
          <p14:tracePt t="214824" x="10201275" y="5907088"/>
          <p14:tracePt t="215072" x="10188575" y="5907088"/>
          <p14:tracePt t="215080" x="10139363" y="5907088"/>
          <p14:tracePt t="215089" x="10126663" y="5907088"/>
          <p14:tracePt t="215096" x="10113963" y="5907088"/>
          <p14:tracePt t="215105" x="10088563" y="5881688"/>
          <p14:tracePt t="215144" x="10075863" y="5881688"/>
          <p14:tracePt t="215152" x="10064750" y="5881688"/>
          <p14:tracePt t="215176" x="10039350" y="5881688"/>
          <p14:tracePt t="215192" x="10026650" y="5881688"/>
          <p14:tracePt t="215240" x="10013950" y="5881688"/>
          <p14:tracePt t="215256" x="10001250" y="5881688"/>
          <p14:tracePt t="215264" x="9988550" y="5881688"/>
          <p14:tracePt t="215480" x="9975850" y="5881688"/>
          <p14:tracePt t="215576" x="9975850" y="5868988"/>
          <p14:tracePt t="215704" x="9988550" y="5868988"/>
          <p14:tracePt t="215720" x="10026650" y="5868988"/>
          <p14:tracePt t="215728" x="10052050" y="5868988"/>
          <p14:tracePt t="215736" x="10088563" y="5868988"/>
          <p14:tracePt t="215744" x="10152063" y="5868988"/>
          <p14:tracePt t="215752" x="10226675" y="5868988"/>
          <p14:tracePt t="215760" x="10288588" y="5868988"/>
          <p14:tracePt t="215769" x="10377488" y="5868988"/>
          <p14:tracePt t="215776" x="10439400" y="5868988"/>
          <p14:tracePt t="215784" x="10502900" y="5868988"/>
          <p14:tracePt t="215792" x="10539413" y="5868988"/>
          <p14:tracePt t="215800" x="10564813" y="5856288"/>
          <p14:tracePt t="215816" x="10577513" y="5856288"/>
          <p14:tracePt t="215984" x="10590213" y="5856288"/>
          <p14:tracePt t="215992" x="10639425" y="5856288"/>
          <p14:tracePt t="216000" x="10677525" y="5856288"/>
          <p14:tracePt t="216008" x="10715625" y="5856288"/>
          <p14:tracePt t="216016" x="10739438" y="5856288"/>
          <p14:tracePt t="216025" x="10764838" y="5856288"/>
          <p14:tracePt t="216032" x="10790238" y="5856288"/>
          <p14:tracePt t="216042" x="10815638" y="5856288"/>
          <p14:tracePt t="216048" x="10828338" y="5856288"/>
          <p14:tracePt t="216057" x="10852150" y="5856288"/>
          <p14:tracePt t="216064" x="10864850" y="5856288"/>
          <p14:tracePt t="216072" x="10890250" y="5856288"/>
          <p14:tracePt t="216088" x="10902950" y="5856288"/>
          <p14:tracePt t="216136" x="10915650" y="5856288"/>
          <p14:tracePt t="216144" x="10928350" y="5856288"/>
          <p14:tracePt t="216153" x="10939463" y="5856288"/>
          <p14:tracePt t="216168" x="10964863" y="5856288"/>
          <p14:tracePt t="216176" x="10977563" y="5856288"/>
          <p14:tracePt t="216193" x="11002963" y="5856288"/>
          <p14:tracePt t="216200" x="11041063" y="5856288"/>
          <p14:tracePt t="216209" x="11064875" y="5856288"/>
          <p14:tracePt t="216216" x="11090275" y="5856288"/>
          <p14:tracePt t="216225" x="11128375" y="5856288"/>
          <p14:tracePt t="216232" x="11153775" y="5856288"/>
          <p14:tracePt t="216248" x="11164888" y="5856288"/>
          <p14:tracePt t="216256" x="11177588" y="5856288"/>
          <p14:tracePt t="216312" x="11190288" y="5856288"/>
          <p14:tracePt t="216328" x="11202988" y="5856288"/>
          <p14:tracePt t="216392" x="11215688" y="5856288"/>
          <p14:tracePt t="216400" x="11228388" y="5856288"/>
          <p14:tracePt t="216409" x="11241088" y="5856288"/>
          <p14:tracePt t="216416" x="11266488" y="5856288"/>
          <p14:tracePt t="216432" x="11277600" y="5856288"/>
          <p14:tracePt t="216441" x="11290300" y="5856288"/>
          <p14:tracePt t="216449" x="11303000" y="5856288"/>
          <p14:tracePt t="216464" x="11328400" y="5856288"/>
          <p14:tracePt t="216472" x="11353800" y="5856288"/>
          <p14:tracePt t="216480" x="11377613" y="5856288"/>
          <p14:tracePt t="216488" x="11441113" y="5843588"/>
          <p14:tracePt t="216496" x="11466513" y="5843588"/>
          <p14:tracePt t="216505" x="11490325" y="5832475"/>
          <p14:tracePt t="216513" x="11515725" y="5832475"/>
          <p14:tracePt t="216521" x="11528425" y="5832475"/>
          <p14:tracePt t="216536" x="11541125" y="5819775"/>
          <p14:tracePt t="216584" x="11553825" y="5819775"/>
          <p14:tracePt t="216912" x="11566525" y="5819775"/>
          <p14:tracePt t="217064" x="11579225" y="5819775"/>
          <p14:tracePt t="218272" x="11591925" y="5819775"/>
          <p14:tracePt t="218281" x="11603038" y="5856288"/>
          <p14:tracePt t="218288" x="11603038" y="5919788"/>
          <p14:tracePt t="218297" x="11603038" y="5956300"/>
          <p14:tracePt t="218304" x="11603038" y="6019800"/>
          <p14:tracePt t="218312" x="11603038" y="6056313"/>
          <p14:tracePt t="218320" x="11603038" y="6069013"/>
          <p14:tracePt t="218440" x="11603038" y="6056313"/>
          <p14:tracePt t="218448" x="11615738" y="5994400"/>
          <p14:tracePt t="218456" x="11628438" y="5969000"/>
          <p14:tracePt t="218465" x="11641138" y="5932488"/>
          <p14:tracePt t="218472" x="11653838" y="5881688"/>
          <p14:tracePt t="218481" x="11666538" y="5832475"/>
          <p14:tracePt t="218488" x="11679238" y="5794375"/>
          <p14:tracePt t="218496" x="11703050" y="5768975"/>
          <p14:tracePt t="218504" x="11703050" y="5756275"/>
          <p14:tracePt t="218512" x="11715750" y="5732463"/>
          <p14:tracePt t="218544" x="11715750" y="5719763"/>
          <p14:tracePt t="218824" x="11691938" y="5719763"/>
          <p14:tracePt t="218832" x="11641138" y="5743575"/>
          <p14:tracePt t="218840" x="11566525" y="5768975"/>
          <p14:tracePt t="218849" x="11441113" y="5819775"/>
          <p14:tracePt t="218856" x="11277600" y="5868988"/>
          <p14:tracePt t="218864" x="11077575" y="5919788"/>
          <p14:tracePt t="218872" x="10828338" y="5981700"/>
          <p14:tracePt t="218880" x="10464800" y="6069013"/>
          <p14:tracePt t="218888" x="9875838" y="6119813"/>
          <p14:tracePt t="218896" x="9324975" y="6181725"/>
          <p14:tracePt t="218904" x="8763000" y="6232525"/>
          <p14:tracePt t="218912" x="8324850" y="6232525"/>
          <p14:tracePt t="218920" x="7910513" y="6232525"/>
          <p14:tracePt t="218929" x="7710488" y="6232525"/>
          <p14:tracePt t="218936" x="7572375" y="6232525"/>
          <p14:tracePt t="218945" x="7523163" y="6232525"/>
          <p14:tracePt t="218952" x="7472363" y="6232525"/>
          <p14:tracePt t="218992" x="7459663" y="6232525"/>
          <p14:tracePt t="219000" x="7435850" y="6232525"/>
          <p14:tracePt t="219008" x="7385050" y="6232525"/>
          <p14:tracePt t="219016" x="7297738" y="6232525"/>
          <p14:tracePt t="219024" x="7159625" y="6207125"/>
          <p14:tracePt t="219033" x="7072313" y="6181725"/>
          <p14:tracePt t="219040" x="6972300" y="6169025"/>
          <p14:tracePt t="219049" x="6872288" y="6145213"/>
          <p14:tracePt t="219056" x="6797675" y="6132513"/>
          <p14:tracePt t="219064" x="6734175" y="6119813"/>
          <p14:tracePt t="219072" x="6646863" y="6119813"/>
          <p14:tracePt t="219080" x="6584950" y="6119813"/>
          <p14:tracePt t="219088" x="6496050" y="6119813"/>
          <p14:tracePt t="219096" x="6396038" y="6119813"/>
          <p14:tracePt t="219104" x="6308725" y="6119813"/>
          <p14:tracePt t="219112" x="6208713" y="6119813"/>
          <p14:tracePt t="219120" x="6121400" y="6119813"/>
          <p14:tracePt t="219129" x="6070600" y="6119813"/>
          <p14:tracePt t="219136" x="6021388" y="6119813"/>
          <p14:tracePt t="219145" x="5970588" y="6107113"/>
          <p14:tracePt t="219152" x="5921375" y="6081713"/>
          <p14:tracePt t="219176" x="5883275" y="6081713"/>
          <p14:tracePt t="219184" x="5883275" y="6069013"/>
          <p14:tracePt t="219472" x="5932488" y="6081713"/>
          <p14:tracePt t="219480" x="5970588" y="6094413"/>
          <p14:tracePt t="219488" x="6034088" y="6094413"/>
          <p14:tracePt t="219496" x="6057900" y="6094413"/>
          <p14:tracePt t="219504" x="6096000" y="6107113"/>
          <p14:tracePt t="219513" x="6146800" y="6107113"/>
          <p14:tracePt t="219520" x="6196013" y="6132513"/>
          <p14:tracePt t="219530" x="6259513" y="6132513"/>
          <p14:tracePt t="219536" x="6308725" y="6132513"/>
          <p14:tracePt t="219544" x="6346825" y="6132513"/>
          <p14:tracePt t="219552" x="6359525" y="6132513"/>
          <p14:tracePt t="219560" x="6370638" y="6132513"/>
          <p14:tracePt t="219616" x="6383338" y="6132513"/>
          <p14:tracePt t="219648" x="6396038" y="6132513"/>
          <p14:tracePt t="219656" x="6408738" y="6132513"/>
          <p14:tracePt t="219664" x="6434138" y="6132513"/>
          <p14:tracePt t="219672" x="6472238" y="6132513"/>
          <p14:tracePt t="219680" x="6521450" y="6132513"/>
          <p14:tracePt t="219688" x="6559550" y="6132513"/>
          <p14:tracePt t="219697" x="6621463" y="6145213"/>
          <p14:tracePt t="219704" x="6696075" y="6157913"/>
          <p14:tracePt t="219713" x="6797675" y="6157913"/>
          <p14:tracePt t="219720" x="6872288" y="6169025"/>
          <p14:tracePt t="219728" x="6934200" y="6169025"/>
          <p14:tracePt t="219736" x="7021513" y="6169025"/>
          <p14:tracePt t="219744" x="7072313" y="6169025"/>
          <p14:tracePt t="219752" x="7097713" y="6169025"/>
          <p14:tracePt t="219760" x="7134225" y="6169025"/>
          <p14:tracePt t="219768" x="7159625" y="6169025"/>
          <p14:tracePt t="219776" x="7172325" y="6169025"/>
          <p14:tracePt t="219785" x="7210425" y="6169025"/>
          <p14:tracePt t="219792" x="7246938" y="6169025"/>
          <p14:tracePt t="219801" x="7285038" y="6169025"/>
          <p14:tracePt t="219808" x="7323138" y="6169025"/>
          <p14:tracePt t="219816" x="7372350" y="6169025"/>
          <p14:tracePt t="219824" x="7410450" y="6169025"/>
          <p14:tracePt t="219832" x="7423150" y="6169025"/>
          <p14:tracePt t="219840" x="7448550" y="6169025"/>
          <p14:tracePt t="219848" x="7459663" y="6169025"/>
          <p14:tracePt t="219944" x="7485063" y="6169025"/>
          <p14:tracePt t="219952" x="7572375" y="6169025"/>
          <p14:tracePt t="219960" x="7610475" y="6169025"/>
          <p14:tracePt t="219969" x="7635875" y="6169025"/>
          <p14:tracePt t="219985" x="7661275" y="6157913"/>
          <p14:tracePt t="220072" x="7673975" y="6145213"/>
          <p14:tracePt t="220136" x="7685088" y="6145213"/>
          <p14:tracePt t="220248" x="7697788" y="6145213"/>
          <p14:tracePt t="220320" x="7723188" y="6132513"/>
          <p14:tracePt t="220384" x="7735888" y="6094413"/>
          <p14:tracePt t="220392" x="7748588" y="6069013"/>
          <p14:tracePt t="220400" x="7773988" y="6045200"/>
          <p14:tracePt t="220408" x="7773988" y="6032500"/>
          <p14:tracePt t="220424" x="7785100" y="6019800"/>
          <p14:tracePt t="220440" x="7785100" y="5994400"/>
          <p14:tracePt t="220520" x="7785100" y="5981700"/>
          <p14:tracePt t="220592" x="7785100" y="5994400"/>
          <p14:tracePt t="220600" x="7785100" y="6007100"/>
          <p14:tracePt t="220608" x="7785100" y="6032500"/>
          <p14:tracePt t="220616" x="7785100" y="6056313"/>
          <p14:tracePt t="220632" x="7785100" y="6069013"/>
          <p14:tracePt t="220640" x="7797800" y="6069013"/>
          <p14:tracePt t="220656" x="7810500" y="6081713"/>
          <p14:tracePt t="220688" x="7835900" y="6081713"/>
          <p14:tracePt t="220704" x="7848600" y="6081713"/>
          <p14:tracePt t="220712" x="7886700" y="6081713"/>
          <p14:tracePt t="220721" x="7923213" y="6081713"/>
          <p14:tracePt t="220728" x="7948613" y="6081713"/>
          <p14:tracePt t="220737" x="7999413" y="6081713"/>
          <p14:tracePt t="220744" x="8035925" y="6081713"/>
          <p14:tracePt t="220752" x="8074025" y="6081713"/>
          <p14:tracePt t="220760" x="8110538" y="6081713"/>
          <p14:tracePt t="220768" x="8135938" y="6081713"/>
          <p14:tracePt t="220776" x="8174038" y="6081713"/>
          <p14:tracePt t="220784" x="8212138" y="6081713"/>
          <p14:tracePt t="220792" x="8248650" y="6081713"/>
          <p14:tracePt t="220800" x="8274050" y="6081713"/>
          <p14:tracePt t="220808" x="8286750" y="6069013"/>
          <p14:tracePt t="220817" x="8299450" y="6069013"/>
          <p14:tracePt t="220824" x="8312150" y="6069013"/>
          <p14:tracePt t="220833" x="8324850" y="6069013"/>
          <p14:tracePt t="220840" x="8335963" y="6056313"/>
          <p14:tracePt t="220848" x="8348663" y="6056313"/>
          <p14:tracePt t="220856" x="8386763" y="6056313"/>
          <p14:tracePt t="220864" x="8399463" y="6056313"/>
          <p14:tracePt t="220872" x="8424863" y="6056313"/>
          <p14:tracePt t="220880" x="8448675" y="6056313"/>
          <p14:tracePt t="220888" x="8461375" y="6056313"/>
          <p14:tracePt t="220944" x="8474075" y="6056313"/>
          <p14:tracePt t="220952" x="8499475" y="6056313"/>
          <p14:tracePt t="220960" x="8537575" y="6056313"/>
          <p14:tracePt t="220968" x="8574088" y="6056313"/>
          <p14:tracePt t="220976" x="8612188" y="6056313"/>
          <p14:tracePt t="220984" x="8650288" y="6056313"/>
          <p14:tracePt t="220992" x="8674100" y="6056313"/>
          <p14:tracePt t="221001" x="8699500" y="6056313"/>
          <p14:tracePt t="221017" x="8724900" y="6056313"/>
          <p14:tracePt t="221024" x="8737600" y="6045200"/>
          <p14:tracePt t="221096" x="8737600" y="6032500"/>
          <p14:tracePt t="221376" x="8750300" y="6032500"/>
          <p14:tracePt t="221384" x="8763000" y="6032500"/>
          <p14:tracePt t="221392" x="8786813" y="6032500"/>
          <p14:tracePt t="221401" x="8812213" y="6032500"/>
          <p14:tracePt t="221408" x="8850313" y="6032500"/>
          <p14:tracePt t="221416" x="8863013" y="6032500"/>
          <p14:tracePt t="221432" x="8886825" y="6032500"/>
          <p14:tracePt t="221440" x="8899525" y="6032500"/>
          <p14:tracePt t="221464" x="8912225" y="6032500"/>
          <p14:tracePt t="221480" x="8924925" y="6032500"/>
          <p14:tracePt t="221520" x="8937625" y="6032500"/>
          <p14:tracePt t="221528" x="8963025" y="6032500"/>
          <p14:tracePt t="221536" x="8975725" y="6032500"/>
          <p14:tracePt t="221544" x="8986838" y="6032500"/>
          <p14:tracePt t="221552" x="9012238" y="6032500"/>
          <p14:tracePt t="221560" x="9024938" y="6032500"/>
          <p14:tracePt t="221569" x="9063038" y="6032500"/>
          <p14:tracePt t="221576" x="9099550" y="6032500"/>
          <p14:tracePt t="221585" x="9137650" y="6032500"/>
          <p14:tracePt t="221592" x="9188450" y="6032500"/>
          <p14:tracePt t="221600" x="9237663" y="6032500"/>
          <p14:tracePt t="221608" x="9288463" y="6032500"/>
          <p14:tracePt t="221616" x="9337675" y="6032500"/>
          <p14:tracePt t="221624" x="9363075" y="6032500"/>
          <p14:tracePt t="221632" x="9401175" y="6032500"/>
          <p14:tracePt t="221640" x="9413875" y="6032500"/>
          <p14:tracePt t="221648" x="9424988" y="6032500"/>
          <p14:tracePt t="221728" x="9437688" y="6032500"/>
          <p14:tracePt t="222456" x="9450388" y="6032500"/>
          <p14:tracePt t="222464" x="9513888" y="6081713"/>
          <p14:tracePt t="222472" x="9563100" y="6094413"/>
          <p14:tracePt t="222480" x="9613900" y="6132513"/>
          <p14:tracePt t="222488" x="9688513" y="6157913"/>
          <p14:tracePt t="222496" x="9763125" y="6181725"/>
          <p14:tracePt t="222505" x="9788525" y="6194425"/>
          <p14:tracePt t="222512" x="9852025" y="6194425"/>
          <p14:tracePt t="222521" x="9888538" y="6194425"/>
          <p14:tracePt t="222528" x="9926638" y="6194425"/>
          <p14:tracePt t="222536" x="9952038" y="6194425"/>
          <p14:tracePt t="222544" x="9975850" y="6194425"/>
          <p14:tracePt t="222576" x="9988550" y="6194425"/>
          <p14:tracePt t="222584" x="10001250" y="6194425"/>
          <p14:tracePt t="222616" x="10013950" y="6181725"/>
          <p14:tracePt t="222624" x="10039350" y="6181725"/>
          <p14:tracePt t="222632" x="10052050" y="6169025"/>
          <p14:tracePt t="222648" x="10064750" y="6169025"/>
          <p14:tracePt t="222656" x="10064750" y="6157913"/>
          <p14:tracePt t="222664" x="10064750" y="6145213"/>
          <p14:tracePt t="222680" x="10075863" y="6132513"/>
          <p14:tracePt t="222696" x="10088563" y="6119813"/>
          <p14:tracePt t="222705" x="10088563" y="6107113"/>
          <p14:tracePt t="222721" x="10113963" y="6094413"/>
          <p14:tracePt t="222736" x="10126663" y="6081713"/>
          <p14:tracePt t="222744" x="10126663" y="6069013"/>
          <p14:tracePt t="222752" x="10152063" y="6069013"/>
          <p14:tracePt t="222760" x="10164763" y="6069013"/>
          <p14:tracePt t="222784" x="10188575" y="6069013"/>
          <p14:tracePt t="222864" x="10201275" y="6069013"/>
          <p14:tracePt t="222872" x="10239375" y="6069013"/>
          <p14:tracePt t="222888" x="10277475" y="6069013"/>
          <p14:tracePt t="222896" x="10288588" y="6069013"/>
          <p14:tracePt t="222905" x="10313988" y="6069013"/>
          <p14:tracePt t="222912" x="10326688" y="6069013"/>
          <p14:tracePt t="222920" x="10352088" y="6069013"/>
          <p14:tracePt t="222939" x="10401300" y="6069013"/>
          <p14:tracePt t="222944" x="10414000" y="6069013"/>
          <p14:tracePt t="222952" x="10452100" y="6069013"/>
          <p14:tracePt t="222961" x="10490200" y="6069013"/>
          <p14:tracePt t="222968" x="10526713" y="6069013"/>
          <p14:tracePt t="222977" x="10577513" y="6069013"/>
          <p14:tracePt t="222984" x="10626725" y="6069013"/>
          <p14:tracePt t="222992" x="10690225" y="6069013"/>
          <p14:tracePt t="223000" x="10752138" y="6069013"/>
          <p14:tracePt t="223008" x="10802938" y="6069013"/>
          <p14:tracePt t="223016" x="10852150" y="6056313"/>
          <p14:tracePt t="223024" x="10915650" y="6032500"/>
          <p14:tracePt t="223160" x="10928350" y="6032500"/>
          <p14:tracePt t="223168" x="10952163" y="6032500"/>
          <p14:tracePt t="223177" x="10977563" y="6032500"/>
          <p14:tracePt t="223184" x="11002963" y="6032500"/>
          <p14:tracePt t="223192" x="11041063" y="6032500"/>
          <p14:tracePt t="223200" x="11052175" y="6032500"/>
          <p14:tracePt t="223208" x="11090275" y="6032500"/>
          <p14:tracePt t="223216" x="11115675" y="6032500"/>
          <p14:tracePt t="223224" x="11128375" y="6032500"/>
          <p14:tracePt t="223232" x="11164888" y="6032500"/>
          <p14:tracePt t="223240" x="11177588" y="6032500"/>
          <p14:tracePt t="223248" x="11202988" y="6032500"/>
          <p14:tracePt t="223256" x="11228388" y="6032500"/>
          <p14:tracePt t="223264" x="11253788" y="6032500"/>
          <p14:tracePt t="223273" x="11266488" y="6032500"/>
          <p14:tracePt t="223280" x="11303000" y="6032500"/>
          <p14:tracePt t="223288" x="11341100" y="6032500"/>
          <p14:tracePt t="223296" x="11366500" y="6032500"/>
          <p14:tracePt t="223304" x="11390313" y="6032500"/>
          <p14:tracePt t="223544" x="11403013" y="6032500"/>
          <p14:tracePt t="223584" x="11415713" y="6032500"/>
          <p14:tracePt t="223752" x="11428413" y="6032500"/>
          <p14:tracePt t="223840" x="11441113" y="6019800"/>
          <p14:tracePt t="223944" x="11453813" y="6019800"/>
          <p14:tracePt t="224000" x="11466513" y="6007100"/>
          <p14:tracePt t="224256" x="11479213" y="6007100"/>
          <p14:tracePt t="224320" x="11503025" y="6007100"/>
          <p14:tracePt t="224328" x="11515725" y="6019800"/>
          <p14:tracePt t="224336" x="11528425" y="6032500"/>
          <p14:tracePt t="224344" x="11541125" y="6045200"/>
          <p14:tracePt t="224360" x="11553825" y="6045200"/>
          <p14:tracePt t="224376" x="11553825" y="6056313"/>
          <p14:tracePt t="224384" x="11566525" y="6056313"/>
          <p14:tracePt t="224416" x="11566525" y="6069013"/>
          <p14:tracePt t="224424" x="11591925" y="6069013"/>
          <p14:tracePt t="224448" x="11603038" y="6069013"/>
          <p14:tracePt t="224496" x="11615738" y="6069013"/>
          <p14:tracePt t="224528" x="11628438" y="6069013"/>
          <p14:tracePt t="224536" x="11641138" y="6069013"/>
          <p14:tracePt t="224544" x="11653838" y="6069013"/>
          <p14:tracePt t="224552" x="11666538" y="6069013"/>
          <p14:tracePt t="224560" x="11691938" y="6069013"/>
          <p14:tracePt t="224577" x="11703050" y="6069013"/>
          <p14:tracePt t="224592" x="11715750" y="6069013"/>
          <p14:tracePt t="224600" x="11728450" y="6069013"/>
          <p14:tracePt t="224616" x="11741150" y="6069013"/>
          <p14:tracePt t="224624" x="11753850" y="6069013"/>
          <p14:tracePt t="224648" x="11766550" y="6056313"/>
          <p14:tracePt t="224656" x="11779250" y="6056313"/>
          <p14:tracePt t="224665" x="11779250" y="6045200"/>
          <p14:tracePt t="224696" x="11791950" y="6045200"/>
          <p14:tracePt t="224936" x="11804650" y="6045200"/>
          <p14:tracePt t="224952" x="11804650" y="6032500"/>
          <p14:tracePt t="224960" x="11779250" y="6032500"/>
          <p14:tracePt t="224968" x="11728450" y="6032500"/>
          <p14:tracePt t="224976" x="11666538" y="6045200"/>
          <p14:tracePt t="224984" x="11603038" y="6056313"/>
          <p14:tracePt t="224992" x="11503025" y="6094413"/>
          <p14:tracePt t="225000" x="11428413" y="6107113"/>
          <p14:tracePt t="225008" x="11303000" y="6119813"/>
          <p14:tracePt t="225016" x="11153775" y="6145213"/>
          <p14:tracePt t="225024" x="10915650" y="6169025"/>
          <p14:tracePt t="225033" x="10639425" y="6181725"/>
          <p14:tracePt t="225040" x="10301288" y="6181725"/>
          <p14:tracePt t="225048" x="9626600" y="6181725"/>
          <p14:tracePt t="225056" x="9050338" y="6181725"/>
          <p14:tracePt t="225064" x="8499475" y="6181725"/>
          <p14:tracePt t="225072" x="8061325" y="6181725"/>
          <p14:tracePt t="225080" x="7785100" y="6181725"/>
          <p14:tracePt t="225088" x="7597775" y="6181725"/>
          <p14:tracePt t="225096" x="7459663" y="6181725"/>
          <p14:tracePt t="225104" x="7359650" y="6181725"/>
          <p14:tracePt t="225112" x="7285038" y="6181725"/>
          <p14:tracePt t="225120" x="7235825" y="6181725"/>
          <p14:tracePt t="225129" x="7197725" y="6181725"/>
          <p14:tracePt t="225136" x="7185025" y="6181725"/>
          <p14:tracePt t="225145" x="7159625" y="6194425"/>
          <p14:tracePt t="225152" x="7146925" y="6194425"/>
          <p14:tracePt t="225160" x="7097713" y="6207125"/>
          <p14:tracePt t="225168" x="7072313" y="6207125"/>
          <p14:tracePt t="225176" x="7010400" y="6219825"/>
          <p14:tracePt t="225184" x="6934200" y="6232525"/>
          <p14:tracePt t="225192" x="6872288" y="6232525"/>
          <p14:tracePt t="225200" x="6797675" y="6245225"/>
          <p14:tracePt t="225208" x="6708775" y="6269038"/>
          <p14:tracePt t="225217" x="6634163" y="6281738"/>
          <p14:tracePt t="225224" x="6572250" y="6294438"/>
          <p14:tracePt t="225233" x="6483350" y="6307138"/>
          <p14:tracePt t="225240" x="6396038" y="6307138"/>
          <p14:tracePt t="225248" x="6321425" y="6332538"/>
          <p14:tracePt t="225256" x="6221413" y="6332538"/>
          <p14:tracePt t="225264" x="6146800" y="6332538"/>
          <p14:tracePt t="225272" x="6057900" y="6332538"/>
          <p14:tracePt t="225280" x="6034088" y="6332538"/>
          <p14:tracePt t="225288" x="6008688" y="6332538"/>
          <p14:tracePt t="225808" x="6083300" y="6370638"/>
          <p14:tracePt t="225816" x="6283325" y="6432550"/>
          <p14:tracePt t="225824" x="6396038" y="6445250"/>
          <p14:tracePt t="225832" x="6546850" y="6470650"/>
          <p14:tracePt t="225840" x="6684963" y="6470650"/>
          <p14:tracePt t="225848" x="6821488" y="6470650"/>
          <p14:tracePt t="225856" x="6946900" y="6470650"/>
          <p14:tracePt t="225864" x="7046913" y="6470650"/>
          <p14:tracePt t="225873" x="7134225" y="6470650"/>
          <p14:tracePt t="225881" x="7172325" y="6470650"/>
          <p14:tracePt t="225888" x="7185025" y="6457950"/>
          <p14:tracePt t="225897" x="7223125" y="6457950"/>
          <p14:tracePt t="226072" x="7235825" y="6432550"/>
          <p14:tracePt t="226080" x="7285038" y="6407150"/>
          <p14:tracePt t="226088" x="7323138" y="6381750"/>
          <p14:tracePt t="226096" x="7359650" y="6370638"/>
          <p14:tracePt t="226104" x="7385050" y="6357938"/>
          <p14:tracePt t="226112" x="7410450" y="6357938"/>
          <p14:tracePt t="226120" x="7435850" y="6332538"/>
          <p14:tracePt t="226128" x="7459663" y="6332538"/>
          <p14:tracePt t="226136" x="7472363" y="6332538"/>
          <p14:tracePt t="226144" x="7510463" y="6319838"/>
          <p14:tracePt t="226160" x="7561263" y="6319838"/>
          <p14:tracePt t="226169" x="7572375" y="6307138"/>
          <p14:tracePt t="226176" x="7597775" y="6307138"/>
          <p14:tracePt t="226192" x="7610475" y="6307138"/>
          <p14:tracePt t="226200" x="7635875" y="6307138"/>
          <p14:tracePt t="226240" x="7648575" y="6307138"/>
          <p14:tracePt t="226336" x="7685088" y="6307138"/>
          <p14:tracePt t="226344" x="7710488" y="6307138"/>
          <p14:tracePt t="226368" x="7735888" y="6294438"/>
          <p14:tracePt t="226408" x="7748588" y="6281738"/>
          <p14:tracePt t="226424" x="7761288" y="6281738"/>
          <p14:tracePt t="226432" x="7773988" y="6281738"/>
          <p14:tracePt t="226624" x="7785100" y="6281738"/>
          <p14:tracePt t="226808" x="7823200" y="6281738"/>
          <p14:tracePt t="226816" x="7861300" y="6281738"/>
          <p14:tracePt t="226824" x="7897813" y="6281738"/>
          <p14:tracePt t="226832" x="7935913" y="6281738"/>
          <p14:tracePt t="226840" x="7999413" y="6281738"/>
          <p14:tracePt t="226848" x="8048625" y="6294438"/>
          <p14:tracePt t="226856" x="8123238" y="6319838"/>
          <p14:tracePt t="226864" x="8148638" y="6319838"/>
          <p14:tracePt t="226872" x="8161338" y="6319838"/>
          <p14:tracePt t="226888" x="8174038" y="6332538"/>
          <p14:tracePt t="226896" x="8174038" y="6345238"/>
          <p14:tracePt t="227640" x="8186738" y="6345238"/>
          <p14:tracePt t="227648" x="8199438" y="6345238"/>
          <p14:tracePt t="227657" x="8223250" y="6345238"/>
          <p14:tracePt t="227672" x="8235950" y="6345238"/>
          <p14:tracePt t="227680" x="8248650" y="6345238"/>
          <p14:tracePt t="227728" x="8261350" y="6345238"/>
          <p14:tracePt t="227736" x="8286750" y="6332538"/>
          <p14:tracePt t="227744" x="8299450" y="6332538"/>
          <p14:tracePt t="227752" x="8312150" y="6332538"/>
          <p14:tracePt t="227760" x="8335963" y="6332538"/>
          <p14:tracePt t="227769" x="8374063" y="6319838"/>
          <p14:tracePt t="227776" x="8399463" y="6319838"/>
          <p14:tracePt t="227784" x="8435975" y="6319838"/>
          <p14:tracePt t="227792" x="8448675" y="6319838"/>
          <p14:tracePt t="227800" x="8461375" y="6319838"/>
          <p14:tracePt t="227808" x="8474075" y="6319838"/>
          <p14:tracePt t="227824" x="8486775" y="6319838"/>
          <p14:tracePt t="227841" x="8499475" y="6319838"/>
          <p14:tracePt t="227848" x="8512175" y="6319838"/>
          <p14:tracePt t="227888" x="8524875" y="6319838"/>
          <p14:tracePt t="227936" x="8548688" y="6319838"/>
          <p14:tracePt t="227952" x="8574088" y="6319838"/>
          <p14:tracePt t="227960" x="8586788" y="6319838"/>
          <p14:tracePt t="227968" x="8612188" y="6319838"/>
          <p14:tracePt t="227976" x="8624888" y="6319838"/>
          <p14:tracePt t="227984" x="8637588" y="6319838"/>
          <p14:tracePt t="227992" x="8661400" y="6319838"/>
          <p14:tracePt t="228000" x="8674100" y="6319838"/>
          <p14:tracePt t="228008" x="8686800" y="6319838"/>
          <p14:tracePt t="228016" x="8699500" y="6319838"/>
          <p14:tracePt t="228025" x="8712200" y="6319838"/>
          <p14:tracePt t="228032" x="8737600" y="6319838"/>
          <p14:tracePt t="228041" x="8750300" y="6319838"/>
          <p14:tracePt t="228048" x="8763000" y="6307138"/>
          <p14:tracePt t="228056" x="8799513" y="6294438"/>
          <p14:tracePt t="228072" x="8824913" y="6294438"/>
          <p14:tracePt t="228096" x="8837613" y="6294438"/>
          <p14:tracePt t="228112" x="8850313" y="6294438"/>
          <p14:tracePt t="228120" x="8863013" y="6294438"/>
          <p14:tracePt t="228168" x="8874125" y="6294438"/>
          <p14:tracePt t="228240" x="8899525" y="6294438"/>
          <p14:tracePt t="228312" x="8912225" y="6294438"/>
          <p14:tracePt t="228320" x="8937625" y="6294438"/>
          <p14:tracePt t="228336" x="8950325" y="6294438"/>
          <p14:tracePt t="228344" x="8986838" y="6294438"/>
          <p14:tracePt t="228352" x="9024938" y="6294438"/>
          <p14:tracePt t="228360" x="9050338" y="6294438"/>
          <p14:tracePt t="228368" x="9075738" y="6307138"/>
          <p14:tracePt t="228376" x="9088438" y="6307138"/>
          <p14:tracePt t="228384" x="9112250" y="6307138"/>
          <p14:tracePt t="228392" x="9124950" y="6307138"/>
          <p14:tracePt t="228400" x="9137650" y="6307138"/>
          <p14:tracePt t="228409" x="9150350" y="6307138"/>
          <p14:tracePt t="228424" x="9163050" y="6307138"/>
          <p14:tracePt t="228432" x="9188450" y="6307138"/>
          <p14:tracePt t="228448" x="9199563" y="6307138"/>
          <p14:tracePt t="228456" x="9224963" y="6307138"/>
          <p14:tracePt t="228464" x="9237663" y="6307138"/>
          <p14:tracePt t="228480" x="9250363" y="6307138"/>
          <p14:tracePt t="228496" x="9263063" y="6307138"/>
          <p14:tracePt t="228528" x="9275763" y="6307138"/>
          <p14:tracePt t="228640" x="9288463" y="6307138"/>
          <p14:tracePt t="228648" x="9301163" y="6307138"/>
          <p14:tracePt t="228776" x="9288463" y="6307138"/>
          <p14:tracePt t="228793" x="9275763" y="6307138"/>
          <p14:tracePt t="228840" x="9263063" y="6307138"/>
          <p14:tracePt t="228848" x="9237663" y="6307138"/>
          <p14:tracePt t="228896" x="9224963" y="6307138"/>
          <p14:tracePt t="229416" x="9237663" y="6307138"/>
          <p14:tracePt t="229424" x="9275763" y="6319838"/>
          <p14:tracePt t="229432" x="9301163" y="6319838"/>
          <p14:tracePt t="229440" x="9324975" y="6332538"/>
          <p14:tracePt t="229448" x="9337675" y="6345238"/>
          <p14:tracePt t="229457" x="9363075" y="6345238"/>
          <p14:tracePt t="229464" x="9375775" y="6345238"/>
          <p14:tracePt t="229472" x="9388475" y="6357938"/>
          <p14:tracePt t="229481" x="9401175" y="6357938"/>
          <p14:tracePt t="229488" x="9413875" y="6357938"/>
          <p14:tracePt t="229496" x="9424988" y="6357938"/>
          <p14:tracePt t="229512" x="9437688" y="6357938"/>
          <p14:tracePt t="229560" x="9450388" y="6357938"/>
          <p14:tracePt t="229568" x="9463088" y="6357938"/>
          <p14:tracePt t="229584" x="9475788" y="6357938"/>
          <p14:tracePt t="229608" x="9501188" y="6357938"/>
          <p14:tracePt t="229616" x="9525000" y="6357938"/>
          <p14:tracePt t="229632" x="9550400" y="6357938"/>
          <p14:tracePt t="229640" x="9563100" y="6357938"/>
          <p14:tracePt t="229656" x="9588500" y="6357938"/>
          <p14:tracePt t="229664" x="9613900" y="6357938"/>
          <p14:tracePt t="229672" x="9650413" y="6357938"/>
          <p14:tracePt t="229680" x="9713913" y="6357938"/>
          <p14:tracePt t="229688" x="9801225" y="6357938"/>
          <p14:tracePt t="229696" x="9888538" y="6357938"/>
          <p14:tracePt t="229704" x="9939338" y="6357938"/>
          <p14:tracePt t="229713" x="10013950" y="6345238"/>
          <p14:tracePt t="229720" x="10064750" y="6345238"/>
          <p14:tracePt t="229729" x="10101263" y="6345238"/>
          <p14:tracePt t="229736" x="10139363" y="6345238"/>
          <p14:tracePt t="229744" x="10152063" y="6332538"/>
          <p14:tracePt t="230216" x="10164763" y="6319838"/>
          <p14:tracePt t="230672" x="10177463" y="6319838"/>
          <p14:tracePt t="230680" x="10252075" y="6319838"/>
          <p14:tracePt t="230688" x="10377488" y="6357938"/>
          <p14:tracePt t="230696" x="10477500" y="6381750"/>
          <p14:tracePt t="230704" x="10614025" y="6419850"/>
          <p14:tracePt t="230712" x="10715625" y="6432550"/>
          <p14:tracePt t="230720" x="10852150" y="6432550"/>
          <p14:tracePt t="230728" x="10964863" y="6432550"/>
          <p14:tracePt t="230736" x="11041063" y="6432550"/>
          <p14:tracePt t="230744" x="11064875" y="6432550"/>
          <p14:tracePt t="230872" x="11064875" y="6445250"/>
          <p14:tracePt t="230880" x="11041063" y="6445250"/>
          <p14:tracePt t="230888" x="11015663" y="6445250"/>
          <p14:tracePt t="230896" x="10977563" y="6445250"/>
          <p14:tracePt t="230904" x="10928350" y="6432550"/>
          <p14:tracePt t="230912" x="10902950" y="6419850"/>
          <p14:tracePt t="230929" x="10790238" y="6381750"/>
          <p14:tracePt t="230936" x="10764838" y="6357938"/>
          <p14:tracePt t="230945" x="10739438" y="6357938"/>
          <p14:tracePt t="230962" x="10726738" y="6357938"/>
          <p14:tracePt t="230976" x="10726738" y="6345238"/>
          <p14:tracePt t="231024" x="10726738" y="6332538"/>
          <p14:tracePt t="231049" x="10764838" y="6332538"/>
          <p14:tracePt t="231056" x="10828338" y="6332538"/>
          <p14:tracePt t="231064" x="10915650" y="6345238"/>
          <p14:tracePt t="231072" x="11002963" y="6345238"/>
          <p14:tracePt t="231080" x="11077575" y="6357938"/>
          <p14:tracePt t="231088" x="11141075" y="6357938"/>
          <p14:tracePt t="231096" x="11190288" y="6357938"/>
          <p14:tracePt t="231104" x="11241088" y="6357938"/>
          <p14:tracePt t="231112" x="11266488" y="6357938"/>
          <p14:tracePt t="231120" x="11277600" y="6357938"/>
          <p14:tracePt t="231160" x="11290300" y="6357938"/>
          <p14:tracePt t="231176" x="11303000" y="6357938"/>
          <p14:tracePt t="231192" x="11303000" y="6345238"/>
          <p14:tracePt t="231304" x="11315700" y="6345238"/>
          <p14:tracePt t="231456" x="11328400" y="6345238"/>
          <p14:tracePt t="231464" x="11328400" y="6332538"/>
          <p14:tracePt t="231600" x="11377613" y="6345238"/>
          <p14:tracePt t="231608" x="11390313" y="6345238"/>
          <p14:tracePt t="231616" x="11403013" y="6345238"/>
          <p14:tracePt t="231624" x="11466513" y="6357938"/>
          <p14:tracePt t="231632" x="11528425" y="6357938"/>
          <p14:tracePt t="231640" x="11615738" y="6357938"/>
          <p14:tracePt t="231648" x="11666538" y="6357938"/>
          <p14:tracePt t="231656" x="11715750" y="6357938"/>
          <p14:tracePt t="231664" x="11766550" y="6357938"/>
          <p14:tracePt t="231672" x="11779250" y="6357938"/>
          <p14:tracePt t="231680" x="11791950" y="6357938"/>
          <p14:tracePt t="231688" x="11804650" y="6357938"/>
          <p14:tracePt t="231697" x="11828463" y="6357938"/>
          <p14:tracePt t="231744" x="11828463" y="6332538"/>
          <p14:tracePt t="231784" x="11853863" y="6332538"/>
          <p14:tracePt t="231792" x="11853863" y="6319838"/>
          <p14:tracePt t="231864" x="11853863" y="6307138"/>
          <p14:tracePt t="231944" x="11853863" y="6281738"/>
          <p14:tracePt t="231969" x="11853863" y="6269038"/>
          <p14:tracePt t="231984" x="11853863" y="6257925"/>
          <p14:tracePt t="231992" x="11841163" y="6245225"/>
          <p14:tracePt t="232000" x="11828463" y="6232525"/>
          <p14:tracePt t="232064" x="11815763" y="6232525"/>
          <p14:tracePt t="232200" x="11804650" y="6232525"/>
          <p14:tracePt t="232208" x="11791950" y="6232525"/>
          <p14:tracePt t="232216" x="11766550" y="6232525"/>
          <p14:tracePt t="232224" x="11703050" y="6232525"/>
          <p14:tracePt t="232232" x="11566525" y="6245225"/>
          <p14:tracePt t="232240" x="11390313" y="6281738"/>
          <p14:tracePt t="232248" x="11077575" y="6357938"/>
          <p14:tracePt t="232256" x="10452100" y="6457950"/>
          <p14:tracePt t="232265" x="9688513" y="6557963"/>
          <p14:tracePt t="232272" x="9099550" y="6570663"/>
          <p14:tracePt t="232280" x="8561388" y="6594475"/>
          <p14:tracePt t="232288" x="8110538" y="6594475"/>
          <p14:tracePt t="232296" x="7810500" y="6594475"/>
          <p14:tracePt t="232304" x="7635875" y="6594475"/>
          <p14:tracePt t="232312" x="7523163" y="6594475"/>
          <p14:tracePt t="232321" x="7472363" y="6583363"/>
          <p14:tracePt t="232328" x="7448550" y="6583363"/>
          <p14:tracePt t="232337" x="7423150" y="6583363"/>
          <p14:tracePt t="232353" x="7410450" y="6583363"/>
          <p14:tracePt t="232360" x="7372350" y="6583363"/>
          <p14:tracePt t="232368" x="7323138" y="6583363"/>
          <p14:tracePt t="232376" x="7246938" y="6583363"/>
          <p14:tracePt t="232384" x="7146925" y="6583363"/>
          <p14:tracePt t="232392" x="7046913" y="6583363"/>
          <p14:tracePt t="232400" x="6921500" y="6583363"/>
          <p14:tracePt t="232408" x="6808788" y="6583363"/>
          <p14:tracePt t="232416" x="6708775" y="6583363"/>
          <p14:tracePt t="232424" x="6634163" y="6583363"/>
          <p14:tracePt t="232432" x="6596063" y="6583363"/>
          <p14:tracePt t="232440" x="6546850" y="6583363"/>
          <p14:tracePt t="232449" x="6521450" y="6583363"/>
          <p14:tracePt t="232456" x="6483350" y="6583363"/>
          <p14:tracePt t="232466" x="6396038" y="6583363"/>
          <p14:tracePt t="232472" x="6334125" y="6594475"/>
          <p14:tracePt t="232480" x="6270625" y="6607175"/>
          <p14:tracePt t="232488" x="6234113" y="6607175"/>
          <p14:tracePt t="232496" x="6157913" y="6632575"/>
          <p14:tracePt t="232504" x="6121400" y="6632575"/>
          <p14:tracePt t="232512" x="6083300" y="6632575"/>
          <p14:tracePt t="232521" x="6070600" y="6632575"/>
          <p14:tracePt t="232528" x="6057900" y="6632575"/>
          <p14:tracePt t="232544" x="6045200" y="6632575"/>
          <p14:tracePt t="232552" x="6034088" y="6632575"/>
          <p14:tracePt t="232560" x="6021388" y="6632575"/>
          <p14:tracePt t="232568" x="6008688" y="6632575"/>
          <p14:tracePt t="232576" x="5983288" y="6645275"/>
          <p14:tracePt t="232592" x="5970588" y="6645275"/>
          <p14:tracePt t="232608" x="5957888" y="6645275"/>
          <p14:tracePt t="232832" x="5983288" y="6645275"/>
          <p14:tracePt t="232840" x="5995988" y="6645275"/>
          <p14:tracePt t="232848" x="6034088" y="6645275"/>
          <p14:tracePt t="232856" x="6045200" y="6645275"/>
          <p14:tracePt t="232864" x="6083300" y="6632575"/>
          <p14:tracePt t="232872" x="6134100" y="6632575"/>
          <p14:tracePt t="232880" x="6208713" y="6619875"/>
          <p14:tracePt t="232888" x="6308725" y="6607175"/>
          <p14:tracePt t="232896" x="6359525" y="6607175"/>
          <p14:tracePt t="232905" x="6421438" y="6594475"/>
          <p14:tracePt t="232912" x="6472238" y="6583363"/>
          <p14:tracePt t="232920" x="6483350" y="6583363"/>
          <p14:tracePt t="232935" x="6496050" y="6570663"/>
          <p14:tracePt t="232968" x="6508750" y="6570663"/>
          <p14:tracePt t="233616" x="6521450" y="6557963"/>
          <p14:tracePt t="233624" x="6584950" y="6532563"/>
          <p14:tracePt t="233632" x="6608763" y="6532563"/>
          <p14:tracePt t="233640" x="6621463" y="6532563"/>
          <p14:tracePt t="233648" x="6672263" y="6532563"/>
          <p14:tracePt t="233657" x="6696075" y="6532563"/>
          <p14:tracePt t="233664" x="6734175" y="6532563"/>
          <p14:tracePt t="233672" x="6759575" y="6532563"/>
          <p14:tracePt t="233688" x="6772275" y="6532563"/>
          <p14:tracePt t="233696" x="6784975" y="6532563"/>
          <p14:tracePt t="233704" x="6797675" y="6532563"/>
          <p14:tracePt t="233712" x="6808788" y="6532563"/>
          <p14:tracePt t="233720" x="6834188" y="6532563"/>
          <p14:tracePt t="233768" x="6846888" y="6532563"/>
          <p14:tracePt t="233816" x="6859588" y="6532563"/>
          <p14:tracePt t="233832" x="6872288" y="6532563"/>
          <p14:tracePt t="233880" x="6884988" y="6532563"/>
          <p14:tracePt t="233896" x="6897688" y="6532563"/>
          <p14:tracePt t="233936" x="6910388" y="6532563"/>
          <p14:tracePt t="233944" x="6921500" y="6532563"/>
          <p14:tracePt t="233952" x="6946900" y="6532563"/>
          <p14:tracePt t="233960" x="6972300" y="6532563"/>
          <p14:tracePt t="233968" x="6985000" y="6532563"/>
          <p14:tracePt t="233976" x="7021513" y="6532563"/>
          <p14:tracePt t="233984" x="7046913" y="6532563"/>
          <p14:tracePt t="233992" x="7134225" y="6545263"/>
          <p14:tracePt t="234000" x="7259638" y="6583363"/>
          <p14:tracePt t="234008" x="7359650" y="6583363"/>
          <p14:tracePt t="234016" x="7472363" y="6583363"/>
          <p14:tracePt t="234025" x="7585075" y="6583363"/>
          <p14:tracePt t="234032" x="7661275" y="6583363"/>
          <p14:tracePt t="234041" x="7710488" y="6583363"/>
          <p14:tracePt t="234048" x="7748588" y="6583363"/>
          <p14:tracePt t="234088" x="7761288" y="6583363"/>
          <p14:tracePt t="234112" x="7773988" y="6583363"/>
          <p14:tracePt t="234192" x="7785100" y="6583363"/>
          <p14:tracePt t="234208" x="7797800" y="6583363"/>
          <p14:tracePt t="234216" x="7835900" y="6583363"/>
          <p14:tracePt t="234225" x="7861300" y="6583363"/>
          <p14:tracePt t="234232" x="7874000" y="6583363"/>
          <p14:tracePt t="234240" x="7897813" y="6583363"/>
          <p14:tracePt t="234248" x="7935913" y="6583363"/>
          <p14:tracePt t="234256" x="7974013" y="6557963"/>
          <p14:tracePt t="234272" x="7999413" y="6545263"/>
          <p14:tracePt t="234280" x="8023225" y="6545263"/>
          <p14:tracePt t="234288" x="8048625" y="6545263"/>
          <p14:tracePt t="234304" x="8061325" y="6545263"/>
          <p14:tracePt t="234456" x="8074025" y="6545263"/>
          <p14:tracePt t="234472" x="8099425" y="6545263"/>
          <p14:tracePt t="234480" x="8135938" y="6545263"/>
          <p14:tracePt t="234488" x="8186738" y="6545263"/>
          <p14:tracePt t="234496" x="8223250" y="6545263"/>
          <p14:tracePt t="234505" x="8261350" y="6545263"/>
          <p14:tracePt t="234512" x="8286750" y="6545263"/>
          <p14:tracePt t="234521" x="8312150" y="6545263"/>
          <p14:tracePt t="234528" x="8335963" y="6545263"/>
          <p14:tracePt t="234536" x="8374063" y="6545263"/>
          <p14:tracePt t="234544" x="8399463" y="6545263"/>
          <p14:tracePt t="234560" x="8412163" y="6545263"/>
          <p14:tracePt t="234568" x="8424863" y="6532563"/>
          <p14:tracePt t="234680" x="8461375" y="6519863"/>
          <p14:tracePt t="234688" x="8512175" y="6519863"/>
          <p14:tracePt t="234696" x="8537575" y="6519863"/>
          <p14:tracePt t="234704" x="8561388" y="6519863"/>
          <p14:tracePt t="234712" x="8586788" y="6519863"/>
          <p14:tracePt t="234728" x="8599488" y="6519863"/>
          <p14:tracePt t="234768" x="8624888" y="6519863"/>
          <p14:tracePt t="234777" x="8674100" y="6519863"/>
          <p14:tracePt t="234784" x="8724900" y="6519863"/>
          <p14:tracePt t="234793" x="8786813" y="6519863"/>
          <p14:tracePt t="234800" x="8863013" y="6519863"/>
          <p14:tracePt t="234808" x="8912225" y="6519863"/>
          <p14:tracePt t="234816" x="8963025" y="6519863"/>
          <p14:tracePt t="234824" x="8986838" y="6519863"/>
          <p14:tracePt t="234832" x="9012238" y="6519863"/>
          <p14:tracePt t="234840" x="9050338" y="6519863"/>
          <p14:tracePt t="234856" x="9075738" y="6519863"/>
          <p14:tracePt t="234864" x="9088438" y="6519863"/>
          <p14:tracePt t="234880" x="9099550" y="6519863"/>
          <p14:tracePt t="234992" x="9112250" y="6519863"/>
          <p14:tracePt t="235000" x="9124950" y="6519863"/>
          <p14:tracePt t="235016" x="9150350" y="6507163"/>
          <p14:tracePt t="235072" x="9163050" y="6507163"/>
          <p14:tracePt t="235088" x="9188450" y="6507163"/>
          <p14:tracePt t="235096" x="9212263" y="6507163"/>
          <p14:tracePt t="235104" x="9237663" y="6507163"/>
          <p14:tracePt t="235120" x="9263063" y="6507163"/>
          <p14:tracePt t="235128" x="9275763" y="6507163"/>
          <p14:tracePt t="235145" x="9288463" y="6507163"/>
          <p14:tracePt t="235297" x="9301163" y="6507163"/>
          <p14:tracePt t="235560" x="9301163" y="6494463"/>
          <p14:tracePt t="235608" x="9288463" y="6494463"/>
          <p14:tracePt t="235632" x="9275763" y="6494463"/>
          <p14:tracePt t="235640" x="9275763" y="6483350"/>
          <p14:tracePt t="235648" x="9250363" y="6483350"/>
          <p14:tracePt t="235656" x="9237663" y="6470650"/>
          <p14:tracePt t="235672" x="9212263" y="6470650"/>
          <p14:tracePt t="235680" x="9199563" y="6470650"/>
          <p14:tracePt t="235688" x="9175750" y="6457950"/>
          <p14:tracePt t="235696" x="9150350" y="6432550"/>
          <p14:tracePt t="235704" x="9112250" y="6432550"/>
          <p14:tracePt t="235713" x="9075738" y="6407150"/>
          <p14:tracePt t="235720" x="9037638" y="6370638"/>
          <p14:tracePt t="235729" x="8986838" y="6357938"/>
          <p14:tracePt t="235736" x="8963025" y="6319838"/>
          <p14:tracePt t="235800" x="8950325" y="6307138"/>
          <p14:tracePt t="235808" x="8924925" y="6307138"/>
          <p14:tracePt t="235816" x="8886825" y="6307138"/>
          <p14:tracePt t="235824" x="8863013" y="6307138"/>
          <p14:tracePt t="235832" x="8824913" y="6307138"/>
          <p14:tracePt t="235840" x="8786813" y="6307138"/>
          <p14:tracePt t="235848" x="8750300" y="6307138"/>
          <p14:tracePt t="235856" x="8699500" y="6307138"/>
          <p14:tracePt t="235864" x="8674100" y="6307138"/>
          <p14:tracePt t="235872" x="8637588" y="6307138"/>
          <p14:tracePt t="235880" x="8599488" y="6307138"/>
          <p14:tracePt t="235888" x="8561388" y="6307138"/>
          <p14:tracePt t="235896" x="8524875" y="6307138"/>
          <p14:tracePt t="235904" x="8461375" y="6307138"/>
          <p14:tracePt t="235913" x="8374063" y="6307138"/>
          <p14:tracePt t="235926" x="8286750" y="6307138"/>
          <p14:tracePt t="235928" x="8212138" y="6307138"/>
          <p14:tracePt t="235936" x="8135938" y="6307138"/>
          <p14:tracePt t="235944" x="8035925" y="6307138"/>
          <p14:tracePt t="235952" x="7986713" y="6307138"/>
          <p14:tracePt t="235960" x="7961313" y="6307138"/>
          <p14:tracePt t="235968" x="7923213" y="6307138"/>
          <p14:tracePt t="235976" x="7897813" y="6319838"/>
          <p14:tracePt t="235984" x="7874000" y="6345238"/>
          <p14:tracePt t="235992" x="7874000" y="6357938"/>
          <p14:tracePt t="236000" x="7861300" y="6370638"/>
          <p14:tracePt t="236016" x="7861300" y="6394450"/>
          <p14:tracePt t="236025" x="7861300" y="6419850"/>
          <p14:tracePt t="236032" x="7861300" y="6457950"/>
          <p14:tracePt t="236040" x="7861300" y="6470650"/>
          <p14:tracePt t="236048" x="7861300" y="6507163"/>
          <p14:tracePt t="236056" x="7861300" y="6545263"/>
          <p14:tracePt t="236064" x="7874000" y="6557963"/>
          <p14:tracePt t="236072" x="7910513" y="6570663"/>
          <p14:tracePt t="236080" x="7961313" y="6594475"/>
          <p14:tracePt t="236088" x="7999413" y="6607175"/>
          <p14:tracePt t="236097" x="8061325" y="6619875"/>
          <p14:tracePt t="236104" x="8161338" y="6619875"/>
          <p14:tracePt t="236112" x="8248650" y="6619875"/>
          <p14:tracePt t="236120" x="8361363" y="6619875"/>
          <p14:tracePt t="236128" x="8461375" y="6619875"/>
          <p14:tracePt t="236136" x="8561388" y="6619875"/>
          <p14:tracePt t="236144" x="8661400" y="6619875"/>
          <p14:tracePt t="236152" x="8774113" y="6594475"/>
          <p14:tracePt t="236160" x="8863013" y="6570663"/>
          <p14:tracePt t="236168" x="8937625" y="6557963"/>
          <p14:tracePt t="236176" x="8975725" y="6532563"/>
          <p14:tracePt t="236184" x="8975725" y="6519863"/>
          <p14:tracePt t="236193" x="8999538" y="6519863"/>
          <p14:tracePt t="236209" x="9024938" y="6494463"/>
          <p14:tracePt t="236248" x="9037638" y="6494463"/>
          <p14:tracePt t="236281" x="9050338" y="6483350"/>
          <p14:tracePt t="236328" x="9063038" y="6483350"/>
          <p14:tracePt t="236792" x="9075738" y="6483350"/>
          <p14:tracePt t="237664" x="9075738" y="6457950"/>
          <p14:tracePt t="237672" x="9075738" y="6407150"/>
          <p14:tracePt t="237680" x="9024938" y="6370638"/>
          <p14:tracePt t="237688" x="8986838" y="6319838"/>
          <p14:tracePt t="237697" x="8937625" y="6269038"/>
          <p14:tracePt t="237704" x="8837613" y="6194425"/>
          <p14:tracePt t="237713" x="8763000" y="6119813"/>
          <p14:tracePt t="237720" x="8637588" y="6019800"/>
          <p14:tracePt t="237728" x="8461375" y="5868988"/>
          <p14:tracePt t="237736" x="8335963" y="5794375"/>
          <p14:tracePt t="237744" x="8161338" y="5719763"/>
          <p14:tracePt t="237752" x="7974013" y="5619750"/>
          <p14:tracePt t="237760" x="7823200" y="5568950"/>
          <p14:tracePt t="237769" x="7661275" y="5494338"/>
          <p14:tracePt t="237776" x="7523163" y="5468938"/>
          <p14:tracePt t="237785" x="7385050" y="5430838"/>
          <p14:tracePt t="237792" x="7259638" y="5394325"/>
          <p14:tracePt t="237800" x="7085013" y="5343525"/>
          <p14:tracePt t="237808" x="6934200" y="5330825"/>
          <p14:tracePt t="237816" x="6772275" y="5268913"/>
          <p14:tracePt t="237824" x="6621463" y="5256213"/>
          <p14:tracePt t="237832" x="6472238" y="5230813"/>
          <p14:tracePt t="237840" x="6321425" y="5218113"/>
          <p14:tracePt t="237848" x="6208713" y="5218113"/>
          <p14:tracePt t="237856" x="6096000" y="5218113"/>
          <p14:tracePt t="237864" x="5995988" y="5218113"/>
          <p14:tracePt t="237872" x="5908675" y="5218113"/>
          <p14:tracePt t="237881" x="5870575" y="5218113"/>
          <p14:tracePt t="237888" x="5832475" y="5218113"/>
          <p14:tracePt t="237897" x="5808663" y="5230813"/>
          <p14:tracePt t="237904" x="5783263" y="5281613"/>
          <p14:tracePt t="237912" x="5770563" y="5318125"/>
          <p14:tracePt t="237920" x="5757863" y="5368925"/>
          <p14:tracePt t="237928" x="5745163" y="5430838"/>
          <p14:tracePt t="237936" x="5745163" y="5507038"/>
          <p14:tracePt t="237944" x="5719763" y="5607050"/>
          <p14:tracePt t="237952" x="5708650" y="5694363"/>
          <p14:tracePt t="237960" x="5708650" y="5781675"/>
          <p14:tracePt t="237969" x="5708650" y="5856288"/>
          <p14:tracePt t="237976" x="5708650" y="5932488"/>
          <p14:tracePt t="237984" x="5732463" y="6032500"/>
          <p14:tracePt t="237992" x="5832475" y="6094413"/>
          <p14:tracePt t="238000" x="6034088" y="6181725"/>
          <p14:tracePt t="238008" x="6321425" y="6219825"/>
          <p14:tracePt t="238016" x="6634163" y="6232525"/>
          <p14:tracePt t="238024" x="7046913" y="6232525"/>
          <p14:tracePt t="238032" x="7385050" y="6232525"/>
          <p14:tracePt t="238040" x="7773988" y="6181725"/>
          <p14:tracePt t="238048" x="7974013" y="6132513"/>
          <p14:tracePt t="238056" x="8123238" y="6069013"/>
          <p14:tracePt t="238065" x="8223250" y="5981700"/>
          <p14:tracePt t="238072" x="8274050" y="5919788"/>
          <p14:tracePt t="238081" x="8274050" y="5856288"/>
          <p14:tracePt t="238088" x="8274050" y="5768975"/>
          <p14:tracePt t="238096" x="8223250" y="5668963"/>
          <p14:tracePt t="238104" x="8110538" y="5568950"/>
          <p14:tracePt t="238112" x="7986713" y="5481638"/>
          <p14:tracePt t="238120" x="7810500" y="5394325"/>
          <p14:tracePt t="238128" x="7623175" y="5318125"/>
          <p14:tracePt t="238136" x="7359650" y="5268913"/>
          <p14:tracePt t="238144" x="7123113" y="5194300"/>
          <p14:tracePt t="238153" x="6821488" y="5156200"/>
          <p14:tracePt t="238160" x="6559550" y="5156200"/>
          <p14:tracePt t="238168" x="6346825" y="5156200"/>
          <p14:tracePt t="238176" x="6183313" y="5156200"/>
          <p14:tracePt t="238184" x="6045200" y="5168900"/>
          <p14:tracePt t="238192" x="5945188" y="5218113"/>
          <p14:tracePt t="238200" x="5832475" y="5294313"/>
          <p14:tracePt t="238208" x="5770563" y="5368925"/>
          <p14:tracePt t="238216" x="5732463" y="5468938"/>
          <p14:tracePt t="238224" x="5732463" y="5507038"/>
          <p14:tracePt t="238232" x="5732463" y="5581650"/>
          <p14:tracePt t="238240" x="5732463" y="5630863"/>
          <p14:tracePt t="238248" x="5832475" y="5743575"/>
          <p14:tracePt t="238256" x="5983288" y="5807075"/>
          <p14:tracePt t="238265" x="6134100" y="5856288"/>
          <p14:tracePt t="238272" x="6321425" y="5894388"/>
          <p14:tracePt t="238280" x="6483350" y="5907088"/>
          <p14:tracePt t="238288" x="6634163" y="5907088"/>
          <p14:tracePt t="238296" x="6772275" y="5907088"/>
          <p14:tracePt t="238304" x="6872288" y="5907088"/>
          <p14:tracePt t="238312" x="6972300" y="5894388"/>
          <p14:tracePt t="238320" x="7034213" y="5868988"/>
          <p14:tracePt t="238328" x="7085013" y="5819775"/>
          <p14:tracePt t="238337" x="7097713" y="5781675"/>
          <p14:tracePt t="238344" x="7097713" y="5743575"/>
          <p14:tracePt t="238353" x="7097713" y="5719763"/>
          <p14:tracePt t="238360" x="7085013" y="5668963"/>
          <p14:tracePt t="238368" x="7010400" y="5619750"/>
          <p14:tracePt t="238376" x="6921500" y="5594350"/>
          <p14:tracePt t="238384" x="6797675" y="5556250"/>
          <p14:tracePt t="238392" x="6646863" y="5530850"/>
          <p14:tracePt t="238400" x="6496050" y="5530850"/>
          <p14:tracePt t="238408" x="6383338" y="5530850"/>
          <p14:tracePt t="238416" x="6259513" y="5530850"/>
          <p14:tracePt t="238424" x="6157913" y="5530850"/>
          <p14:tracePt t="238432" x="6083300" y="5530850"/>
          <p14:tracePt t="238440" x="6083300" y="5556250"/>
          <p14:tracePt t="238449" x="6083300" y="5607050"/>
          <p14:tracePt t="238456" x="6083300" y="5630863"/>
          <p14:tracePt t="238464" x="6083300" y="5656263"/>
          <p14:tracePt t="238472" x="6083300" y="5707063"/>
          <p14:tracePt t="238480" x="6146800" y="5756275"/>
          <p14:tracePt t="238488" x="6246813" y="5807075"/>
          <p14:tracePt t="238496" x="6334125" y="5843588"/>
          <p14:tracePt t="238504" x="6421438" y="5881688"/>
          <p14:tracePt t="238512" x="6534150" y="5894388"/>
          <p14:tracePt t="238520" x="6659563" y="5894388"/>
          <p14:tracePt t="238528" x="6784975" y="5894388"/>
          <p14:tracePt t="238537" x="6910388" y="5894388"/>
          <p14:tracePt t="238544" x="7010400" y="5894388"/>
          <p14:tracePt t="238552" x="7072313" y="5894388"/>
          <p14:tracePt t="238560" x="7159625" y="5868988"/>
          <p14:tracePt t="238568" x="7223125" y="5807075"/>
          <p14:tracePt t="238576" x="7259638" y="5756275"/>
          <p14:tracePt t="238584" x="7272338" y="5707063"/>
          <p14:tracePt t="238592" x="7272338" y="5656263"/>
          <p14:tracePt t="238600" x="7272338" y="5619750"/>
          <p14:tracePt t="238608" x="7272338" y="5581650"/>
          <p14:tracePt t="238616" x="7272338" y="5556250"/>
          <p14:tracePt t="238624" x="7246938" y="5518150"/>
          <p14:tracePt t="238633" x="7210425" y="5518150"/>
          <p14:tracePt t="238640" x="7197725" y="5507038"/>
          <p14:tracePt t="238648" x="7172325" y="5507038"/>
          <p14:tracePt t="238656" x="7159625" y="5507038"/>
          <p14:tracePt t="238696" x="7146925" y="5507038"/>
          <p14:tracePt t="238704" x="7146925" y="5518150"/>
          <p14:tracePt t="238928" x="7146925" y="5530850"/>
          <p14:tracePt t="239032" x="7159625" y="5530850"/>
          <p14:tracePt t="239040" x="7172325" y="5543550"/>
          <p14:tracePt t="239048" x="7197725" y="5568950"/>
          <p14:tracePt t="239064" x="7223125" y="5594350"/>
          <p14:tracePt t="239072" x="7223125" y="5607050"/>
          <p14:tracePt t="239080" x="7223125" y="5630863"/>
          <p14:tracePt t="239089" x="7223125" y="5643563"/>
          <p14:tracePt t="239096" x="7223125" y="5681663"/>
          <p14:tracePt t="239104" x="7223125" y="5694363"/>
          <p14:tracePt t="239112" x="7223125" y="5719763"/>
          <p14:tracePt t="239120" x="7223125" y="5781675"/>
          <p14:tracePt t="239128" x="7223125" y="5794375"/>
          <p14:tracePt t="239281" x="7223125" y="5807075"/>
          <p14:tracePt t="239304" x="7172325" y="5781675"/>
          <p14:tracePt t="239312" x="7134225" y="5732463"/>
          <p14:tracePt t="239320" x="7110413" y="5681663"/>
          <p14:tracePt t="239328" x="7085013" y="5656263"/>
          <p14:tracePt t="239336" x="7034213" y="5594350"/>
          <p14:tracePt t="239344" x="7021513" y="5581650"/>
          <p14:tracePt t="239352" x="7010400" y="5556250"/>
          <p14:tracePt t="239360" x="7010400" y="5543550"/>
          <p14:tracePt t="239368" x="7010400" y="5530850"/>
          <p14:tracePt t="239376" x="7010400" y="5518150"/>
          <p14:tracePt t="239385" x="7010400" y="5507038"/>
          <p14:tracePt t="239392" x="7021513" y="5494338"/>
          <p14:tracePt t="239408" x="7034213" y="5494338"/>
          <p14:tracePt t="239416" x="7046913" y="5494338"/>
          <p14:tracePt t="239424" x="7072313" y="5468938"/>
          <p14:tracePt t="239464" x="7059613" y="5468938"/>
          <p14:tracePt t="239473" x="7046913" y="5468938"/>
          <p14:tracePt t="239480" x="7034213" y="5468938"/>
          <p14:tracePt t="239496" x="7021513" y="5468938"/>
          <p14:tracePt t="239520" x="7010400" y="5468938"/>
          <p14:tracePt t="239528" x="6985000" y="5468938"/>
          <p14:tracePt t="239536" x="6985000" y="5494338"/>
          <p14:tracePt t="239544" x="6972300" y="5507038"/>
          <p14:tracePt t="239552" x="6946900" y="5568950"/>
          <p14:tracePt t="239560" x="6921500" y="5619750"/>
          <p14:tracePt t="239568" x="6872288" y="5681663"/>
          <p14:tracePt t="239576" x="6846888" y="5719763"/>
          <p14:tracePt t="239585" x="6808788" y="5768975"/>
          <p14:tracePt t="239592" x="6784975" y="5807075"/>
          <p14:tracePt t="239600" x="6759575" y="5843588"/>
          <p14:tracePt t="239608" x="6746875" y="5868988"/>
          <p14:tracePt t="239624" x="6746875" y="5881688"/>
          <p14:tracePt t="239632" x="6746875" y="5894388"/>
          <p14:tracePt t="239641" x="6746875" y="5907088"/>
          <p14:tracePt t="239696" x="6746875" y="5919788"/>
          <p14:tracePt t="239720" x="6746875" y="5894388"/>
          <p14:tracePt t="239728" x="6672263" y="5881688"/>
          <p14:tracePt t="239736" x="6608763" y="5868988"/>
          <p14:tracePt t="239744" x="6496050" y="5868988"/>
          <p14:tracePt t="239752" x="6408738" y="5868988"/>
          <p14:tracePt t="239760" x="6308725" y="5868988"/>
          <p14:tracePt t="239769" x="6221413" y="5868988"/>
          <p14:tracePt t="239776" x="6157913" y="5868988"/>
          <p14:tracePt t="239784" x="6108700" y="5868988"/>
          <p14:tracePt t="239792" x="6083300" y="5868988"/>
          <p14:tracePt t="239848" x="6121400" y="5868988"/>
          <p14:tracePt t="239857" x="6346825" y="5868988"/>
          <p14:tracePt t="239864" x="6508750" y="5868988"/>
          <p14:tracePt t="239872" x="6746875" y="5868988"/>
          <p14:tracePt t="239880" x="7010400" y="5868988"/>
          <p14:tracePt t="239888" x="7323138" y="5868988"/>
          <p14:tracePt t="239896" x="7561263" y="5868988"/>
          <p14:tracePt t="239904" x="7710488" y="5868988"/>
          <p14:tracePt t="239921" x="7861300" y="5919788"/>
          <p14:tracePt t="239944" x="7861300" y="5932488"/>
          <p14:tracePt t="239953" x="7835900" y="5994400"/>
          <p14:tracePt t="239960" x="7761288" y="6045200"/>
          <p14:tracePt t="239968" x="7623175" y="6094413"/>
          <p14:tracePt t="239976" x="7385050" y="6145213"/>
          <p14:tracePt t="239984" x="7123113" y="6194425"/>
          <p14:tracePt t="239992" x="6859588" y="6232525"/>
          <p14:tracePt t="240000" x="6708775" y="6257925"/>
          <p14:tracePt t="240008" x="6572250" y="6269038"/>
          <p14:tracePt t="240016" x="6472238" y="6269038"/>
          <p14:tracePt t="240025" x="6421438" y="6269038"/>
          <p14:tracePt t="240041" x="6421438" y="6257925"/>
          <p14:tracePt t="240048" x="6421438" y="6219825"/>
          <p14:tracePt t="240056" x="6496050" y="6145213"/>
          <p14:tracePt t="240064" x="6608763" y="6069013"/>
          <p14:tracePt t="240072" x="6746875" y="6007100"/>
          <p14:tracePt t="240080" x="6921500" y="5945188"/>
          <p14:tracePt t="240088" x="7046913" y="5894388"/>
          <p14:tracePt t="240096" x="7185025" y="5856288"/>
          <p14:tracePt t="240104" x="7323138" y="5819775"/>
          <p14:tracePt t="240112" x="7459663" y="5794375"/>
          <p14:tracePt t="240120" x="7585075" y="5781675"/>
          <p14:tracePt t="240128" x="7685088" y="5781675"/>
          <p14:tracePt t="240137" x="7761288" y="5781675"/>
          <p14:tracePt t="240144" x="7810500" y="5781675"/>
          <p14:tracePt t="240152" x="7823200" y="5781675"/>
          <p14:tracePt t="240160" x="7848600" y="5781675"/>
          <p14:tracePt t="240168" x="7861300" y="5781675"/>
          <p14:tracePt t="240176" x="7861300" y="5807075"/>
          <p14:tracePt t="240184" x="7861300" y="5856288"/>
          <p14:tracePt t="240192" x="7861300" y="5907088"/>
          <p14:tracePt t="240200" x="7823200" y="5981700"/>
          <p14:tracePt t="240208" x="7710488" y="6081713"/>
          <p14:tracePt t="240216" x="7561263" y="6157913"/>
          <p14:tracePt t="240225" x="7310438" y="6232525"/>
          <p14:tracePt t="240232" x="7123113" y="6245225"/>
          <p14:tracePt t="240240" x="6959600" y="6245225"/>
          <p14:tracePt t="240248" x="6846888" y="6245225"/>
          <p14:tracePt t="240256" x="6746875" y="6245225"/>
          <p14:tracePt t="240264" x="6696075" y="6219825"/>
          <p14:tracePt t="240272" x="6672263" y="6194425"/>
          <p14:tracePt t="240280" x="6672263" y="6157913"/>
          <p14:tracePt t="240288" x="6672263" y="6119813"/>
          <p14:tracePt t="240296" x="6672263" y="6069013"/>
          <p14:tracePt t="240304" x="6696075" y="6032500"/>
          <p14:tracePt t="240312" x="6784975" y="5956300"/>
          <p14:tracePt t="240321" x="6872288" y="5907088"/>
          <p14:tracePt t="240328" x="6997700" y="5881688"/>
          <p14:tracePt t="240336" x="7134225" y="5856288"/>
          <p14:tracePt t="240344" x="7259638" y="5843588"/>
          <p14:tracePt t="240352" x="7397750" y="5832475"/>
          <p14:tracePt t="240360" x="7510463" y="5832475"/>
          <p14:tracePt t="240368" x="7597775" y="5832475"/>
          <p14:tracePt t="240376" x="7673975" y="5832475"/>
          <p14:tracePt t="240384" x="7710488" y="5832475"/>
          <p14:tracePt t="240400" x="7723188" y="5832475"/>
          <p14:tracePt t="240409" x="7748588" y="5832475"/>
          <p14:tracePt t="240416" x="7748588" y="5856288"/>
          <p14:tracePt t="240424" x="7761288" y="5894388"/>
          <p14:tracePt t="240432" x="7761288" y="5932488"/>
          <p14:tracePt t="240440" x="7761288" y="5981700"/>
          <p14:tracePt t="240448" x="7761288" y="6032500"/>
          <p14:tracePt t="240456" x="7710488" y="6094413"/>
          <p14:tracePt t="240464" x="7661275" y="6132513"/>
          <p14:tracePt t="240472" x="7523163" y="6181725"/>
          <p14:tracePt t="240480" x="7397750" y="6194425"/>
          <p14:tracePt t="240488" x="7335838" y="6194425"/>
          <p14:tracePt t="240496" x="7272338" y="6219825"/>
          <p14:tracePt t="240505" x="7259638" y="6219825"/>
          <p14:tracePt t="240552" x="7246938" y="6219825"/>
          <p14:tracePt t="240560" x="7259638" y="6194425"/>
          <p14:tracePt t="240568" x="7272338" y="6181725"/>
          <p14:tracePt t="240576" x="7297738" y="6169025"/>
          <p14:tracePt t="240584" x="7348538" y="6145213"/>
          <p14:tracePt t="240600" x="7348538" y="6132513"/>
          <p14:tracePt t="240616" x="7359650" y="6132513"/>
          <p14:tracePt t="240648" x="7372350" y="6132513"/>
          <p14:tracePt t="240752" x="7385050" y="6119813"/>
          <p14:tracePt t="240784" x="7397750" y="6119813"/>
          <p14:tracePt t="240800" x="7410450" y="6119813"/>
          <p14:tracePt t="240848" x="7423150" y="6107113"/>
          <p14:tracePt t="240952" x="7435850" y="6107113"/>
          <p14:tracePt t="241000" x="7448550" y="6107113"/>
          <p14:tracePt t="241016" x="7448550" y="6094413"/>
          <p14:tracePt t="241024" x="7472363" y="6094413"/>
          <p14:tracePt t="241032" x="7485063" y="6094413"/>
          <p14:tracePt t="241040" x="7510463" y="6094413"/>
          <p14:tracePt t="241048" x="7535863" y="6094413"/>
          <p14:tracePt t="241064" x="7561263" y="6094413"/>
          <p14:tracePt t="241080" x="7572375" y="6094413"/>
          <p14:tracePt t="241120" x="7585075" y="6094413"/>
          <p14:tracePt t="241128" x="7610475" y="6094413"/>
          <p14:tracePt t="241136" x="7610475" y="6107113"/>
          <p14:tracePt t="241144" x="7610475" y="6132513"/>
          <p14:tracePt t="241152" x="7597775" y="6157913"/>
          <p14:tracePt t="241161" x="7561263" y="6169025"/>
          <p14:tracePt t="241168" x="7485063" y="6194425"/>
          <p14:tracePt t="241176" x="7435850" y="6194425"/>
          <p14:tracePt t="241184" x="7372350" y="6194425"/>
          <p14:tracePt t="241192" x="7323138" y="6194425"/>
          <p14:tracePt t="241200" x="7210425" y="6169025"/>
          <p14:tracePt t="241208" x="7123113" y="6069013"/>
          <p14:tracePt t="241216" x="7046913" y="5894388"/>
          <p14:tracePt t="241224" x="6959600" y="5643563"/>
          <p14:tracePt t="241232" x="6910388" y="5443538"/>
          <p14:tracePt t="241240" x="6897688" y="5230813"/>
          <p14:tracePt t="241248" x="6872288" y="5043488"/>
          <p14:tracePt t="241257" x="6821488" y="4805363"/>
          <p14:tracePt t="241264" x="6808788" y="4643438"/>
          <p14:tracePt t="241273" x="6784975" y="4430713"/>
          <p14:tracePt t="241280" x="6759575" y="4205288"/>
          <p14:tracePt t="241288" x="6759575" y="4029075"/>
          <p14:tracePt t="241296" x="6759575" y="3803650"/>
          <p14:tracePt t="241304" x="6759575" y="3590925"/>
          <p14:tracePt t="241312" x="6759575" y="3416300"/>
          <p14:tracePt t="241320" x="6772275" y="3241675"/>
          <p14:tracePt t="241328" x="6808788" y="3090863"/>
          <p14:tracePt t="241336" x="6846888" y="2978150"/>
          <p14:tracePt t="241345" x="6884988" y="2865438"/>
          <p14:tracePt t="241352" x="6910388" y="2778125"/>
          <p14:tracePt t="241360" x="6921500" y="2690813"/>
          <p14:tracePt t="241368" x="6959600" y="2616200"/>
          <p14:tracePt t="241376" x="6959600" y="2578100"/>
          <p14:tracePt t="241384" x="6997700" y="2527300"/>
          <p14:tracePt t="241392" x="7010400" y="2503488"/>
          <p14:tracePt t="241400" x="7021513" y="2465388"/>
          <p14:tracePt t="241408" x="7021513" y="2439988"/>
          <p14:tracePt t="241416" x="7021513" y="2414588"/>
          <p14:tracePt t="241424" x="7021513" y="2403475"/>
          <p14:tracePt t="241432" x="7021513" y="2378075"/>
          <p14:tracePt t="241440" x="7021513" y="2352675"/>
          <p14:tracePt t="241448" x="7021513" y="2339975"/>
          <p14:tracePt t="241457" x="7021513" y="2327275"/>
          <p14:tracePt t="241464" x="7021513" y="2303463"/>
          <p14:tracePt t="241472" x="7021513" y="2278063"/>
          <p14:tracePt t="241480" x="7021513" y="2252663"/>
          <p14:tracePt t="241488" x="7021513" y="2227263"/>
          <p14:tracePt t="241496" x="7021513" y="2201863"/>
          <p14:tracePt t="241504" x="7021513" y="2165350"/>
          <p14:tracePt t="241512" x="6997700" y="2139950"/>
          <p14:tracePt t="241520" x="6997700" y="2114550"/>
          <p14:tracePt t="241529" x="6985000" y="2101850"/>
          <p14:tracePt t="241536" x="6959600" y="2078038"/>
          <p14:tracePt t="241544" x="6934200" y="2039938"/>
          <p14:tracePt t="241552" x="6921500" y="2014538"/>
          <p14:tracePt t="241560" x="6910388" y="2001838"/>
          <p14:tracePt t="241568" x="6884988" y="1978025"/>
          <p14:tracePt t="241576" x="6872288" y="1978025"/>
          <p14:tracePt t="241584" x="6834188" y="1965325"/>
          <p14:tracePt t="241592" x="6834188" y="1952625"/>
          <p14:tracePt t="241600" x="6821488" y="1952625"/>
          <p14:tracePt t="241608" x="6784975" y="1939925"/>
          <p14:tracePt t="241616" x="6772275" y="1939925"/>
          <p14:tracePt t="241624" x="6759575" y="1939925"/>
          <p14:tracePt t="241632" x="6734175" y="1939925"/>
          <p14:tracePt t="241648" x="6708775" y="1939925"/>
          <p14:tracePt t="241656" x="6696075" y="1939925"/>
          <p14:tracePt t="241664" x="6672263" y="1927225"/>
          <p14:tracePt t="241680" x="6659563" y="1927225"/>
          <p14:tracePt t="241696" x="6634163" y="1927225"/>
          <p14:tracePt t="241704" x="6621463" y="1927225"/>
          <p14:tracePt t="241720" x="6596063" y="1927225"/>
          <p14:tracePt t="241728" x="6559550" y="1927225"/>
          <p14:tracePt t="241736" x="6534150" y="1927225"/>
          <p14:tracePt t="241744" x="6508750" y="1927225"/>
          <p14:tracePt t="241752" x="6496050" y="1927225"/>
          <p14:tracePt t="241768" x="6472238" y="1927225"/>
          <p14:tracePt t="241792" x="6459538" y="1927225"/>
          <p14:tracePt t="241816" x="6421438" y="1939925"/>
          <p14:tracePt t="241824" x="6408738" y="1965325"/>
          <p14:tracePt t="241832" x="6383338" y="2001838"/>
          <p14:tracePt t="241840" x="6383338" y="2039938"/>
          <p14:tracePt t="241848" x="6370638" y="2114550"/>
          <p14:tracePt t="241856" x="6370638" y="2190750"/>
          <p14:tracePt t="241864" x="6370638" y="2265363"/>
          <p14:tracePt t="241872" x="6383338" y="2365375"/>
          <p14:tracePt t="241880" x="6496050" y="2478088"/>
          <p14:tracePt t="241888" x="6646863" y="2565400"/>
          <p14:tracePt t="241896" x="6972300" y="2678113"/>
          <p14:tracePt t="241904" x="7235825" y="2740025"/>
          <p14:tracePt t="241912" x="7548563" y="2752725"/>
          <p14:tracePt t="241926" x="7948613" y="2752725"/>
          <p14:tracePt t="241928" x="8248650" y="2716213"/>
          <p14:tracePt t="241936" x="8499475" y="2627313"/>
          <p14:tracePt t="241944" x="8624888" y="2552700"/>
          <p14:tracePt t="241952" x="8750300" y="2490788"/>
          <p14:tracePt t="241960" x="8763000" y="2427288"/>
          <p14:tracePt t="241968" x="8763000" y="2365375"/>
          <p14:tracePt t="241976" x="8763000" y="2314575"/>
          <p14:tracePt t="241984" x="8737600" y="2239963"/>
          <p14:tracePt t="241992" x="8661400" y="2190750"/>
          <p14:tracePt t="242000" x="8612188" y="2165350"/>
          <p14:tracePt t="242009" x="8548688" y="2114550"/>
          <p14:tracePt t="242016" x="8461375" y="2065338"/>
          <p14:tracePt t="242024" x="8424863" y="2052638"/>
          <p14:tracePt t="242032" x="8348663" y="2014538"/>
          <p14:tracePt t="242040" x="8312150" y="2001838"/>
          <p14:tracePt t="242048" x="8223250" y="1989138"/>
          <p14:tracePt t="242056" x="8148638" y="1989138"/>
          <p14:tracePt t="242064" x="8074025" y="1978025"/>
          <p14:tracePt t="242072" x="7986713" y="1978025"/>
          <p14:tracePt t="242081" x="7886700" y="1978025"/>
          <p14:tracePt t="242088" x="7785100" y="1978025"/>
          <p14:tracePt t="242097" x="7735888" y="1978025"/>
          <p14:tracePt t="242104" x="7673975" y="1978025"/>
          <p14:tracePt t="242112" x="7610475" y="2001838"/>
          <p14:tracePt t="242120" x="7572375" y="2014538"/>
          <p14:tracePt t="242128" x="7548563" y="2027238"/>
          <p14:tracePt t="242136" x="7535863" y="2052638"/>
          <p14:tracePt t="242144" x="7523163" y="2052638"/>
          <p14:tracePt t="242168" x="7510463" y="2065338"/>
          <p14:tracePt t="242176" x="7497763" y="2078038"/>
          <p14:tracePt t="242184" x="7485063" y="2089150"/>
          <p14:tracePt t="242208" x="7472363" y="2101850"/>
          <p14:tracePt t="243576" x="7472363" y="2252663"/>
          <p14:tracePt t="243584" x="7472363" y="2527300"/>
          <p14:tracePt t="243592" x="7472363" y="2740025"/>
          <p14:tracePt t="243601" x="7472363" y="2978150"/>
          <p14:tracePt t="243608" x="7523163" y="3467100"/>
          <p14:tracePt t="243616" x="7610475" y="3905250"/>
          <p14:tracePt t="243624" x="7661275" y="4318000"/>
          <p14:tracePt t="243632" x="7710488" y="4679950"/>
          <p14:tracePt t="243640" x="7748588" y="4968875"/>
          <p14:tracePt t="243648" x="7848600" y="5243513"/>
          <p14:tracePt t="243656" x="7935913" y="5530850"/>
          <p14:tracePt t="243664" x="7999413" y="5732463"/>
          <p14:tracePt t="243672" x="8023225" y="5881688"/>
          <p14:tracePt t="243680" x="8074025" y="5994400"/>
          <p14:tracePt t="243688" x="8086725" y="6045200"/>
          <p14:tracePt t="243697" x="8110538" y="6069013"/>
          <p14:tracePt t="243736" x="8148638" y="6045200"/>
          <p14:tracePt t="243744" x="8248650" y="5707063"/>
          <p14:tracePt t="243752" x="8274050" y="5543550"/>
          <p14:tracePt t="243760" x="8324850" y="5318125"/>
          <p14:tracePt t="243768" x="8335963" y="5105400"/>
          <p14:tracePt t="243776" x="8335963" y="4892675"/>
          <p14:tracePt t="243784" x="8335963" y="4692650"/>
          <p14:tracePt t="243792" x="8335963" y="4530725"/>
          <p14:tracePt t="243800" x="8286750" y="4367213"/>
          <p14:tracePt t="243808" x="8235950" y="4230688"/>
          <p14:tracePt t="243816" x="8148638" y="4129088"/>
          <p14:tracePt t="243824" x="8048625" y="3967163"/>
          <p14:tracePt t="243832" x="7948613" y="3841750"/>
          <p14:tracePt t="243840" x="7823200" y="3716338"/>
          <p14:tracePt t="243848" x="7748588" y="3567113"/>
          <p14:tracePt t="243856" x="7635875" y="3403600"/>
          <p14:tracePt t="243864" x="7585075" y="3328988"/>
          <p14:tracePt t="243872" x="7535863" y="3228975"/>
          <p14:tracePt t="243881" x="7523163" y="3154363"/>
          <p14:tracePt t="243888" x="7472363" y="3078163"/>
          <p14:tracePt t="243898" x="7459663" y="3041650"/>
          <p14:tracePt t="243904" x="7423150" y="2990850"/>
          <p14:tracePt t="243912" x="7423150" y="2941638"/>
          <p14:tracePt t="243920" x="7423150" y="2916238"/>
          <p14:tracePt t="243928" x="7410450" y="2878138"/>
          <p14:tracePt t="243936" x="7410450" y="2852738"/>
          <p14:tracePt t="243944" x="7385050" y="2840038"/>
          <p14:tracePt t="243952" x="7385050" y="2828925"/>
          <p14:tracePt t="243960" x="7385050" y="2816225"/>
          <p14:tracePt t="243969" x="7385050" y="2803525"/>
          <p14:tracePt t="244048" x="7385050" y="2878138"/>
          <p14:tracePt t="244056" x="7385050" y="3041650"/>
          <p14:tracePt t="244064" x="7385050" y="3290888"/>
          <p14:tracePt t="244072" x="7335838" y="3741738"/>
          <p14:tracePt t="244081" x="7246938" y="4241800"/>
          <p14:tracePt t="244088" x="7172325" y="4830763"/>
          <p14:tracePt t="244096" x="7110413" y="5430838"/>
          <p14:tracePt t="244104" x="7010400" y="5994400"/>
          <p14:tracePt t="244112" x="7010400" y="6432550"/>
          <p14:tracePt t="244360" x="7246938" y="6232525"/>
          <p14:tracePt t="244368" x="7246938" y="5819775"/>
          <p14:tracePt t="244376" x="7285038" y="5368925"/>
          <p14:tracePt t="244384" x="7348538" y="5030788"/>
          <p14:tracePt t="244392" x="7372350" y="4779963"/>
          <p14:tracePt t="244400" x="7410450" y="4492625"/>
          <p14:tracePt t="244408" x="7435850" y="4241800"/>
          <p14:tracePt t="244416" x="7459663" y="4054475"/>
          <p14:tracePt t="244424" x="7459663" y="3879850"/>
          <p14:tracePt t="244432" x="7459663" y="3754438"/>
          <p14:tracePt t="244440" x="7459663" y="3654425"/>
          <p14:tracePt t="244449" x="7459663" y="3554413"/>
          <p14:tracePt t="244456" x="7459663" y="3467100"/>
          <p14:tracePt t="244464" x="7459663" y="3378200"/>
          <p14:tracePt t="244472" x="7459663" y="3316288"/>
          <p14:tracePt t="244480" x="7459663" y="3267075"/>
          <p14:tracePt t="244488" x="7459663" y="3190875"/>
          <p14:tracePt t="244496" x="7459663" y="3141663"/>
          <p14:tracePt t="244504" x="7459663" y="3090863"/>
          <p14:tracePt t="244512" x="7459663" y="3041650"/>
          <p14:tracePt t="244521" x="7459663" y="2990850"/>
          <p14:tracePt t="244528" x="7459663" y="2941638"/>
          <p14:tracePt t="244537" x="7459663" y="2903538"/>
          <p14:tracePt t="244544" x="7459663" y="2852738"/>
          <p14:tracePt t="244552" x="7459663" y="2778125"/>
          <p14:tracePt t="244560" x="7459663" y="2740025"/>
          <p14:tracePt t="244568" x="7459663" y="2678113"/>
          <p14:tracePt t="244576" x="7459663" y="2627313"/>
          <p14:tracePt t="244584" x="7459663" y="2578100"/>
          <p14:tracePt t="244592" x="7459663" y="2540000"/>
          <p14:tracePt t="244600" x="7459663" y="2503488"/>
          <p14:tracePt t="244608" x="7459663" y="2478088"/>
          <p14:tracePt t="244617" x="7459663" y="2465388"/>
          <p14:tracePt t="244624" x="7459663" y="2439988"/>
          <p14:tracePt t="244640" x="7459663" y="2427288"/>
          <p14:tracePt t="244760" x="7459663" y="2439988"/>
          <p14:tracePt t="244768" x="7459663" y="2503488"/>
          <p14:tracePt t="244776" x="7448550" y="2540000"/>
          <p14:tracePt t="244784" x="7435850" y="2590800"/>
          <p14:tracePt t="244792" x="7423150" y="2652713"/>
          <p14:tracePt t="244800" x="7410450" y="2716213"/>
          <p14:tracePt t="244808" x="7397750" y="2828925"/>
          <p14:tracePt t="244816" x="7359650" y="2928938"/>
          <p14:tracePt t="244824" x="7310438" y="3065463"/>
          <p14:tracePt t="244833" x="7272338" y="3228975"/>
          <p14:tracePt t="244840" x="7210425" y="3454400"/>
          <p14:tracePt t="244848" x="7110413" y="3767138"/>
          <p14:tracePt t="244856" x="7046913" y="4029075"/>
          <p14:tracePt t="244864" x="6959600" y="4341813"/>
          <p14:tracePt t="244872" x="6934200" y="4592638"/>
          <p14:tracePt t="244880" x="6921500" y="4743450"/>
          <p14:tracePt t="244888" x="6921500" y="4843463"/>
          <p14:tracePt t="244896" x="6921500" y="4879975"/>
          <p14:tracePt t="244916" x="6921500" y="4892675"/>
          <p14:tracePt t="247000" x="6921500" y="4981575"/>
          <p14:tracePt t="247008" x="6946900" y="5081588"/>
          <p14:tracePt t="247016" x="6946900" y="5092700"/>
          <p14:tracePt t="247032" x="6946900" y="5105400"/>
          <p14:tracePt t="252512" x="7072313" y="5118100"/>
          <p14:tracePt t="252520" x="7648575" y="4856163"/>
          <p14:tracePt t="252528" x="7974013" y="4579938"/>
          <p14:tracePt t="252536" x="8374063" y="4154488"/>
          <p14:tracePt t="252544" x="8863013" y="3541713"/>
          <p14:tracePt t="252552" x="9601200" y="2716213"/>
          <p14:tracePt t="252560" x="10364788" y="1978025"/>
          <p14:tracePt t="252568" x="11164888" y="1176338"/>
          <p14:tracePt t="252576" x="11904663" y="387350"/>
        </p14:tracePtLst>
      </p14:laserTraceLst>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Second law of Thermodynamics</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64404" y="105672"/>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36061" y="1627214"/>
            <a:ext cx="10990729" cy="1338828"/>
          </a:xfrm>
          <a:prstGeom prst="rect">
            <a:avLst/>
          </a:prstGeom>
        </p:spPr>
        <p:txBody>
          <a:bodyPr wrap="square">
            <a:spAutoFit/>
          </a:bodyPr>
          <a:lstStyle/>
          <a:p>
            <a:pPr marL="285750" indent="-285750" algn="just">
              <a:lnSpc>
                <a:spcPct val="150000"/>
              </a:lnSpc>
              <a:buFont typeface="Courier New" panose="02070309020205020404" pitchFamily="49" charset="0"/>
              <a:buChar char="o"/>
            </a:pPr>
            <a:r>
              <a:rPr lang="en-US" b="1" dirty="0">
                <a:solidFill>
                  <a:srgbClr val="002060"/>
                </a:solidFill>
                <a:latin typeface="Times New Roman" panose="02020603050405020304" pitchFamily="18" charset="0"/>
                <a:cs typeface="Times New Roman" panose="02020603050405020304" pitchFamily="18" charset="0"/>
              </a:rPr>
              <a:t>The second law of thermodynamics states that </a:t>
            </a:r>
            <a:r>
              <a:rPr lang="en-US" b="1" dirty="0">
                <a:solidFill>
                  <a:srgbClr val="FF0000"/>
                </a:solidFill>
                <a:latin typeface="Times New Roman" panose="02020603050405020304" pitchFamily="18" charset="0"/>
                <a:cs typeface="Times New Roman" panose="02020603050405020304" pitchFamily="18" charset="0"/>
              </a:rPr>
              <a:t>heat can flow spontaneously from a hot object to a cold object</a:t>
            </a:r>
            <a:r>
              <a:rPr lang="en-US" b="1" dirty="0">
                <a:solidFill>
                  <a:srgbClr val="002060"/>
                </a:solidFill>
                <a:latin typeface="Times New Roman" panose="02020603050405020304" pitchFamily="18" charset="0"/>
                <a:cs typeface="Times New Roman" panose="02020603050405020304" pitchFamily="18" charset="0"/>
              </a:rPr>
              <a:t>; </a:t>
            </a:r>
            <a:r>
              <a:rPr lang="en-US" b="1" dirty="0">
                <a:solidFill>
                  <a:srgbClr val="00B050"/>
                </a:solidFill>
                <a:latin typeface="Times New Roman" panose="02020603050405020304" pitchFamily="18" charset="0"/>
                <a:cs typeface="Times New Roman" panose="02020603050405020304" pitchFamily="18" charset="0"/>
              </a:rPr>
              <a:t>heat will not flow spontaneously from a cold object to a hot object. </a:t>
            </a:r>
          </a:p>
          <a:p>
            <a:pPr marL="285750" indent="-285750" algn="just">
              <a:lnSpc>
                <a:spcPct val="150000"/>
              </a:lnSpc>
              <a:buFont typeface="Courier New" panose="02070309020205020404" pitchFamily="49" charset="0"/>
              <a:buChar char="o"/>
            </a:pPr>
            <a:r>
              <a:rPr lang="en-US" b="1" dirty="0">
                <a:solidFill>
                  <a:srgbClr val="002060"/>
                </a:solidFill>
                <a:latin typeface="Times New Roman" panose="02020603050405020304" pitchFamily="18" charset="0"/>
                <a:cs typeface="Times New Roman" panose="02020603050405020304" pitchFamily="18" charset="0"/>
              </a:rPr>
              <a:t>Carnot engine, heat engine are some examples of second law of thermodynamics.</a:t>
            </a:r>
          </a:p>
        </p:txBody>
      </p:sp>
      <p:sp>
        <p:nvSpPr>
          <p:cNvPr id="4" name="TextBox 3"/>
          <p:cNvSpPr txBox="1"/>
          <p:nvPr/>
        </p:nvSpPr>
        <p:spPr>
          <a:xfrm>
            <a:off x="612909" y="3020634"/>
            <a:ext cx="2157898" cy="523220"/>
          </a:xfrm>
          <a:prstGeom prst="rect">
            <a:avLst/>
          </a:prstGeom>
          <a:noFill/>
        </p:spPr>
        <p:txBody>
          <a:bodyPr wrap="none" rtlCol="0">
            <a:spAutoFit/>
          </a:bodyPr>
          <a:lstStyle/>
          <a:p>
            <a:pPr marL="457200" indent="-457200">
              <a:buFont typeface="Wingdings" panose="05000000000000000000" pitchFamily="2" charset="2"/>
              <a:buChar char="ü"/>
            </a:pPr>
            <a:r>
              <a:rPr lang="en-US" sz="2800" b="1" dirty="0">
                <a:solidFill>
                  <a:srgbClr val="7030A0"/>
                </a:solidFill>
                <a:latin typeface="Times New Roman" panose="02020603050405020304" pitchFamily="18" charset="0"/>
                <a:cs typeface="Times New Roman" panose="02020603050405020304" pitchFamily="18" charset="0"/>
              </a:rPr>
              <a:t>Entropy!!</a:t>
            </a:r>
          </a:p>
        </p:txBody>
      </p:sp>
      <p:sp>
        <p:nvSpPr>
          <p:cNvPr id="6" name="Rectangle 5"/>
          <p:cNvSpPr/>
          <p:nvPr/>
        </p:nvSpPr>
        <p:spPr>
          <a:xfrm>
            <a:off x="1132695" y="3650047"/>
            <a:ext cx="11059305" cy="923330"/>
          </a:xfrm>
          <a:prstGeom prst="rect">
            <a:avLst/>
          </a:prstGeom>
        </p:spPr>
        <p:txBody>
          <a:bodyPr wrap="square">
            <a:spAutoFit/>
          </a:bodyPr>
          <a:lstStyle/>
          <a:p>
            <a:pPr marL="285750" indent="-285750">
              <a:lnSpc>
                <a:spcPct val="150000"/>
              </a:lnSpc>
              <a:buFont typeface="Wingdings" panose="05000000000000000000" pitchFamily="2" charset="2"/>
              <a:buChar char="§"/>
            </a:pPr>
            <a:r>
              <a:rPr lang="en-US" b="1" dirty="0">
                <a:solidFill>
                  <a:srgbClr val="C00000"/>
                </a:solidFill>
                <a:latin typeface="Times New Roman" panose="02020603050405020304" pitchFamily="18" charset="0"/>
                <a:cs typeface="Times New Roman" panose="02020603050405020304" pitchFamily="18" charset="0"/>
              </a:rPr>
              <a:t>It is central to the second law of thermodynamics, </a:t>
            </a:r>
            <a:r>
              <a:rPr lang="en-US" b="1" dirty="0">
                <a:solidFill>
                  <a:srgbClr val="0070C0"/>
                </a:solidFill>
                <a:latin typeface="Times New Roman" panose="02020603050405020304" pitchFamily="18" charset="0"/>
                <a:cs typeface="Times New Roman" panose="02020603050405020304" pitchFamily="18" charset="0"/>
              </a:rPr>
              <a:t>which states that in an isolated system any activity increases the entropy.</a:t>
            </a:r>
            <a:endParaRPr lang="en-US" dirty="0">
              <a:solidFill>
                <a:srgbClr val="0070C0"/>
              </a:solidFill>
            </a:endParaRPr>
          </a:p>
        </p:txBody>
      </p:sp>
      <p:pic>
        <p:nvPicPr>
          <p:cNvPr id="1028" name="Picture 4" descr="https://www.pitt.edu/~jdnorton/Goodies/Einstein_stat_1905/sugar%20solution%20anim.gif"/>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5731425" y="4334400"/>
            <a:ext cx="1830622" cy="184596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431541017"/>
      </p:ext>
    </p:extLst>
  </p:cSld>
  <p:clrMapOvr>
    <a:masterClrMapping/>
  </p:clrMapOvr>
  <mc:AlternateContent xmlns:mc="http://schemas.openxmlformats.org/markup-compatibility/2006" xmlns:p14="http://schemas.microsoft.com/office/powerpoint/2010/main">
    <mc:Choice Requires="p14">
      <p:transition p14:dur="10" advTm="129919"/>
    </mc:Choice>
    <mc:Fallback xmlns="">
      <p:transition advTm="12991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28"/>
                                        </p:tgtEl>
                                        <p:attrNameLst>
                                          <p:attrName>style.visibility</p:attrName>
                                        </p:attrNameLst>
                                      </p:cBhvr>
                                      <p:to>
                                        <p:strVal val="visible"/>
                                      </p:to>
                                    </p:set>
                                    <p:animEffect transition="in" filter="fade">
                                      <p:cBhvr>
                                        <p:cTn id="17"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extLst>
    <p:ext uri="{3A86A75C-4F4B-4683-9AE1-C65F6400EC91}">
      <p14:laserTraceLst xmlns:p14="http://schemas.microsoft.com/office/powerpoint/2010/main">
        <p14:tracePtLst>
          <p14:tracePt t="2544" x="5370513" y="3579813"/>
          <p14:tracePt t="2552" x="5207000" y="3716338"/>
          <p14:tracePt t="2559" x="5006975" y="3816350"/>
          <p14:tracePt t="2567" x="4806950" y="3879850"/>
          <p14:tracePt t="2575" x="4656138" y="3892550"/>
          <p14:tracePt t="2583" x="4506913" y="3905250"/>
          <p14:tracePt t="2591" x="4381500" y="3905250"/>
          <p14:tracePt t="2599" x="4268788" y="3905250"/>
          <p14:tracePt t="2607" x="4156075" y="3905250"/>
          <p14:tracePt t="2615" x="4030663" y="3854450"/>
          <p14:tracePt t="2623" x="3905250" y="3779838"/>
          <p14:tracePt t="2631" x="3717925" y="3641725"/>
          <p14:tracePt t="2639" x="3567113" y="3516313"/>
          <p14:tracePt t="2648" x="3417888" y="3378200"/>
          <p14:tracePt t="2655" x="3254375" y="3216275"/>
          <p14:tracePt t="2663" x="3128963" y="3041650"/>
          <p14:tracePt t="2671" x="2967038" y="2828925"/>
          <p14:tracePt t="2679" x="2841625" y="2652713"/>
          <p14:tracePt t="2687" x="2678113" y="2439988"/>
          <p14:tracePt t="2695" x="2541588" y="2290763"/>
          <p14:tracePt t="2703" x="2478088" y="2201863"/>
          <p14:tracePt t="2711" x="2403475" y="2027238"/>
          <p14:tracePt t="2720" x="2328863" y="1865313"/>
          <p14:tracePt t="2727" x="2278063" y="1776413"/>
          <p14:tracePt t="2736" x="2228850" y="1689100"/>
          <p14:tracePt t="2743" x="2203450" y="1639888"/>
          <p14:tracePt t="2751" x="2152650" y="1589088"/>
          <p14:tracePt t="2759" x="2127250" y="1539875"/>
          <p14:tracePt t="2767" x="2103438" y="1527175"/>
          <p14:tracePt t="2775" x="2065338" y="1501775"/>
          <p14:tracePt t="2784" x="2039938" y="1476375"/>
          <p14:tracePt t="2791" x="1990725" y="1450975"/>
          <p14:tracePt t="2799" x="1914525" y="1427163"/>
          <p14:tracePt t="2807" x="1852613" y="1389063"/>
          <p14:tracePt t="2815" x="1778000" y="1350963"/>
          <p14:tracePt t="2823" x="1727200" y="1327150"/>
          <p14:tracePt t="2832" x="1652588" y="1314450"/>
          <p14:tracePt t="2839" x="1601788" y="1314450"/>
          <p14:tracePt t="2847" x="1552575" y="1314450"/>
          <p14:tracePt t="2855" x="1489075" y="1314450"/>
          <p14:tracePt t="2863" x="1465263" y="1314450"/>
          <p14:tracePt t="2871" x="1427163" y="1314450"/>
          <p14:tracePt t="2879" x="1401763" y="1314450"/>
          <p14:tracePt t="2887" x="1376363" y="1314450"/>
          <p14:tracePt t="2895" x="1327150" y="1314450"/>
          <p14:tracePt t="2904" x="1289050" y="1314450"/>
          <p14:tracePt t="2911" x="1263650" y="1314450"/>
          <p14:tracePt t="2920" x="1227138" y="1314450"/>
          <p14:tracePt t="2932" x="1189038" y="1314450"/>
          <p14:tracePt t="2935" x="1176338" y="1314450"/>
          <p14:tracePt t="2943" x="1139825" y="1314450"/>
          <p14:tracePt t="2951" x="1101725" y="1314450"/>
          <p14:tracePt t="2959" x="1076325" y="1314450"/>
          <p14:tracePt t="2967" x="1050925" y="1314450"/>
          <p14:tracePt t="2975" x="1014413" y="1314450"/>
          <p14:tracePt t="2991" x="1001713" y="1314450"/>
          <p14:tracePt t="3055" x="976313" y="1314450"/>
          <p14:tracePt t="3063" x="976313" y="1301750"/>
          <p14:tracePt t="3103" x="976313" y="1289050"/>
          <p14:tracePt t="3111" x="976313" y="1276350"/>
          <p14:tracePt t="3119" x="1001713" y="1276350"/>
          <p14:tracePt t="3127" x="1027113" y="1263650"/>
          <p14:tracePt t="3135" x="1076325" y="1263650"/>
          <p14:tracePt t="3143" x="1176338" y="1250950"/>
          <p14:tracePt t="3151" x="1227138" y="1250950"/>
          <p14:tracePt t="3159" x="1314450" y="1250950"/>
          <p14:tracePt t="3167" x="1427163" y="1250950"/>
          <p14:tracePt t="3175" x="1539875" y="1250950"/>
          <p14:tracePt t="3183" x="1639888" y="1250950"/>
          <p14:tracePt t="3191" x="1765300" y="1250950"/>
          <p14:tracePt t="3199" x="1865313" y="1250950"/>
          <p14:tracePt t="3207" x="1939925" y="1250950"/>
          <p14:tracePt t="3216" x="2003425" y="1250950"/>
          <p14:tracePt t="3223" x="2027238" y="1250950"/>
          <p14:tracePt t="3231" x="2078038" y="1250950"/>
          <p14:tracePt t="3239" x="2116138" y="1250950"/>
          <p14:tracePt t="3247" x="2127250" y="1250950"/>
          <p14:tracePt t="3255" x="2152650" y="1250950"/>
          <p14:tracePt t="3263" x="2165350" y="1250950"/>
          <p14:tracePt t="3272" x="2178050" y="1250950"/>
          <p14:tracePt t="3279" x="2190750" y="1250950"/>
          <p14:tracePt t="3288" x="2203450" y="1250950"/>
          <p14:tracePt t="3295" x="2216150" y="1250950"/>
          <p14:tracePt t="3311" x="2239963" y="1250950"/>
          <p14:tracePt t="3327" x="2252663" y="1250950"/>
          <p14:tracePt t="3335" x="2278063" y="1250950"/>
          <p14:tracePt t="3343" x="2290763" y="1250950"/>
          <p14:tracePt t="3351" x="2328863" y="1250950"/>
          <p14:tracePt t="3359" x="2365375" y="1250950"/>
          <p14:tracePt t="3367" x="2378075" y="1250950"/>
          <p14:tracePt t="3375" x="2416175" y="1250950"/>
          <p14:tracePt t="3383" x="2452688" y="1250950"/>
          <p14:tracePt t="3391" x="2503488" y="1250950"/>
          <p14:tracePt t="3400" x="2541588" y="1250950"/>
          <p14:tracePt t="3407" x="2578100" y="1250950"/>
          <p14:tracePt t="3415" x="2616200" y="1250950"/>
          <p14:tracePt t="3423" x="2667000" y="1250950"/>
          <p14:tracePt t="3431" x="2728913" y="1250950"/>
          <p14:tracePt t="3439" x="2778125" y="1250950"/>
          <p14:tracePt t="3447" x="2816225" y="1250950"/>
          <p14:tracePt t="3456" x="2867025" y="1250950"/>
          <p14:tracePt t="3463" x="2916238" y="1250950"/>
          <p14:tracePt t="3472" x="2967038" y="1250950"/>
          <p14:tracePt t="3479" x="3016250" y="1250950"/>
          <p14:tracePt t="3487" x="3067050" y="1250950"/>
          <p14:tracePt t="3495" x="3141663" y="1250950"/>
          <p14:tracePt t="3503" x="3216275" y="1250950"/>
          <p14:tracePt t="3511" x="3292475" y="1250950"/>
          <p14:tracePt t="3519" x="3354388" y="1250950"/>
          <p14:tracePt t="3527" x="3441700" y="1250950"/>
          <p14:tracePt t="3535" x="3505200" y="1250950"/>
          <p14:tracePt t="3543" x="3579813" y="1250950"/>
          <p14:tracePt t="3551" x="3643313" y="1250950"/>
          <p14:tracePt t="3559" x="3692525" y="1250950"/>
          <p14:tracePt t="3567" x="3743325" y="1250950"/>
          <p14:tracePt t="3575" x="3779838" y="1250950"/>
          <p14:tracePt t="3584" x="3817938" y="1250950"/>
          <p14:tracePt t="3591" x="3843338" y="1250950"/>
          <p14:tracePt t="3599" x="3879850" y="1250950"/>
          <p14:tracePt t="3607" x="3892550" y="1250950"/>
          <p14:tracePt t="3615" x="3917950" y="1250950"/>
          <p14:tracePt t="3623" x="3956050" y="1250950"/>
          <p14:tracePt t="3631" x="3979863" y="1250950"/>
          <p14:tracePt t="3639" x="4017963" y="1250950"/>
          <p14:tracePt t="3647" x="4068763" y="1250950"/>
          <p14:tracePt t="3656" x="4105275" y="1250950"/>
          <p14:tracePt t="3663" x="4156075" y="1250950"/>
          <p14:tracePt t="3671" x="4205288" y="1250950"/>
          <p14:tracePt t="3679" x="4281488" y="1250950"/>
          <p14:tracePt t="3687" x="4330700" y="1250950"/>
          <p14:tracePt t="3695" x="4394200" y="1250950"/>
          <p14:tracePt t="3704" x="4443413" y="1250950"/>
          <p14:tracePt t="3711" x="4543425" y="1250950"/>
          <p14:tracePt t="3719" x="4619625" y="1250950"/>
          <p14:tracePt t="3727" x="4719638" y="1250950"/>
          <p14:tracePt t="3735" x="4806950" y="1250950"/>
          <p14:tracePt t="3743" x="4919663" y="1250950"/>
          <p14:tracePt t="3751" x="5032375" y="1250950"/>
          <p14:tracePt t="3759" x="5132388" y="1250950"/>
          <p14:tracePt t="3767" x="5270500" y="1250950"/>
          <p14:tracePt t="3775" x="5432425" y="1250950"/>
          <p14:tracePt t="3784" x="5570538" y="1227138"/>
          <p14:tracePt t="3791" x="5670550" y="1227138"/>
          <p14:tracePt t="3799" x="5783263" y="1227138"/>
          <p14:tracePt t="3807" x="5908675" y="1214438"/>
          <p14:tracePt t="3815" x="5983288" y="1214438"/>
          <p14:tracePt t="3823" x="6057900" y="1214438"/>
          <p14:tracePt t="3831" x="6096000" y="1201738"/>
          <p14:tracePt t="3840" x="6146800" y="1201738"/>
          <p14:tracePt t="3847" x="6183313" y="1201738"/>
          <p14:tracePt t="3856" x="6208713" y="1201738"/>
          <p14:tracePt t="3863" x="6234113" y="1189038"/>
          <p14:tracePt t="3871" x="6234113" y="1176338"/>
          <p14:tracePt t="3943" x="6246813" y="1176338"/>
          <p14:tracePt t="3975" x="6259513" y="1176338"/>
          <p14:tracePt t="3991" x="6270625" y="1176338"/>
          <p14:tracePt t="4055" x="6283325" y="1176338"/>
          <p14:tracePt t="4071" x="6308725" y="1176338"/>
          <p14:tracePt t="4087" x="6334125" y="1176338"/>
          <p14:tracePt t="4095" x="6346825" y="1176338"/>
          <p14:tracePt t="4103" x="6370638" y="1176338"/>
          <p14:tracePt t="4119" x="6383338" y="1176338"/>
          <p14:tracePt t="4127" x="6408738" y="1176338"/>
          <p14:tracePt t="4199" x="6421438" y="1176338"/>
          <p14:tracePt t="4263" x="6446838" y="1176338"/>
          <p14:tracePt t="4383" x="6459538" y="1176338"/>
          <p14:tracePt t="4408" x="6483350" y="1176338"/>
          <p14:tracePt t="4439" x="6496050" y="1176338"/>
          <p14:tracePt t="4479" x="6508750" y="1176338"/>
          <p14:tracePt t="4495" x="6521450" y="1176338"/>
          <p14:tracePt t="4503" x="6534150" y="1176338"/>
          <p14:tracePt t="4519" x="6546850" y="1176338"/>
          <p14:tracePt t="4527" x="6572250" y="1176338"/>
          <p14:tracePt t="4543" x="6596063" y="1176338"/>
          <p14:tracePt t="4551" x="6608763" y="1176338"/>
          <p14:tracePt t="4567" x="6634163" y="1176338"/>
          <p14:tracePt t="4751" x="6646863" y="1176338"/>
          <p14:tracePt t="5623" x="6634163" y="1176338"/>
          <p14:tracePt t="5631" x="6608763" y="1176338"/>
          <p14:tracePt t="5639" x="6596063" y="1176338"/>
          <p14:tracePt t="5647" x="6559550" y="1176338"/>
          <p14:tracePt t="5656" x="6483350" y="1201738"/>
          <p14:tracePt t="5663" x="6346825" y="1250950"/>
          <p14:tracePt t="5671" x="6070600" y="1314450"/>
          <p14:tracePt t="5679" x="5732463" y="1327150"/>
          <p14:tracePt t="5687" x="5232400" y="1427163"/>
          <p14:tracePt t="5695" x="4694238" y="1539875"/>
          <p14:tracePt t="5703" x="4105275" y="1589088"/>
          <p14:tracePt t="5712" x="3517900" y="1676400"/>
          <p14:tracePt t="5719" x="3041650" y="1765300"/>
          <p14:tracePt t="5728" x="2690813" y="1814513"/>
          <p14:tracePt t="5735" x="2528888" y="1827213"/>
          <p14:tracePt t="5743" x="2352675" y="1865313"/>
          <p14:tracePt t="5751" x="2252663" y="1865313"/>
          <p14:tracePt t="5759" x="2165350" y="1865313"/>
          <p14:tracePt t="5767" x="2090738" y="1865313"/>
          <p14:tracePt t="5775" x="2039938" y="1865313"/>
          <p14:tracePt t="5783" x="1952625" y="1865313"/>
          <p14:tracePt t="5791" x="1852613" y="1865313"/>
          <p14:tracePt t="5799" x="1739900" y="1865313"/>
          <p14:tracePt t="5807" x="1639888" y="1865313"/>
          <p14:tracePt t="5815" x="1539875" y="1865313"/>
          <p14:tracePt t="5823" x="1427163" y="1865313"/>
          <p14:tracePt t="5831" x="1376363" y="1865313"/>
          <p14:tracePt t="5840" x="1352550" y="1865313"/>
          <p14:tracePt t="5847" x="1314450" y="1865313"/>
          <p14:tracePt t="5855" x="1301750" y="1865313"/>
          <p14:tracePt t="5863" x="1289050" y="1865313"/>
          <p14:tracePt t="5871" x="1263650" y="1865313"/>
          <p14:tracePt t="5879" x="1239838" y="1876425"/>
          <p14:tracePt t="5887" x="1201738" y="1889125"/>
          <p14:tracePt t="5895" x="1150938" y="1901825"/>
          <p14:tracePt t="5903" x="1114425" y="1901825"/>
          <p14:tracePt t="5912" x="1063625" y="1914525"/>
          <p14:tracePt t="5919" x="1027113" y="1927225"/>
          <p14:tracePt t="5927" x="989013" y="1939925"/>
          <p14:tracePt t="5941" x="938213" y="1965325"/>
          <p14:tracePt t="5943" x="914400" y="1965325"/>
          <p14:tracePt t="5951" x="863600" y="1989138"/>
          <p14:tracePt t="5959" x="801688" y="2027238"/>
          <p14:tracePt t="5967" x="763588" y="2039938"/>
          <p14:tracePt t="5976" x="676275" y="2078038"/>
          <p14:tracePt t="5983" x="625475" y="2078038"/>
          <p14:tracePt t="5991" x="538163" y="2089150"/>
          <p14:tracePt t="5999" x="463550" y="2139950"/>
          <p14:tracePt t="6007" x="350838" y="2214563"/>
          <p14:tracePt t="6015" x="274638" y="2290763"/>
          <p14:tracePt t="6024" x="174625" y="2403475"/>
          <p14:tracePt t="6031" x="100013" y="2540000"/>
          <p14:tracePt t="6039" x="38100" y="2616200"/>
          <p14:tracePt t="6047" x="0" y="2703513"/>
          <p14:tracePt t="6535" x="25400" y="2465388"/>
          <p14:tracePt t="6543" x="87313" y="2390775"/>
          <p14:tracePt t="6551" x="150813" y="2327275"/>
          <p14:tracePt t="6559" x="250825" y="2265363"/>
          <p14:tracePt t="6567" x="400050" y="2201863"/>
          <p14:tracePt t="6576" x="576263" y="2178050"/>
          <p14:tracePt t="6583" x="814388" y="2114550"/>
          <p14:tracePt t="6592" x="1139825" y="2078038"/>
          <p14:tracePt t="6599" x="1601788" y="2014538"/>
          <p14:tracePt t="6607" x="2003425" y="2014538"/>
          <p14:tracePt t="6615" x="2378075" y="2014538"/>
          <p14:tracePt t="6623" x="2728913" y="2014538"/>
          <p14:tracePt t="6631" x="3092450" y="2065338"/>
          <p14:tracePt t="6639" x="3517900" y="2139950"/>
          <p14:tracePt t="6648" x="3917950" y="2252663"/>
          <p14:tracePt t="6655" x="4117975" y="2352675"/>
          <p14:tracePt t="6664" x="4343400" y="2452688"/>
          <p14:tracePt t="6671" x="4481513" y="2540000"/>
          <p14:tracePt t="6680" x="4568825" y="2616200"/>
          <p14:tracePt t="6687" x="4619625" y="2665413"/>
          <p14:tracePt t="6695" x="4630738" y="2690813"/>
          <p14:tracePt t="6703" x="4656138" y="2716213"/>
          <p14:tracePt t="6711" x="4656138" y="2728913"/>
          <p14:tracePt t="6719" x="4656138" y="2752725"/>
          <p14:tracePt t="6735" x="4656138" y="2765425"/>
          <p14:tracePt t="6743" x="4630738" y="2778125"/>
          <p14:tracePt t="6751" x="4606925" y="2803525"/>
          <p14:tracePt t="6759" x="4568825" y="2816225"/>
          <p14:tracePt t="6767" x="4530725" y="2828925"/>
          <p14:tracePt t="6776" x="4506913" y="2840038"/>
          <p14:tracePt t="6783" x="4481513" y="2852738"/>
          <p14:tracePt t="7647" x="4468813" y="2852738"/>
          <p14:tracePt t="7711" x="4481513" y="2865438"/>
          <p14:tracePt t="7719" x="4506913" y="2903538"/>
          <p14:tracePt t="7727" x="4518025" y="2903538"/>
          <p14:tracePt t="7735" x="4518025" y="2916238"/>
          <p14:tracePt t="7743" x="4530725" y="2928938"/>
          <p14:tracePt t="7751" x="4530725" y="2941638"/>
          <p14:tracePt t="7759" x="4543425" y="2978150"/>
          <p14:tracePt t="7767" x="4556125" y="2978150"/>
          <p14:tracePt t="7775" x="4568825" y="2990850"/>
          <p14:tracePt t="7784" x="4581525" y="3003550"/>
          <p14:tracePt t="7791" x="4594225" y="3016250"/>
          <p14:tracePt t="7800" x="4594225" y="3028950"/>
          <p14:tracePt t="7807" x="4606925" y="3028950"/>
          <p14:tracePt t="7815" x="4619625" y="3041650"/>
          <p14:tracePt t="7839" x="4630738" y="3054350"/>
          <p14:tracePt t="7871" x="4643438" y="3065463"/>
          <p14:tracePt t="7879" x="4668838" y="3078163"/>
          <p14:tracePt t="7887" x="4681538" y="3090863"/>
          <p14:tracePt t="7896" x="4706938" y="3116263"/>
          <p14:tracePt t="7903" x="4719638" y="3128963"/>
          <p14:tracePt t="7911" x="4743450" y="3141663"/>
          <p14:tracePt t="7919" x="4756150" y="3154363"/>
          <p14:tracePt t="7945" x="4781550" y="3165475"/>
          <p14:tracePt t="8087" x="4794250" y="3165475"/>
          <p14:tracePt t="8095" x="4843463" y="3141663"/>
          <p14:tracePt t="8103" x="4868863" y="3054350"/>
          <p14:tracePt t="8111" x="4919663" y="2928938"/>
          <p14:tracePt t="8119" x="4968875" y="2803525"/>
          <p14:tracePt t="8127" x="5006975" y="2716213"/>
          <p14:tracePt t="8135" x="5045075" y="2640013"/>
          <p14:tracePt t="8143" x="5057775" y="2590800"/>
          <p14:tracePt t="8152" x="5081588" y="2516188"/>
          <p14:tracePt t="8159" x="5094288" y="2503488"/>
          <p14:tracePt t="8168" x="5094288" y="2465388"/>
          <p14:tracePt t="8175" x="5094288" y="2452688"/>
          <p14:tracePt t="8183" x="5094288" y="2414588"/>
          <p14:tracePt t="8191" x="5094288" y="2390775"/>
          <p14:tracePt t="8199" x="5106988" y="2327275"/>
          <p14:tracePt t="8207" x="5106988" y="2290763"/>
          <p14:tracePt t="8215" x="5119688" y="2252663"/>
          <p14:tracePt t="8223" x="5145088" y="2201863"/>
          <p14:tracePt t="8231" x="5157788" y="2178050"/>
          <p14:tracePt t="8239" x="5157788" y="2165350"/>
          <p14:tracePt t="8247" x="5157788" y="2152650"/>
          <p14:tracePt t="8255" x="5157788" y="2127250"/>
          <p14:tracePt t="8279" x="5157788" y="2114550"/>
          <p14:tracePt t="8407" x="5194300" y="2101850"/>
          <p14:tracePt t="8415" x="5270500" y="2078038"/>
          <p14:tracePt t="8423" x="5319713" y="2065338"/>
          <p14:tracePt t="8431" x="5370513" y="2065338"/>
          <p14:tracePt t="8439" x="5419725" y="2065338"/>
          <p14:tracePt t="8447" x="5445125" y="2065338"/>
          <p14:tracePt t="8455" x="5457825" y="2065338"/>
          <p14:tracePt t="8487" x="5470525" y="2065338"/>
          <p14:tracePt t="8767" x="5507038" y="2127250"/>
          <p14:tracePt t="8775" x="5583238" y="2201863"/>
          <p14:tracePt t="8783" x="5657850" y="2278063"/>
          <p14:tracePt t="8791" x="5708650" y="2339975"/>
          <p14:tracePt t="8800" x="5719763" y="2339975"/>
          <p14:tracePt t="8807" x="5745163" y="2352675"/>
          <p14:tracePt t="8815" x="5757863" y="2352675"/>
          <p14:tracePt t="8823" x="5770563" y="2352675"/>
          <p14:tracePt t="8832" x="5795963" y="2352675"/>
          <p14:tracePt t="8839" x="5808663" y="2352675"/>
          <p14:tracePt t="8847" x="5821363" y="2339975"/>
          <p14:tracePt t="8855" x="5832475" y="2303463"/>
          <p14:tracePt t="8863" x="5832475" y="2265363"/>
          <p14:tracePt t="8871" x="5832475" y="2227263"/>
          <p14:tracePt t="8879" x="5832475" y="2214563"/>
          <p14:tracePt t="8887" x="5832475" y="2190750"/>
          <p14:tracePt t="8895" x="5832475" y="2178050"/>
          <p14:tracePt t="8904" x="5832475" y="2139950"/>
          <p14:tracePt t="8911" x="5832475" y="2101850"/>
          <p14:tracePt t="8920" x="5821363" y="2089150"/>
          <p14:tracePt t="8933" x="5808663" y="2065338"/>
          <p14:tracePt t="8935" x="5795963" y="2039938"/>
          <p14:tracePt t="8943" x="5783263" y="2039938"/>
          <p14:tracePt t="8959" x="5757863" y="2039938"/>
          <p14:tracePt t="8967" x="5732463" y="2039938"/>
          <p14:tracePt t="8975" x="5695950" y="2039938"/>
          <p14:tracePt t="8983" x="5645150" y="2039938"/>
          <p14:tracePt t="8991" x="5595938" y="2039938"/>
          <p14:tracePt t="8999" x="5532438" y="2039938"/>
          <p14:tracePt t="9007" x="5483225" y="2039938"/>
          <p14:tracePt t="9015" x="5432425" y="2052638"/>
          <p14:tracePt t="9023" x="5419725" y="2052638"/>
          <p14:tracePt t="9032" x="5407025" y="2052638"/>
          <p14:tracePt t="9063" x="5394325" y="2065338"/>
          <p14:tracePt t="9079" x="5383213" y="2089150"/>
          <p14:tracePt t="9088" x="5357813" y="2101850"/>
          <p14:tracePt t="9095" x="5357813" y="2114550"/>
          <p14:tracePt t="9104" x="5357813" y="2127250"/>
          <p14:tracePt t="9111" x="5345113" y="2139950"/>
          <p14:tracePt t="9151" x="5345113" y="2165350"/>
          <p14:tracePt t="9191" x="5394325" y="2165350"/>
          <p14:tracePt t="9199" x="5445125" y="2165350"/>
          <p14:tracePt t="9207" x="5470525" y="2165350"/>
          <p14:tracePt t="9215" x="5507038" y="2165350"/>
          <p14:tracePt t="9223" x="5545138" y="2165350"/>
          <p14:tracePt t="9231" x="5595938" y="2165350"/>
          <p14:tracePt t="9239" x="5645150" y="2165350"/>
          <p14:tracePt t="9247" x="5695950" y="2165350"/>
          <p14:tracePt t="9255" x="5757863" y="2165350"/>
          <p14:tracePt t="9263" x="5832475" y="2165350"/>
          <p14:tracePt t="9271" x="5932488" y="2165350"/>
          <p14:tracePt t="9279" x="5995988" y="2165350"/>
          <p14:tracePt t="9288" x="6045200" y="2165350"/>
          <p14:tracePt t="9295" x="6083300" y="2165350"/>
          <p14:tracePt t="9303" x="6096000" y="2165350"/>
          <p14:tracePt t="9391" x="6108700" y="2165350"/>
          <p14:tracePt t="9399" x="6121400" y="2165350"/>
          <p14:tracePt t="9407" x="6134100" y="2165350"/>
          <p14:tracePt t="9415" x="6157913" y="2165350"/>
          <p14:tracePt t="9431" x="6170613" y="2165350"/>
          <p14:tracePt t="9455" x="6196013" y="2165350"/>
          <p14:tracePt t="9472" x="6196013" y="2178050"/>
          <p14:tracePt t="9503" x="6208713" y="2178050"/>
          <p14:tracePt t="9511" x="6234113" y="2178050"/>
          <p14:tracePt t="9519" x="6246813" y="2178050"/>
          <p14:tracePt t="9527" x="6270625" y="2178050"/>
          <p14:tracePt t="9535" x="6283325" y="2178050"/>
          <p14:tracePt t="9543" x="6321425" y="2178050"/>
          <p14:tracePt t="9551" x="6346825" y="2178050"/>
          <p14:tracePt t="9559" x="6383338" y="2178050"/>
          <p14:tracePt t="9567" x="6421438" y="2178050"/>
          <p14:tracePt t="9575" x="6434138" y="2178050"/>
          <p14:tracePt t="9584" x="6472238" y="2178050"/>
          <p14:tracePt t="9591" x="6508750" y="2178050"/>
          <p14:tracePt t="9599" x="6521450" y="2178050"/>
          <p14:tracePt t="9607" x="6546850" y="2178050"/>
          <p14:tracePt t="9615" x="6559550" y="2178050"/>
          <p14:tracePt t="9631" x="6584950" y="2178050"/>
          <p14:tracePt t="9647" x="6596063" y="2178050"/>
          <p14:tracePt t="9663" x="6608763" y="2178050"/>
          <p14:tracePt t="9671" x="6621463" y="2178050"/>
          <p14:tracePt t="9679" x="6634163" y="2178050"/>
          <p14:tracePt t="9687" x="6659563" y="2178050"/>
          <p14:tracePt t="9703" x="6684963" y="2178050"/>
          <p14:tracePt t="9711" x="6696075" y="2178050"/>
          <p14:tracePt t="9727" x="6708775" y="2178050"/>
          <p14:tracePt t="9735" x="6721475" y="2178050"/>
          <p14:tracePt t="9767" x="6734175" y="2178050"/>
          <p14:tracePt t="10511" x="6746875" y="2178050"/>
          <p14:tracePt t="10519" x="6772275" y="2178050"/>
          <p14:tracePt t="10527" x="6821488" y="2190750"/>
          <p14:tracePt t="10535" x="6872288" y="2227263"/>
          <p14:tracePt t="10543" x="6946900" y="2227263"/>
          <p14:tracePt t="10551" x="6997700" y="2227263"/>
          <p14:tracePt t="10559" x="7059613" y="2227263"/>
          <p14:tracePt t="10567" x="7159625" y="2227263"/>
          <p14:tracePt t="10575" x="7259638" y="2227263"/>
          <p14:tracePt t="10583" x="7385050" y="2227263"/>
          <p14:tracePt t="10592" x="7497763" y="2227263"/>
          <p14:tracePt t="10599" x="7585075" y="2227263"/>
          <p14:tracePt t="10607" x="7697788" y="2227263"/>
          <p14:tracePt t="10615" x="7761288" y="2227263"/>
          <p14:tracePt t="10623" x="7861300" y="2227263"/>
          <p14:tracePt t="10631" x="7935913" y="2227263"/>
          <p14:tracePt t="10639" x="8035925" y="2227263"/>
          <p14:tracePt t="10647" x="8099425" y="2227263"/>
          <p14:tracePt t="10655" x="8174038" y="2227263"/>
          <p14:tracePt t="10663" x="8223250" y="2227263"/>
          <p14:tracePt t="10671" x="8274050" y="2214563"/>
          <p14:tracePt t="10679" x="8312150" y="2214563"/>
          <p14:tracePt t="10687" x="8335963" y="2214563"/>
          <p14:tracePt t="10695" x="8348663" y="2214563"/>
          <p14:tracePt t="10759" x="8348663" y="2239963"/>
          <p14:tracePt t="10767" x="8348663" y="2278063"/>
          <p14:tracePt t="10775" x="8348663" y="2290763"/>
          <p14:tracePt t="10831" x="8361363" y="2290763"/>
          <p14:tracePt t="10839" x="8424863" y="2201863"/>
          <p14:tracePt t="10847" x="8486775" y="2101850"/>
          <p14:tracePt t="10855" x="8524875" y="2052638"/>
          <p14:tracePt t="10863" x="8586788" y="1978025"/>
          <p14:tracePt t="10871" x="8599488" y="1939925"/>
          <p14:tracePt t="10879" x="8624888" y="1889125"/>
          <p14:tracePt t="10887" x="8624888" y="1865313"/>
          <p14:tracePt t="10895" x="8624888" y="1839913"/>
          <p14:tracePt t="10904" x="8624888" y="1814513"/>
          <p14:tracePt t="10911" x="8586788" y="1765300"/>
          <p14:tracePt t="10919" x="8537575" y="1765300"/>
          <p14:tracePt t="10937" x="8461375" y="1739900"/>
          <p14:tracePt t="10943" x="8386763" y="1714500"/>
          <p14:tracePt t="10951" x="8312150" y="1689100"/>
          <p14:tracePt t="10960" x="8248650" y="1689100"/>
          <p14:tracePt t="10967" x="8148638" y="1689100"/>
          <p14:tracePt t="10976" x="8061325" y="1689100"/>
          <p14:tracePt t="10983" x="7974013" y="1689100"/>
          <p14:tracePt t="10991" x="7874000" y="1689100"/>
          <p14:tracePt t="10999" x="7710488" y="1701800"/>
          <p14:tracePt t="11007" x="7561263" y="1727200"/>
          <p14:tracePt t="11015" x="7423150" y="1776413"/>
          <p14:tracePt t="11023" x="7297738" y="1839913"/>
          <p14:tracePt t="11031" x="7210425" y="1901825"/>
          <p14:tracePt t="11039" x="7146925" y="1952625"/>
          <p14:tracePt t="11047" x="7097713" y="2027238"/>
          <p14:tracePt t="11055" x="7085013" y="2089150"/>
          <p14:tracePt t="11063" x="7085013" y="2139950"/>
          <p14:tracePt t="11071" x="7085013" y="2190750"/>
          <p14:tracePt t="11079" x="7097713" y="2278063"/>
          <p14:tracePt t="11088" x="7159625" y="2327275"/>
          <p14:tracePt t="11095" x="7285038" y="2378075"/>
          <p14:tracePt t="11103" x="7448550" y="2427288"/>
          <p14:tracePt t="11111" x="7648575" y="2427288"/>
          <p14:tracePt t="11119" x="7886700" y="2427288"/>
          <p14:tracePt t="11127" x="8235950" y="2427288"/>
          <p14:tracePt t="11135" x="8537575" y="2427288"/>
          <p14:tracePt t="11143" x="8774113" y="2390775"/>
          <p14:tracePt t="11151" x="9012238" y="2303463"/>
          <p14:tracePt t="11160" x="9175750" y="2214563"/>
          <p14:tracePt t="11167" x="9275763" y="2127250"/>
          <p14:tracePt t="11175" x="9324975" y="2027238"/>
          <p14:tracePt t="11183" x="9324975" y="1939925"/>
          <p14:tracePt t="11191" x="9324975" y="1839913"/>
          <p14:tracePt t="11199" x="9324975" y="1776413"/>
          <p14:tracePt t="11207" x="9288463" y="1701800"/>
          <p14:tracePt t="11215" x="9224963" y="1639888"/>
          <p14:tracePt t="11223" x="9150350" y="1601788"/>
          <p14:tracePt t="11231" x="9050338" y="1552575"/>
          <p14:tracePt t="11239" x="8874125" y="1527175"/>
          <p14:tracePt t="11247" x="8724900" y="1514475"/>
          <p14:tracePt t="11255" x="8561388" y="1514475"/>
          <p14:tracePt t="11263" x="8386763" y="1514475"/>
          <p14:tracePt t="11272" x="8212138" y="1514475"/>
          <p14:tracePt t="11279" x="8099425" y="1514475"/>
          <p14:tracePt t="11287" x="7948613" y="1563688"/>
          <p14:tracePt t="11295" x="7835900" y="1627188"/>
          <p14:tracePt t="11303" x="7723188" y="1739900"/>
          <p14:tracePt t="11311" x="7673975" y="1814513"/>
          <p14:tracePt t="11319" x="7623175" y="1914525"/>
          <p14:tracePt t="11327" x="7610475" y="2001838"/>
          <p14:tracePt t="11335" x="7610475" y="2089150"/>
          <p14:tracePt t="11344" x="7610475" y="2139950"/>
          <p14:tracePt t="11351" x="7623175" y="2201863"/>
          <p14:tracePt t="11359" x="7697788" y="2214563"/>
          <p14:tracePt t="11367" x="7797800" y="2227263"/>
          <p14:tracePt t="11375" x="7897813" y="2227263"/>
          <p14:tracePt t="11383" x="7999413" y="2227263"/>
          <p14:tracePt t="11391" x="8086725" y="2227263"/>
          <p14:tracePt t="11399" x="8186738" y="2214563"/>
          <p14:tracePt t="11407" x="8261350" y="2190750"/>
          <p14:tracePt t="11415" x="8335963" y="2139950"/>
          <p14:tracePt t="11423" x="8374063" y="2114550"/>
          <p14:tracePt t="11431" x="8424863" y="2065338"/>
          <p14:tracePt t="11439" x="8424863" y="2052638"/>
          <p14:tracePt t="11447" x="8424863" y="2039938"/>
          <p14:tracePt t="11495" x="8424863" y="2027238"/>
          <p14:tracePt t="11551" x="8424863" y="2078038"/>
          <p14:tracePt t="11559" x="8461375" y="2101850"/>
          <p14:tracePt t="11567" x="8486775" y="2114550"/>
          <p14:tracePt t="11575" x="8524875" y="2127250"/>
          <p14:tracePt t="11583" x="8537575" y="2139950"/>
          <p14:tracePt t="11591" x="8586788" y="2152650"/>
          <p14:tracePt t="11599" x="8624888" y="2152650"/>
          <p14:tracePt t="11607" x="8686800" y="2152650"/>
          <p14:tracePt t="11615" x="8774113" y="2152650"/>
          <p14:tracePt t="11623" x="8850313" y="2152650"/>
          <p14:tracePt t="11631" x="8899525" y="2152650"/>
          <p14:tracePt t="11639" x="8924925" y="2139950"/>
          <p14:tracePt t="11647" x="8950325" y="2127250"/>
          <p14:tracePt t="11656" x="8975725" y="2101850"/>
          <p14:tracePt t="11671" x="8975725" y="2089150"/>
          <p14:tracePt t="11679" x="8975725" y="2078038"/>
          <p14:tracePt t="11736" x="8975725" y="2065338"/>
          <p14:tracePt t="11759" x="8963025" y="2065338"/>
          <p14:tracePt t="11775" x="8950325" y="2065338"/>
          <p14:tracePt t="11791" x="8924925" y="2065338"/>
          <p14:tracePt t="11799" x="8912225" y="2065338"/>
          <p14:tracePt t="11815" x="8886825" y="2078038"/>
          <p14:tracePt t="11823" x="8863013" y="2078038"/>
          <p14:tracePt t="11831" x="8850313" y="2078038"/>
          <p14:tracePt t="11840" x="8824913" y="2089150"/>
          <p14:tracePt t="11847" x="8812213" y="2089150"/>
          <p14:tracePt t="11863" x="8799513" y="2101850"/>
          <p14:tracePt t="11871" x="8786813" y="2101850"/>
          <p14:tracePt t="11927" x="8774113" y="2101850"/>
          <p14:tracePt t="12071" x="8786813" y="2101850"/>
          <p14:tracePt t="12079" x="8799513" y="2114550"/>
          <p14:tracePt t="12087" x="8837613" y="2114550"/>
          <p14:tracePt t="12096" x="8874125" y="2127250"/>
          <p14:tracePt t="12103" x="8950325" y="2127250"/>
          <p14:tracePt t="12112" x="9037638" y="2152650"/>
          <p14:tracePt t="12119" x="9137650" y="2152650"/>
          <p14:tracePt t="12127" x="9212263" y="2152650"/>
          <p14:tracePt t="12135" x="9301163" y="2152650"/>
          <p14:tracePt t="12143" x="9375775" y="2152650"/>
          <p14:tracePt t="12151" x="9388475" y="2152650"/>
          <p14:tracePt t="12159" x="9424988" y="2152650"/>
          <p14:tracePt t="12247" x="9450388" y="2152650"/>
          <p14:tracePt t="12279" x="9463088" y="2152650"/>
          <p14:tracePt t="12311" x="9501188" y="2165350"/>
          <p14:tracePt t="12319" x="9537700" y="2178050"/>
          <p14:tracePt t="12327" x="9550400" y="2178050"/>
          <p14:tracePt t="12335" x="9588500" y="2178050"/>
          <p14:tracePt t="12343" x="9637713" y="2178050"/>
          <p14:tracePt t="12351" x="9675813" y="2178050"/>
          <p14:tracePt t="12359" x="9726613" y="2178050"/>
          <p14:tracePt t="12367" x="9775825" y="2178050"/>
          <p14:tracePt t="12375" x="9788525" y="2178050"/>
          <p14:tracePt t="12383" x="9826625" y="2178050"/>
          <p14:tracePt t="12392" x="9839325" y="2178050"/>
          <p14:tracePt t="12431" x="9863138" y="2178050"/>
          <p14:tracePt t="12447" x="9875838" y="2178050"/>
          <p14:tracePt t="12463" x="9901238" y="2178050"/>
          <p14:tracePt t="12727" x="9952038" y="2190750"/>
          <p14:tracePt t="12735" x="10139363" y="2227263"/>
          <p14:tracePt t="12743" x="10313988" y="2239963"/>
          <p14:tracePt t="12751" x="10552113" y="2239963"/>
          <p14:tracePt t="12759" x="10752138" y="2239963"/>
          <p14:tracePt t="12767" x="10964863" y="2239963"/>
          <p14:tracePt t="12776" x="11128375" y="2239963"/>
          <p14:tracePt t="12783" x="11253788" y="2239963"/>
          <p14:tracePt t="12791" x="11341100" y="2239963"/>
          <p14:tracePt t="12799" x="11377613" y="2239963"/>
          <p14:tracePt t="12807" x="11403013" y="2239963"/>
          <p14:tracePt t="12863" x="11377613" y="2252663"/>
          <p14:tracePt t="12895" x="11353800" y="2252663"/>
          <p14:tracePt t="12903" x="11315700" y="2252663"/>
          <p14:tracePt t="12911" x="11266488" y="2252663"/>
          <p14:tracePt t="12919" x="11177588" y="2252663"/>
          <p14:tracePt t="12927" x="11102975" y="2252663"/>
          <p14:tracePt t="12944" x="10864850" y="2252663"/>
          <p14:tracePt t="12951" x="10739438" y="2239963"/>
          <p14:tracePt t="12960" x="10652125" y="2227263"/>
          <p14:tracePt t="12967" x="10577513" y="2214563"/>
          <p14:tracePt t="12975" x="10490200" y="2201863"/>
          <p14:tracePt t="12983" x="10426700" y="2190750"/>
          <p14:tracePt t="12991" x="10390188" y="2190750"/>
          <p14:tracePt t="12999" x="10377488" y="2190750"/>
          <p14:tracePt t="13015" x="10352088" y="2190750"/>
          <p14:tracePt t="13255" x="10364788" y="2190750"/>
          <p14:tracePt t="13263" x="10401300" y="2190750"/>
          <p14:tracePt t="13271" x="10439400" y="2190750"/>
          <p14:tracePt t="13279" x="10477500" y="2178050"/>
          <p14:tracePt t="13287" x="10526713" y="2139950"/>
          <p14:tracePt t="13295" x="10552113" y="2127250"/>
          <p14:tracePt t="13303" x="10590213" y="2127250"/>
          <p14:tracePt t="13311" x="10614025" y="2127250"/>
          <p14:tracePt t="13319" x="10639425" y="2101850"/>
          <p14:tracePt t="13327" x="10652125" y="2101850"/>
          <p14:tracePt t="13335" x="10664825" y="2101850"/>
          <p14:tracePt t="13367" x="10677525" y="2101850"/>
          <p14:tracePt t="13375" x="10690225" y="2101850"/>
          <p14:tracePt t="13391" x="10715625" y="2101850"/>
          <p14:tracePt t="13400" x="10739438" y="2101850"/>
          <p14:tracePt t="13407" x="10790238" y="2101850"/>
          <p14:tracePt t="13416" x="10802938" y="2101850"/>
          <p14:tracePt t="13423" x="10839450" y="2101850"/>
          <p14:tracePt t="13431" x="10852150" y="2101850"/>
          <p14:tracePt t="13439" x="10864850" y="2101850"/>
          <p14:tracePt t="13447" x="10890250" y="2101850"/>
          <p14:tracePt t="13471" x="10915650" y="2101850"/>
          <p14:tracePt t="13495" x="10928350" y="2101850"/>
          <p14:tracePt t="13503" x="10939463" y="2101850"/>
          <p14:tracePt t="13511" x="10964863" y="2101850"/>
          <p14:tracePt t="13519" x="10990263" y="2101850"/>
          <p14:tracePt t="13528" x="11002963" y="2101850"/>
          <p14:tracePt t="13535" x="11041063" y="2089150"/>
          <p14:tracePt t="13551" x="11052175" y="2089150"/>
          <p14:tracePt t="13591" x="11077575" y="2089150"/>
          <p14:tracePt t="13600" x="11077575" y="2078038"/>
          <p14:tracePt t="13615" x="11090275" y="2078038"/>
          <p14:tracePt t="13623" x="11090275" y="2065338"/>
          <p14:tracePt t="13855" x="11052175" y="2052638"/>
          <p14:tracePt t="13863" x="10828338" y="2114550"/>
          <p14:tracePt t="13871" x="10590213" y="2190750"/>
          <p14:tracePt t="13879" x="10177463" y="2314575"/>
          <p14:tracePt t="13887" x="9713913" y="2403475"/>
          <p14:tracePt t="13896" x="9250363" y="2465388"/>
          <p14:tracePt t="13903" x="8824913" y="2516188"/>
          <p14:tracePt t="13911" x="8324850" y="2516188"/>
          <p14:tracePt t="13919" x="7748588" y="2516188"/>
          <p14:tracePt t="13927" x="7134225" y="2516188"/>
          <p14:tracePt t="13935" x="6559550" y="2516188"/>
          <p14:tracePt t="13943" x="6045200" y="2516188"/>
          <p14:tracePt t="13963" x="5032375" y="2516188"/>
          <p14:tracePt t="13968" x="4756150" y="2516188"/>
          <p14:tracePt t="13975" x="4619625" y="2516188"/>
          <p14:tracePt t="13984" x="4506913" y="2516188"/>
          <p14:tracePt t="13991" x="4456113" y="2516188"/>
          <p14:tracePt t="13999" x="4406900" y="2516188"/>
          <p14:tracePt t="14007" x="4368800" y="2516188"/>
          <p14:tracePt t="14015" x="4330700" y="2516188"/>
          <p14:tracePt t="14023" x="4268788" y="2516188"/>
          <p14:tracePt t="14031" x="4192588" y="2527300"/>
          <p14:tracePt t="14039" x="4092575" y="2552700"/>
          <p14:tracePt t="14047" x="3943350" y="2565400"/>
          <p14:tracePt t="14055" x="3792538" y="2590800"/>
          <p14:tracePt t="14063" x="3579813" y="2590800"/>
          <p14:tracePt t="14071" x="3341688" y="2590800"/>
          <p14:tracePt t="14080" x="3103563" y="2590800"/>
          <p14:tracePt t="14087" x="2928938" y="2590800"/>
          <p14:tracePt t="14095" x="2716213" y="2590800"/>
          <p14:tracePt t="14103" x="2516188" y="2590800"/>
          <p14:tracePt t="14111" x="2365375" y="2590800"/>
          <p14:tracePt t="14119" x="2252663" y="2590800"/>
          <p14:tracePt t="14127" x="2152650" y="2590800"/>
          <p14:tracePt t="14135" x="2065338" y="2590800"/>
          <p14:tracePt t="14143" x="1978025" y="2616200"/>
          <p14:tracePt t="14152" x="1939925" y="2616200"/>
          <p14:tracePt t="14159" x="1903413" y="2627313"/>
          <p14:tracePt t="14168" x="1827213" y="2640013"/>
          <p14:tracePt t="14175" x="1739900" y="2640013"/>
          <p14:tracePt t="14183" x="1639888" y="2640013"/>
          <p14:tracePt t="14191" x="1527175" y="2640013"/>
          <p14:tracePt t="14199" x="1376363" y="2640013"/>
          <p14:tracePt t="14207" x="1214438" y="2640013"/>
          <p14:tracePt t="14215" x="1050925" y="2640013"/>
          <p14:tracePt t="14223" x="889000" y="2640013"/>
          <p14:tracePt t="14231" x="738188" y="2640013"/>
          <p14:tracePt t="14239" x="638175" y="2640013"/>
          <p14:tracePt t="14247" x="538163" y="2640013"/>
          <p14:tracePt t="14255" x="450850" y="2627313"/>
          <p14:tracePt t="14263" x="412750" y="2627313"/>
          <p14:tracePt t="14271" x="376238" y="2627313"/>
          <p14:tracePt t="14279" x="363538" y="2627313"/>
          <p14:tracePt t="14359" x="350838" y="2616200"/>
          <p14:tracePt t="14423" x="363538" y="2616200"/>
          <p14:tracePt t="14439" x="376238" y="2616200"/>
          <p14:tracePt t="14447" x="387350" y="2603500"/>
          <p14:tracePt t="14455" x="425450" y="2590800"/>
          <p14:tracePt t="14463" x="438150" y="2590800"/>
          <p14:tracePt t="14471" x="476250" y="2578100"/>
          <p14:tracePt t="14479" x="512763" y="2565400"/>
          <p14:tracePt t="14487" x="563563" y="2552700"/>
          <p14:tracePt t="14495" x="612775" y="2527300"/>
          <p14:tracePt t="14503" x="701675" y="2503488"/>
          <p14:tracePt t="14511" x="763588" y="2503488"/>
          <p14:tracePt t="14519" x="814388" y="2478088"/>
          <p14:tracePt t="14527" x="838200" y="2478088"/>
          <p14:tracePt t="14536" x="876300" y="2452688"/>
          <p14:tracePt t="14543" x="889000" y="2452688"/>
          <p14:tracePt t="14551" x="901700" y="2452688"/>
          <p14:tracePt t="14559" x="914400" y="2452688"/>
          <p14:tracePt t="14727" x="925513" y="2452688"/>
          <p14:tracePt t="14735" x="950913" y="2478088"/>
          <p14:tracePt t="14743" x="963613" y="2490788"/>
          <p14:tracePt t="14751" x="963613" y="2516188"/>
          <p14:tracePt t="14759" x="963613" y="2540000"/>
          <p14:tracePt t="14767" x="976313" y="2578100"/>
          <p14:tracePt t="14775" x="989013" y="2616200"/>
          <p14:tracePt t="14783" x="1001713" y="2640013"/>
          <p14:tracePt t="14791" x="1027113" y="2690813"/>
          <p14:tracePt t="14799" x="1038225" y="2716213"/>
          <p14:tracePt t="14807" x="1063625" y="2716213"/>
          <p14:tracePt t="14839" x="1076325" y="2716213"/>
          <p14:tracePt t="14855" x="1089025" y="2716213"/>
          <p14:tracePt t="14911" x="1101725" y="2716213"/>
          <p14:tracePt t="15015" x="1101725" y="2703513"/>
          <p14:tracePt t="15023" x="1101725" y="2690813"/>
          <p14:tracePt t="15031" x="1101725" y="2665413"/>
          <p14:tracePt t="15039" x="1089025" y="2640013"/>
          <p14:tracePt t="15047" x="1089025" y="2616200"/>
          <p14:tracePt t="15063" x="1076325" y="2603500"/>
          <p14:tracePt t="15071" x="1076325" y="2590800"/>
          <p14:tracePt t="15079" x="1076325" y="2578100"/>
          <p14:tracePt t="16024" x="1127125" y="2578100"/>
          <p14:tracePt t="16031" x="1414463" y="2578100"/>
          <p14:tracePt t="16040" x="1990725" y="2578100"/>
          <p14:tracePt t="16047" x="2754313" y="2452688"/>
          <p14:tracePt t="16055" x="3541713" y="2327275"/>
          <p14:tracePt t="16063" x="4243388" y="2252663"/>
          <p14:tracePt t="16071" x="4968875" y="2152650"/>
          <p14:tracePt t="16079" x="5795963" y="2052638"/>
          <p14:tracePt t="16087" x="6672263" y="2027238"/>
          <p14:tracePt t="16095" x="7485063" y="2027238"/>
          <p14:tracePt t="16103" x="8399463" y="2027238"/>
          <p14:tracePt t="16111" x="9212263" y="2027238"/>
          <p14:tracePt t="16119" x="9863138" y="2027238"/>
          <p14:tracePt t="16127" x="10364788" y="2027238"/>
          <p14:tracePt t="16135" x="10702925" y="2027238"/>
          <p14:tracePt t="16143" x="10915650" y="2027238"/>
          <p14:tracePt t="16152" x="11015663" y="2027238"/>
          <p14:tracePt t="16159" x="11064875" y="2027238"/>
          <p14:tracePt t="16167" x="11077575" y="2027238"/>
          <p14:tracePt t="16239" x="11064875" y="2027238"/>
          <p14:tracePt t="16255" x="11052175" y="2039938"/>
          <p14:tracePt t="16263" x="11041063" y="2052638"/>
          <p14:tracePt t="16271" x="11028363" y="2052638"/>
          <p14:tracePt t="16279" x="11015663" y="2078038"/>
          <p14:tracePt t="16303" x="11015663" y="2089150"/>
          <p14:tracePt t="16311" x="11015663" y="2101850"/>
          <p14:tracePt t="16391" x="11015663" y="2114550"/>
          <p14:tracePt t="16415" x="11028363" y="2114550"/>
          <p14:tracePt t="16423" x="11077575" y="2101850"/>
          <p14:tracePt t="16431" x="11090275" y="2089150"/>
          <p14:tracePt t="16439" x="11102975" y="2065338"/>
          <p14:tracePt t="16447" x="11115675" y="2052638"/>
          <p14:tracePt t="16455" x="11128375" y="2027238"/>
          <p14:tracePt t="16567" x="11128375" y="2014538"/>
          <p14:tracePt t="16743" x="11115675" y="2014538"/>
          <p14:tracePt t="16759" x="11090275" y="2014538"/>
          <p14:tracePt t="16783" x="11077575" y="2027238"/>
          <p14:tracePt t="16799" x="11064875" y="2039938"/>
          <p14:tracePt t="16815" x="11052175" y="2052638"/>
          <p14:tracePt t="16879" x="11041063" y="2065338"/>
          <p14:tracePt t="16895" x="11028363" y="2078038"/>
          <p14:tracePt t="16904" x="11028363" y="2089150"/>
          <p14:tracePt t="16911" x="11015663" y="2089150"/>
          <p14:tracePt t="16919" x="11002963" y="2089150"/>
          <p14:tracePt t="16927" x="10977563" y="2089150"/>
          <p14:tracePt t="16937" x="10939463" y="2089150"/>
          <p14:tracePt t="16943" x="10915650" y="2089150"/>
          <p14:tracePt t="16951" x="10864850" y="2089150"/>
          <p14:tracePt t="16959" x="10828338" y="2089150"/>
          <p14:tracePt t="16967" x="10777538" y="2089150"/>
          <p14:tracePt t="16976" x="10690225" y="2089150"/>
          <p14:tracePt t="16983" x="10526713" y="2089150"/>
          <p14:tracePt t="16991" x="10352088" y="2078038"/>
          <p14:tracePt t="16999" x="10188575" y="2027238"/>
          <p14:tracePt t="17007" x="10088563" y="2014538"/>
          <p14:tracePt t="17015" x="9963150" y="2001838"/>
          <p14:tracePt t="17023" x="9863138" y="2001838"/>
          <p14:tracePt t="17031" x="9801225" y="1989138"/>
          <p14:tracePt t="17039" x="9750425" y="1965325"/>
          <p14:tracePt t="17047" x="9739313" y="1965325"/>
          <p14:tracePt t="17055" x="9713913" y="1965325"/>
          <p14:tracePt t="17071" x="9701213" y="1965325"/>
          <p14:tracePt t="17088" x="9675813" y="1965325"/>
          <p14:tracePt t="17095" x="9650413" y="1965325"/>
          <p14:tracePt t="17103" x="9601200" y="1965325"/>
          <p14:tracePt t="17111" x="9501188" y="1965325"/>
          <p14:tracePt t="17119" x="9424988" y="1965325"/>
          <p14:tracePt t="17127" x="9301163" y="2001838"/>
          <p14:tracePt t="17135" x="9199563" y="2039938"/>
          <p14:tracePt t="17143" x="9099550" y="2065338"/>
          <p14:tracePt t="17151" x="9050338" y="2065338"/>
          <p14:tracePt t="17160" x="8999538" y="2078038"/>
          <p14:tracePt t="17167" x="8963025" y="2089150"/>
          <p14:tracePt t="17175" x="8950325" y="2101850"/>
          <p14:tracePt t="17207" x="8937625" y="2114550"/>
          <p14:tracePt t="17215" x="8924925" y="2127250"/>
          <p14:tracePt t="17223" x="8912225" y="2127250"/>
          <p14:tracePt t="17231" x="8912225" y="2139950"/>
          <p14:tracePt t="17239" x="8912225" y="2152650"/>
          <p14:tracePt t="17247" x="8912225" y="2165350"/>
          <p14:tracePt t="17263" x="8912225" y="2178050"/>
          <p14:tracePt t="17272" x="8912225" y="2190750"/>
          <p14:tracePt t="17407" x="8937625" y="2190750"/>
          <p14:tracePt t="17591" x="8950325" y="2190750"/>
          <p14:tracePt t="17631" x="8975725" y="2190750"/>
          <p14:tracePt t="17647" x="8986838" y="2190750"/>
          <p14:tracePt t="17655" x="9012238" y="2190750"/>
          <p14:tracePt t="17663" x="9024938" y="2190750"/>
          <p14:tracePt t="17679" x="9063038" y="2178050"/>
          <p14:tracePt t="17687" x="9088438" y="2165350"/>
          <p14:tracePt t="17695" x="9150350" y="2152650"/>
          <p14:tracePt t="17703" x="9163050" y="2152650"/>
          <p14:tracePt t="17711" x="9199563" y="2139950"/>
          <p14:tracePt t="17719" x="9212263" y="2127250"/>
          <p14:tracePt t="17728" x="9237663" y="2127250"/>
          <p14:tracePt t="17743" x="9250363" y="2114550"/>
          <p14:tracePt t="17775" x="9275763" y="2114550"/>
          <p14:tracePt t="17791" x="9288463" y="2114550"/>
          <p14:tracePt t="17799" x="9312275" y="2114550"/>
          <p14:tracePt t="17807" x="9337675" y="2114550"/>
          <p14:tracePt t="17815" x="9375775" y="2114550"/>
          <p14:tracePt t="17823" x="9424988" y="2114550"/>
          <p14:tracePt t="17831" x="9463088" y="2114550"/>
          <p14:tracePt t="17839" x="9513888" y="2114550"/>
          <p14:tracePt t="17847" x="9550400" y="2114550"/>
          <p14:tracePt t="17855" x="9563100" y="2114550"/>
          <p14:tracePt t="17863" x="9588500" y="2114550"/>
          <p14:tracePt t="17872" x="9613900" y="2114550"/>
          <p14:tracePt t="17879" x="9637713" y="2114550"/>
          <p14:tracePt t="17887" x="9663113" y="2114550"/>
          <p14:tracePt t="17896" x="9688513" y="2114550"/>
          <p14:tracePt t="17903" x="9739313" y="2114550"/>
          <p14:tracePt t="17911" x="9750425" y="2114550"/>
          <p14:tracePt t="17919" x="9775825" y="2127250"/>
          <p14:tracePt t="17927" x="9801225" y="2127250"/>
          <p14:tracePt t="17935" x="9839325" y="2127250"/>
          <p14:tracePt t="17943" x="9875838" y="2127250"/>
          <p14:tracePt t="17951" x="9875838" y="2139950"/>
          <p14:tracePt t="17959" x="9888538" y="2139950"/>
          <p14:tracePt t="17974" x="9901238" y="2139950"/>
          <p14:tracePt t="17983" x="9913938" y="2139950"/>
          <p14:tracePt t="18055" x="9926638" y="2139950"/>
          <p14:tracePt t="18071" x="9939338" y="2139950"/>
          <p14:tracePt t="18103" x="9952038" y="2139950"/>
          <p14:tracePt t="18135" x="9963150" y="2139950"/>
          <p14:tracePt t="18167" x="9975850" y="2139950"/>
          <p14:tracePt t="18255" x="9988550" y="2139950"/>
          <p14:tracePt t="18511" x="10001250" y="2139950"/>
          <p14:tracePt t="18519" x="10013950" y="2139950"/>
          <p14:tracePt t="18527" x="10026650" y="2139950"/>
          <p14:tracePt t="18551" x="10052050" y="2139950"/>
          <p14:tracePt t="18607" x="10064750" y="2139950"/>
          <p14:tracePt t="20959" x="10052050" y="2139950"/>
          <p14:tracePt t="20967" x="10013950" y="2139950"/>
          <p14:tracePt t="20975" x="9975850" y="2139950"/>
          <p14:tracePt t="20983" x="9901238" y="2152650"/>
          <p14:tracePt t="20991" x="9788525" y="2178050"/>
          <p14:tracePt t="20999" x="9701213" y="2201863"/>
          <p14:tracePt t="21007" x="9563100" y="2227263"/>
          <p14:tracePt t="21016" x="9401175" y="2252663"/>
          <p14:tracePt t="21023" x="9199563" y="2314575"/>
          <p14:tracePt t="21031" x="8963025" y="2390775"/>
          <p14:tracePt t="21039" x="8661400" y="2439988"/>
          <p14:tracePt t="21047" x="8348663" y="2478088"/>
          <p14:tracePt t="21055" x="7797800" y="2478088"/>
          <p14:tracePt t="21063" x="7097713" y="2478088"/>
          <p14:tracePt t="21071" x="6234113" y="2365375"/>
          <p14:tracePt t="21079" x="5394325" y="2227263"/>
          <p14:tracePt t="21088" x="4668838" y="2152650"/>
          <p14:tracePt t="21095" x="3943350" y="2052638"/>
          <p14:tracePt t="21103" x="3279775" y="1952625"/>
          <p14:tracePt t="21111" x="2828925" y="1939925"/>
          <p14:tracePt t="21119" x="2528888" y="1939925"/>
          <p14:tracePt t="21127" x="2390775" y="1939925"/>
          <p14:tracePt t="21135" x="2278063" y="1939925"/>
          <p14:tracePt t="21143" x="2252663" y="1939925"/>
          <p14:tracePt t="21151" x="2239963" y="1939925"/>
          <p14:tracePt t="21183" x="2228850" y="1939925"/>
          <p14:tracePt t="21191" x="2190750" y="1952625"/>
          <p14:tracePt t="21199" x="2152650" y="1978025"/>
          <p14:tracePt t="21207" x="2065338" y="2027238"/>
          <p14:tracePt t="21215" x="1978025" y="2039938"/>
          <p14:tracePt t="21223" x="1814513" y="2078038"/>
          <p14:tracePt t="21231" x="1665288" y="2089150"/>
          <p14:tracePt t="21239" x="1552575" y="2089150"/>
          <p14:tracePt t="21247" x="1452563" y="2089150"/>
          <p14:tracePt t="21255" x="1389063" y="2089150"/>
          <p14:tracePt t="21263" x="1301750" y="2089150"/>
          <p14:tracePt t="21272" x="1276350" y="2089150"/>
          <p14:tracePt t="21279" x="1239838" y="2089150"/>
          <p14:tracePt t="21288" x="1214438" y="2101850"/>
          <p14:tracePt t="21303" x="1201738" y="2101850"/>
          <p14:tracePt t="21311" x="1189038" y="2114550"/>
          <p14:tracePt t="21319" x="1176338" y="2127250"/>
          <p14:tracePt t="21327" x="1163638" y="2127250"/>
          <p14:tracePt t="21335" x="1139825" y="2127250"/>
          <p14:tracePt t="21343" x="1127125" y="2127250"/>
          <p14:tracePt t="21351" x="1114425" y="2127250"/>
          <p14:tracePt t="21359" x="1089025" y="2139950"/>
          <p14:tracePt t="21367" x="1076325" y="2139950"/>
          <p14:tracePt t="21383" x="1063625" y="2152650"/>
          <p14:tracePt t="21391" x="1050925" y="2152650"/>
          <p14:tracePt t="21407" x="1038225" y="2152650"/>
          <p14:tracePt t="21696" x="1027113" y="2165350"/>
          <p14:tracePt t="21703" x="1014413" y="2165350"/>
          <p14:tracePt t="21719" x="1001713" y="2165350"/>
          <p14:tracePt t="21735" x="989013" y="2178050"/>
          <p14:tracePt t="21767" x="976313" y="2178050"/>
          <p14:tracePt t="21775" x="963613" y="2178050"/>
          <p14:tracePt t="21847" x="950913" y="2178050"/>
          <p14:tracePt t="21863" x="938213" y="2178050"/>
          <p14:tracePt t="21879" x="925513" y="2178050"/>
          <p14:tracePt t="21887" x="925513" y="2190750"/>
          <p14:tracePt t="21903" x="914400" y="2190750"/>
          <p14:tracePt t="22847" x="925513" y="2190750"/>
          <p14:tracePt t="22863" x="938213" y="2178050"/>
          <p14:tracePt t="22879" x="950913" y="2165350"/>
          <p14:tracePt t="22911" x="963613" y="2165350"/>
          <p14:tracePt t="22959" x="976313" y="2152650"/>
          <p14:tracePt t="22983" x="976313" y="2139950"/>
          <p14:tracePt t="22999" x="989013" y="2127250"/>
          <p14:tracePt t="23247" x="1001713" y="2127250"/>
          <p14:tracePt t="23279" x="1014413" y="2127250"/>
          <p14:tracePt t="23287" x="1027113" y="2127250"/>
          <p14:tracePt t="23335" x="1027113" y="2114550"/>
          <p14:tracePt t="23391" x="1038225" y="2114550"/>
          <p14:tracePt t="23447" x="1063625" y="2114550"/>
          <p14:tracePt t="23487" x="1076325" y="2114550"/>
          <p14:tracePt t="23511" x="1101725" y="2114550"/>
          <p14:tracePt t="23519" x="1127125" y="2127250"/>
          <p14:tracePt t="23535" x="1139825" y="2127250"/>
          <p14:tracePt t="23544" x="1150938" y="2127250"/>
          <p14:tracePt t="23559" x="1189038" y="2139950"/>
          <p14:tracePt t="23575" x="1214438" y="2139950"/>
          <p14:tracePt t="23583" x="1227138" y="2152650"/>
          <p14:tracePt t="23591" x="1239838" y="2152650"/>
          <p14:tracePt t="23599" x="1252538" y="2152650"/>
          <p14:tracePt t="23615" x="1263650" y="2152650"/>
          <p14:tracePt t="23623" x="1276350" y="2152650"/>
          <p14:tracePt t="23671" x="1289050" y="2152650"/>
          <p14:tracePt t="23679" x="1301750" y="2152650"/>
          <p14:tracePt t="23695" x="1314450" y="2165350"/>
          <p14:tracePt t="23743" x="1327150" y="2165350"/>
          <p14:tracePt t="23751" x="1352550" y="2178050"/>
          <p14:tracePt t="23759" x="1376363" y="2178050"/>
          <p14:tracePt t="23767" x="1414463" y="2190750"/>
          <p14:tracePt t="23775" x="1489075" y="2190750"/>
          <p14:tracePt t="23783" x="1539875" y="2214563"/>
          <p14:tracePt t="23791" x="1589088" y="2214563"/>
          <p14:tracePt t="23799" x="1665288" y="2227263"/>
          <p14:tracePt t="23807" x="1752600" y="2227263"/>
          <p14:tracePt t="23815" x="1865313" y="2227263"/>
          <p14:tracePt t="23823" x="2014538" y="2227263"/>
          <p14:tracePt t="23831" x="2216150" y="2227263"/>
          <p14:tracePt t="23839" x="2490788" y="2227263"/>
          <p14:tracePt t="23847" x="2867025" y="2227263"/>
          <p14:tracePt t="23855" x="3305175" y="2227263"/>
          <p14:tracePt t="23863" x="3756025" y="2227263"/>
          <p14:tracePt t="23871" x="4156075" y="2227263"/>
          <p14:tracePt t="23879" x="4318000" y="2227263"/>
          <p14:tracePt t="23887" x="4343400" y="2227263"/>
          <p14:tracePt t="23896" x="4543425" y="2227263"/>
          <p14:tracePt t="23903" x="4668838" y="2227263"/>
          <p14:tracePt t="23912" x="4768850" y="2227263"/>
          <p14:tracePt t="23919" x="4843463" y="2227263"/>
          <p14:tracePt t="23927" x="4868863" y="2227263"/>
          <p14:tracePt t="23983" x="4881563" y="2227263"/>
          <p14:tracePt t="24047" x="4906963" y="2227263"/>
          <p14:tracePt t="24087" x="4919663" y="2227263"/>
          <p14:tracePt t="24135" x="4945063" y="2227263"/>
          <p14:tracePt t="24175" x="4956175" y="2227263"/>
          <p14:tracePt t="24183" x="4981575" y="2227263"/>
          <p14:tracePt t="24199" x="4994275" y="2227263"/>
          <p14:tracePt t="24207" x="4994275" y="2214563"/>
          <p14:tracePt t="24215" x="5019675" y="2214563"/>
          <p14:tracePt t="24231" x="5032375" y="2214563"/>
          <p14:tracePt t="24239" x="5057775" y="2201863"/>
          <p14:tracePt t="24255" x="5094288" y="2190750"/>
          <p14:tracePt t="24263" x="5145088" y="2178050"/>
          <p14:tracePt t="24271" x="5181600" y="2178050"/>
          <p14:tracePt t="24279" x="5232400" y="2178050"/>
          <p14:tracePt t="24287" x="5270500" y="2165350"/>
          <p14:tracePt t="24295" x="5307013" y="2165350"/>
          <p14:tracePt t="24303" x="5345113" y="2165350"/>
          <p14:tracePt t="24311" x="5357813" y="2165350"/>
          <p14:tracePt t="24319" x="5394325" y="2165350"/>
          <p14:tracePt t="24327" x="5407025" y="2152650"/>
          <p14:tracePt t="24335" x="5419725" y="2139950"/>
          <p14:tracePt t="24359" x="5432425" y="2139950"/>
          <p14:tracePt t="24391" x="5445125" y="2139950"/>
          <p14:tracePt t="24423" x="5457825" y="2139950"/>
          <p14:tracePt t="24431" x="5470525" y="2139950"/>
          <p14:tracePt t="24447" x="5483225" y="2127250"/>
          <p14:tracePt t="25151" x="5383213" y="2127250"/>
          <p14:tracePt t="25159" x="5257800" y="2127250"/>
          <p14:tracePt t="25167" x="5045075" y="2152650"/>
          <p14:tracePt t="25175" x="4719638" y="2190750"/>
          <p14:tracePt t="25183" x="4105275" y="2190750"/>
          <p14:tracePt t="25191" x="3530600" y="2190750"/>
          <p14:tracePt t="25199" x="2954338" y="2190750"/>
          <p14:tracePt t="25207" x="2416175" y="2190750"/>
          <p14:tracePt t="25216" x="1978025" y="2190750"/>
          <p14:tracePt t="25223" x="1652588" y="2165350"/>
          <p14:tracePt t="25232" x="1427163" y="2127250"/>
          <p14:tracePt t="25239" x="1289050" y="2127250"/>
          <p14:tracePt t="25247" x="1214438" y="2127250"/>
          <p14:tracePt t="25255" x="1176338" y="2127250"/>
          <p14:tracePt t="25263" x="1163638" y="2127250"/>
          <p14:tracePt t="25279" x="1139825" y="2127250"/>
          <p14:tracePt t="25295" x="1114425" y="2152650"/>
          <p14:tracePt t="25303" x="1063625" y="2190750"/>
          <p14:tracePt t="25311" x="1027113" y="2201863"/>
          <p14:tracePt t="25319" x="1001713" y="2201863"/>
          <p14:tracePt t="25327" x="950913" y="2227263"/>
          <p14:tracePt t="25335" x="901700" y="2227263"/>
          <p14:tracePt t="25343" x="863600" y="2227263"/>
          <p14:tracePt t="25351" x="825500" y="2227263"/>
          <p14:tracePt t="25359" x="801688" y="2227263"/>
          <p14:tracePt t="25367" x="788988" y="2227263"/>
          <p14:tracePt t="25375" x="776288" y="2227263"/>
          <p14:tracePt t="25391" x="738188" y="2227263"/>
          <p14:tracePt t="25400" x="725488" y="2227263"/>
          <p14:tracePt t="25407" x="701675" y="2227263"/>
          <p14:tracePt t="25416" x="650875" y="2227263"/>
          <p14:tracePt t="25423" x="638175" y="2227263"/>
          <p14:tracePt t="25431" x="600075" y="2227263"/>
          <p14:tracePt t="25439" x="563563" y="2227263"/>
          <p14:tracePt t="25455" x="550863" y="2227263"/>
          <p14:tracePt t="25471" x="550863" y="2214563"/>
          <p14:tracePt t="25479" x="550863" y="2201863"/>
          <p14:tracePt t="25495" x="550863" y="2190750"/>
          <p14:tracePt t="25503" x="550863" y="2178050"/>
          <p14:tracePt t="25511" x="550863" y="2152650"/>
          <p14:tracePt t="25519" x="563563" y="2139950"/>
          <p14:tracePt t="25528" x="588963" y="2114550"/>
          <p14:tracePt t="25535" x="612775" y="2101850"/>
          <p14:tracePt t="25543" x="625475" y="2101850"/>
          <p14:tracePt t="25551" x="663575" y="2078038"/>
          <p14:tracePt t="25559" x="676275" y="2065338"/>
          <p14:tracePt t="25567" x="688975" y="2065338"/>
          <p14:tracePt t="25575" x="725488" y="2065338"/>
          <p14:tracePt t="25583" x="750888" y="2052638"/>
          <p14:tracePt t="25591" x="788988" y="2052638"/>
          <p14:tracePt t="25600" x="814388" y="2039938"/>
          <p14:tracePt t="25607" x="825500" y="2039938"/>
          <p14:tracePt t="25615" x="838200" y="2039938"/>
          <p14:tracePt t="25623" x="850900" y="2039938"/>
          <p14:tracePt t="25631" x="863600" y="2027238"/>
          <p14:tracePt t="25639" x="876300" y="2027238"/>
          <p14:tracePt t="25647" x="889000" y="2027238"/>
          <p14:tracePt t="25655" x="901700" y="2027238"/>
          <p14:tracePt t="25663" x="938213" y="2027238"/>
          <p14:tracePt t="25671" x="976313" y="2027238"/>
          <p14:tracePt t="25679" x="1001713" y="2039938"/>
          <p14:tracePt t="25687" x="1038225" y="2052638"/>
          <p14:tracePt t="25695" x="1076325" y="2078038"/>
          <p14:tracePt t="25703" x="1101725" y="2078038"/>
          <p14:tracePt t="25712" x="1150938" y="2089150"/>
          <p14:tracePt t="25719" x="1189038" y="2101850"/>
          <p14:tracePt t="25727" x="1227138" y="2127250"/>
          <p14:tracePt t="25735" x="1252538" y="2127250"/>
          <p14:tracePt t="25743" x="1289050" y="2127250"/>
          <p14:tracePt t="25751" x="1339850" y="2139950"/>
          <p14:tracePt t="25759" x="1414463" y="2139950"/>
          <p14:tracePt t="25767" x="1514475" y="2152650"/>
          <p14:tracePt t="25775" x="1577975" y="2152650"/>
          <p14:tracePt t="25784" x="1665288" y="2152650"/>
          <p14:tracePt t="25791" x="1752600" y="2152650"/>
          <p14:tracePt t="25799" x="1801813" y="2152650"/>
          <p14:tracePt t="25807" x="1852613" y="2152650"/>
          <p14:tracePt t="25815" x="1903413" y="2152650"/>
          <p14:tracePt t="25823" x="1952625" y="2152650"/>
          <p14:tracePt t="25831" x="1965325" y="2152650"/>
          <p14:tracePt t="25839" x="2003425" y="2152650"/>
          <p14:tracePt t="25855" x="2014538" y="2152650"/>
          <p14:tracePt t="25895" x="2027238" y="2152650"/>
          <p14:tracePt t="25911" x="2052638" y="2152650"/>
          <p14:tracePt t="25919" x="2090738" y="2152650"/>
          <p14:tracePt t="25927" x="2116138" y="2152650"/>
          <p14:tracePt t="25935" x="2127250" y="2152650"/>
          <p14:tracePt t="25947" x="2152650" y="2152650"/>
          <p14:tracePt t="25951" x="2165350" y="2152650"/>
          <p14:tracePt t="25959" x="2190750" y="2139950"/>
          <p14:tracePt t="25983" x="2203450" y="2139950"/>
          <p14:tracePt t="26015" x="2216150" y="2139950"/>
          <p14:tracePt t="26023" x="2239963" y="2139950"/>
          <p14:tracePt t="26031" x="2278063" y="2139950"/>
          <p14:tracePt t="26039" x="2303463" y="2139950"/>
          <p14:tracePt t="26047" x="2352675" y="2139950"/>
          <p14:tracePt t="26055" x="2403475" y="2139950"/>
          <p14:tracePt t="26063" x="2478088" y="2139950"/>
          <p14:tracePt t="26071" x="2565400" y="2139950"/>
          <p14:tracePt t="26080" x="2628900" y="2139950"/>
          <p14:tracePt t="26087" x="2690813" y="2139950"/>
          <p14:tracePt t="26095" x="2778125" y="2139950"/>
          <p14:tracePt t="26103" x="2828925" y="2139950"/>
          <p14:tracePt t="26111" x="2879725" y="2139950"/>
          <p14:tracePt t="26119" x="2916238" y="2127250"/>
          <p14:tracePt t="26127" x="2941638" y="2127250"/>
          <p14:tracePt t="26135" x="2979738" y="2127250"/>
          <p14:tracePt t="26143" x="2992438" y="2127250"/>
          <p14:tracePt t="26151" x="3016250" y="2127250"/>
          <p14:tracePt t="26159" x="3041650" y="2127250"/>
          <p14:tracePt t="26167" x="3067050" y="2127250"/>
          <p14:tracePt t="26175" x="3079750" y="2114550"/>
          <p14:tracePt t="26183" x="3103563" y="2114550"/>
          <p14:tracePt t="26191" x="3116263" y="2114550"/>
          <p14:tracePt t="26207" x="3128963" y="2114550"/>
          <p14:tracePt t="26215" x="3141663" y="2114550"/>
          <p14:tracePt t="26247" x="3154363" y="2114550"/>
          <p14:tracePt t="26255" x="3179763" y="2114550"/>
          <p14:tracePt t="26263" x="3205163" y="2114550"/>
          <p14:tracePt t="26271" x="3254375" y="2114550"/>
          <p14:tracePt t="26279" x="3292475" y="2114550"/>
          <p14:tracePt t="26287" x="3328988" y="2114550"/>
          <p14:tracePt t="26295" x="3354388" y="2114550"/>
          <p14:tracePt t="26303" x="3405188" y="2114550"/>
          <p14:tracePt t="26311" x="3454400" y="2114550"/>
          <p14:tracePt t="26319" x="3530600" y="2114550"/>
          <p14:tracePt t="26327" x="3605213" y="2114550"/>
          <p14:tracePt t="26335" x="3692525" y="2114550"/>
          <p14:tracePt t="26343" x="3805238" y="2114550"/>
          <p14:tracePt t="26352" x="3943350" y="2114550"/>
          <p14:tracePt t="26359" x="4092575" y="2114550"/>
          <p14:tracePt t="26367" x="4217988" y="2114550"/>
          <p14:tracePt t="26375" x="4356100" y="2114550"/>
          <p14:tracePt t="26383" x="4468813" y="2114550"/>
          <p14:tracePt t="26391" x="4568825" y="2114550"/>
          <p14:tracePt t="26399" x="4643438" y="2114550"/>
          <p14:tracePt t="26407" x="4706938" y="2114550"/>
          <p14:tracePt t="26415" x="4756150" y="2114550"/>
          <p14:tracePt t="26423" x="4806950" y="2139950"/>
          <p14:tracePt t="26431" x="4819650" y="2139950"/>
          <p14:tracePt t="26439" x="4832350" y="2139950"/>
          <p14:tracePt t="26447" x="4843463" y="2139950"/>
          <p14:tracePt t="27455" x="4856163" y="2139950"/>
          <p14:tracePt t="27463" x="4881563" y="2139950"/>
          <p14:tracePt t="27472" x="4894263" y="2139950"/>
          <p14:tracePt t="27479" x="4906963" y="2139950"/>
          <p14:tracePt t="27487" x="4932363" y="2139950"/>
          <p14:tracePt t="27495" x="4945063" y="2139950"/>
          <p14:tracePt t="27503" x="4968875" y="2139950"/>
          <p14:tracePt t="27511" x="5006975" y="2139950"/>
          <p14:tracePt t="27519" x="5019675" y="2139950"/>
          <p14:tracePt t="27527" x="5057775" y="2139950"/>
          <p14:tracePt t="27535" x="5081588" y="2139950"/>
          <p14:tracePt t="27543" x="5106988" y="2139950"/>
          <p14:tracePt t="27551" x="5132388" y="2139950"/>
          <p14:tracePt t="27943" x="5145088" y="2139950"/>
          <p14:tracePt t="27951" x="5194300" y="2139950"/>
          <p14:tracePt t="27959" x="5257800" y="2139950"/>
          <p14:tracePt t="27967" x="5319713" y="2139950"/>
          <p14:tracePt t="27975" x="5370513" y="2139950"/>
          <p14:tracePt t="27983" x="5407025" y="2139950"/>
          <p14:tracePt t="27991" x="5445125" y="2139950"/>
          <p14:tracePt t="27999" x="5470525" y="2127250"/>
          <p14:tracePt t="28007" x="5495925" y="2127250"/>
          <p14:tracePt t="28623" x="5532438" y="2127250"/>
          <p14:tracePt t="28631" x="5583238" y="2127250"/>
          <p14:tracePt t="28639" x="5632450" y="2127250"/>
          <p14:tracePt t="28647" x="5695950" y="2127250"/>
          <p14:tracePt t="28655" x="5732463" y="2127250"/>
          <p14:tracePt t="28663" x="5783263" y="2127250"/>
          <p14:tracePt t="28671" x="5821363" y="2127250"/>
          <p14:tracePt t="28679" x="5845175" y="2127250"/>
          <p14:tracePt t="28687" x="5870575" y="2127250"/>
          <p14:tracePt t="28695" x="5883275" y="2127250"/>
          <p14:tracePt t="28935" x="5921375" y="2127250"/>
          <p14:tracePt t="28943" x="6045200" y="2127250"/>
          <p14:tracePt t="28951" x="6146800" y="2127250"/>
          <p14:tracePt t="28959" x="6234113" y="2127250"/>
          <p14:tracePt t="28967" x="6346825" y="2127250"/>
          <p14:tracePt t="28975" x="6483350" y="2127250"/>
          <p14:tracePt t="28983" x="6559550" y="2127250"/>
          <p14:tracePt t="28991" x="6672263" y="2114550"/>
          <p14:tracePt t="28999" x="6721475" y="2114550"/>
          <p14:tracePt t="29007" x="6759575" y="2089150"/>
          <p14:tracePt t="29015" x="6772275" y="2089150"/>
          <p14:tracePt t="29255" x="6808788" y="2089150"/>
          <p14:tracePt t="29263" x="6884988" y="2089150"/>
          <p14:tracePt t="29271" x="6921500" y="2089150"/>
          <p14:tracePt t="29279" x="6985000" y="2089150"/>
          <p14:tracePt t="29287" x="7034213" y="2089150"/>
          <p14:tracePt t="29295" x="7085013" y="2089150"/>
          <p14:tracePt t="29303" x="7134225" y="2089150"/>
          <p14:tracePt t="29311" x="7172325" y="2089150"/>
          <p14:tracePt t="29319" x="7185025" y="2089150"/>
          <p14:tracePt t="29327" x="7210425" y="2089150"/>
          <p14:tracePt t="29591" x="7210425" y="2101850"/>
          <p14:tracePt t="29607" x="7172325" y="2101850"/>
          <p14:tracePt t="29615" x="7123113" y="2101850"/>
          <p14:tracePt t="29623" x="7046913" y="2101850"/>
          <p14:tracePt t="29631" x="6985000" y="2101850"/>
          <p14:tracePt t="29639" x="6910388" y="2101850"/>
          <p14:tracePt t="29647" x="6884988" y="2101850"/>
          <p14:tracePt t="29655" x="6859588" y="2101850"/>
          <p14:tracePt t="29663" x="6846888" y="2101850"/>
          <p14:tracePt t="29671" x="6821488" y="2101850"/>
          <p14:tracePt t="29687" x="6808788" y="2101850"/>
          <p14:tracePt t="29703" x="6797675" y="2101850"/>
          <p14:tracePt t="29711" x="6784975" y="2101850"/>
          <p14:tracePt t="29727" x="6772275" y="2101850"/>
          <p14:tracePt t="29807" x="6759575" y="2101850"/>
          <p14:tracePt t="29863" x="6746875" y="2114550"/>
          <p14:tracePt t="29879" x="6734175" y="2114550"/>
          <p14:tracePt t="30343" x="6772275" y="2114550"/>
          <p14:tracePt t="30351" x="6884988" y="2114550"/>
          <p14:tracePt t="30359" x="7021513" y="2114550"/>
          <p14:tracePt t="30367" x="7185025" y="2114550"/>
          <p14:tracePt t="30375" x="7348538" y="2114550"/>
          <p14:tracePt t="30383" x="7497763" y="2114550"/>
          <p14:tracePt t="30391" x="7648575" y="2114550"/>
          <p14:tracePt t="30399" x="7748588" y="2114550"/>
          <p14:tracePt t="30407" x="7874000" y="2114550"/>
          <p14:tracePt t="30415" x="7923213" y="2114550"/>
          <p14:tracePt t="30423" x="7974013" y="2114550"/>
          <p14:tracePt t="30431" x="7999413" y="2114550"/>
          <p14:tracePt t="30439" x="8010525" y="2114550"/>
          <p14:tracePt t="30679" x="8023225" y="2114550"/>
          <p14:tracePt t="30687" x="8048625" y="2114550"/>
          <p14:tracePt t="30695" x="8061325" y="2114550"/>
          <p14:tracePt t="30703" x="8110538" y="2127250"/>
          <p14:tracePt t="30711" x="8148638" y="2127250"/>
          <p14:tracePt t="30719" x="8174038" y="2139950"/>
          <p14:tracePt t="30727" x="8186738" y="2139950"/>
          <p14:tracePt t="30735" x="8199438" y="2139950"/>
          <p14:tracePt t="31471" x="8235950" y="2139950"/>
          <p14:tracePt t="31479" x="8361363" y="2139950"/>
          <p14:tracePt t="31487" x="8424863" y="2152650"/>
          <p14:tracePt t="31495" x="8512175" y="2178050"/>
          <p14:tracePt t="31503" x="8586788" y="2178050"/>
          <p14:tracePt t="31511" x="8637588" y="2178050"/>
          <p14:tracePt t="31519" x="8699500" y="2178050"/>
          <p14:tracePt t="31527" x="8763000" y="2178050"/>
          <p14:tracePt t="31535" x="8812213" y="2178050"/>
          <p14:tracePt t="31543" x="8837613" y="2178050"/>
          <p14:tracePt t="31551" x="8850313" y="2178050"/>
          <p14:tracePt t="31559" x="8863013" y="2178050"/>
          <p14:tracePt t="31687" x="8874125" y="2178050"/>
          <p14:tracePt t="31695" x="8899525" y="2178050"/>
          <p14:tracePt t="31703" x="8937625" y="2178050"/>
          <p14:tracePt t="31711" x="8975725" y="2178050"/>
          <p14:tracePt t="31719" x="9024938" y="2178050"/>
          <p14:tracePt t="31727" x="9037638" y="2178050"/>
          <p14:tracePt t="31735" x="9063038" y="2178050"/>
          <p14:tracePt t="31743" x="9075738" y="2178050"/>
          <p14:tracePt t="31751" x="9088438" y="2178050"/>
          <p14:tracePt t="31759" x="9099550" y="2178050"/>
          <p14:tracePt t="31895" x="9112250" y="2178050"/>
          <p14:tracePt t="31903" x="9163050" y="2178050"/>
          <p14:tracePt t="31911" x="9212263" y="2178050"/>
          <p14:tracePt t="31919" x="9312275" y="2178050"/>
          <p14:tracePt t="31927" x="9388475" y="2178050"/>
          <p14:tracePt t="31947" x="9550400" y="2178050"/>
          <p14:tracePt t="31951" x="9613900" y="2178050"/>
          <p14:tracePt t="31959" x="9663113" y="2178050"/>
          <p14:tracePt t="31968" x="9675813" y="2178050"/>
          <p14:tracePt t="31975" x="9713913" y="2165350"/>
          <p14:tracePt t="32143" x="9650413" y="2165350"/>
          <p14:tracePt t="32151" x="9626600" y="2165350"/>
          <p14:tracePt t="32159" x="9613900" y="2165350"/>
          <p14:tracePt t="32167" x="9588500" y="2165350"/>
          <p14:tracePt t="32183" x="9575800" y="2165350"/>
          <p14:tracePt t="32311" x="9563100" y="2165350"/>
          <p14:tracePt t="32511" x="9626600" y="2165350"/>
          <p14:tracePt t="32519" x="9713913" y="2165350"/>
          <p14:tracePt t="32527" x="9763125" y="2165350"/>
          <p14:tracePt t="32536" x="9801225" y="2165350"/>
          <p14:tracePt t="32543" x="9839325" y="2165350"/>
          <p14:tracePt t="32559" x="9852025" y="2152650"/>
          <p14:tracePt t="32767" x="9888538" y="2139950"/>
          <p14:tracePt t="32775" x="9913938" y="2139950"/>
          <p14:tracePt t="32783" x="9963150" y="2139950"/>
          <p14:tracePt t="32791" x="10001250" y="2152650"/>
          <p14:tracePt t="32799" x="10075863" y="2165350"/>
          <p14:tracePt t="32807" x="10152063" y="2165350"/>
          <p14:tracePt t="32815" x="10213975" y="2190750"/>
          <p14:tracePt t="32823" x="10301288" y="2201863"/>
          <p14:tracePt t="32831" x="10339388" y="2201863"/>
          <p14:tracePt t="32839" x="10364788" y="2201863"/>
          <p14:tracePt t="33007" x="10377488" y="2201863"/>
          <p14:tracePt t="33015" x="10464800" y="2201863"/>
          <p14:tracePt t="33023" x="10502900" y="2201863"/>
          <p14:tracePt t="33031" x="10539413" y="2201863"/>
          <p14:tracePt t="33039" x="10552113" y="2201863"/>
          <p14:tracePt t="33047" x="10564813" y="2190750"/>
          <p14:tracePt t="33063" x="10590213" y="2190750"/>
          <p14:tracePt t="33079" x="10602913" y="2190750"/>
          <p14:tracePt t="33135" x="10614025" y="2190750"/>
          <p14:tracePt t="33143" x="10639425" y="2178050"/>
          <p14:tracePt t="33159" x="10652125" y="2178050"/>
          <p14:tracePt t="33207" x="10677525" y="2178050"/>
          <p14:tracePt t="33215" x="10690225" y="2152650"/>
          <p14:tracePt t="33223" x="10702925" y="2152650"/>
          <p14:tracePt t="33231" x="10702925" y="2139950"/>
          <p14:tracePt t="33239" x="10715625" y="2139950"/>
          <p14:tracePt t="33391" x="10726738" y="2139950"/>
          <p14:tracePt t="33399" x="10752138" y="2139950"/>
          <p14:tracePt t="33407" x="10802938" y="2139950"/>
          <p14:tracePt t="33415" x="10864850" y="2114550"/>
          <p14:tracePt t="33423" x="10890250" y="2114550"/>
          <p14:tracePt t="33431" x="10939463" y="2101850"/>
          <p14:tracePt t="33439" x="10977563" y="2089150"/>
          <p14:tracePt t="33447" x="11002963" y="2089150"/>
          <p14:tracePt t="33455" x="11015663" y="2089150"/>
          <p14:tracePt t="33472" x="11041063" y="2065338"/>
          <p14:tracePt t="33519" x="11052175" y="2065338"/>
          <p14:tracePt t="33631" x="11064875" y="2065338"/>
          <p14:tracePt t="33639" x="11090275" y="2065338"/>
          <p14:tracePt t="33672" x="11102975" y="2065338"/>
          <p14:tracePt t="33687" x="11115675" y="2065338"/>
          <p14:tracePt t="33711" x="11128375" y="2065338"/>
          <p14:tracePt t="34111" x="11115675" y="2065338"/>
          <p14:tracePt t="34119" x="10990263" y="2089150"/>
          <p14:tracePt t="34127" x="10890250" y="2101850"/>
          <p14:tracePt t="34135" x="10752138" y="2152650"/>
          <p14:tracePt t="34143" x="10614025" y="2190750"/>
          <p14:tracePt t="34151" x="10390188" y="2239963"/>
          <p14:tracePt t="34159" x="10113963" y="2327275"/>
          <p14:tracePt t="34167" x="9488488" y="2403475"/>
          <p14:tracePt t="34175" x="8737600" y="2452688"/>
          <p14:tracePt t="34183" x="7948613" y="2503488"/>
          <p14:tracePt t="34191" x="7097713" y="2527300"/>
          <p14:tracePt t="34199" x="6421438" y="2527300"/>
          <p14:tracePt t="34207" x="5845175" y="2527300"/>
          <p14:tracePt t="34215" x="5445125" y="2527300"/>
          <p14:tracePt t="34223" x="4968875" y="2527300"/>
          <p14:tracePt t="34231" x="4656138" y="2527300"/>
          <p14:tracePt t="34239" x="4318000" y="2527300"/>
          <p14:tracePt t="34247" x="4105275" y="2527300"/>
          <p14:tracePt t="34255" x="3805238" y="2527300"/>
          <p14:tracePt t="34263" x="3530600" y="2527300"/>
          <p14:tracePt t="34271" x="3254375" y="2527300"/>
          <p14:tracePt t="34279" x="3054350" y="2527300"/>
          <p14:tracePt t="34287" x="2767013" y="2552700"/>
          <p14:tracePt t="34295" x="2528888" y="2552700"/>
          <p14:tracePt t="34303" x="2316163" y="2552700"/>
          <p14:tracePt t="34311" x="2152650" y="2552700"/>
          <p14:tracePt t="34319" x="2003425" y="2552700"/>
          <p14:tracePt t="34327" x="1878013" y="2552700"/>
          <p14:tracePt t="34335" x="1790700" y="2552700"/>
          <p14:tracePt t="34343" x="1701800" y="2552700"/>
          <p14:tracePt t="34351" x="1639888" y="2552700"/>
          <p14:tracePt t="34359" x="1589088" y="2552700"/>
          <p14:tracePt t="34367" x="1527175" y="2552700"/>
          <p14:tracePt t="34375" x="1489075" y="2552700"/>
          <p14:tracePt t="34383" x="1427163" y="2552700"/>
          <p14:tracePt t="34391" x="1376363" y="2552700"/>
          <p14:tracePt t="34399" x="1314450" y="2552700"/>
          <p14:tracePt t="34407" x="1214438" y="2552700"/>
          <p14:tracePt t="34415" x="1163638" y="2552700"/>
          <p14:tracePt t="34423" x="1114425" y="2552700"/>
          <p14:tracePt t="34431" x="1050925" y="2552700"/>
          <p14:tracePt t="34439" x="989013" y="2552700"/>
          <p14:tracePt t="34447" x="976313" y="2552700"/>
          <p14:tracePt t="34463" x="950913" y="2552700"/>
          <p14:tracePt t="34479" x="938213" y="2552700"/>
          <p14:tracePt t="34495" x="925513" y="2552700"/>
          <p14:tracePt t="34503" x="889000" y="2540000"/>
          <p14:tracePt t="34520" x="863600" y="2540000"/>
          <p14:tracePt t="34527" x="850900" y="2540000"/>
          <p14:tracePt t="34543" x="838200" y="2540000"/>
          <p14:tracePt t="34591" x="825500" y="2540000"/>
          <p14:tracePt t="34655" x="825500" y="2527300"/>
          <p14:tracePt t="34727" x="825500" y="2516188"/>
          <p14:tracePt t="34775" x="838200" y="2516188"/>
          <p14:tracePt t="34807" x="850900" y="2516188"/>
          <p14:tracePt t="34847" x="863600" y="2516188"/>
          <p14:tracePt t="34887" x="876300" y="2503488"/>
          <p14:tracePt t="34951" x="889000" y="2503488"/>
          <p14:tracePt t="35799" x="901700" y="2503488"/>
          <p14:tracePt t="35839" x="914400" y="2503488"/>
          <p14:tracePt t="35847" x="925513" y="2503488"/>
          <p14:tracePt t="35855" x="963613" y="2503488"/>
          <p14:tracePt t="35863" x="989013" y="2503488"/>
          <p14:tracePt t="35870" x="1027113" y="2503488"/>
          <p14:tracePt t="35879" x="1089025" y="2503488"/>
          <p14:tracePt t="35886" x="1163638" y="2503488"/>
          <p14:tracePt t="35895" x="1289050" y="2503488"/>
          <p14:tracePt t="35902" x="1514475" y="2503488"/>
          <p14:tracePt t="35911" x="1952625" y="2503488"/>
          <p14:tracePt t="35919" x="2628900" y="2503488"/>
          <p14:tracePt t="35927" x="3341688" y="2503488"/>
          <p14:tracePt t="35935" x="4230688" y="2516188"/>
          <p14:tracePt t="35943" x="5068888" y="2516188"/>
          <p14:tracePt t="35951" x="5921375" y="2516188"/>
          <p14:tracePt t="35959" x="6734175" y="2516188"/>
          <p14:tracePt t="35967" x="7410450" y="2516188"/>
          <p14:tracePt t="35975" x="7886700" y="2516188"/>
          <p14:tracePt t="35983" x="8261350" y="2516188"/>
          <p14:tracePt t="35991" x="8461375" y="2516188"/>
          <p14:tracePt t="35999" x="8586788" y="2516188"/>
          <p14:tracePt t="36007" x="8650288" y="2516188"/>
          <p14:tracePt t="36015" x="8712200" y="2516188"/>
          <p14:tracePt t="36024" x="8763000" y="2516188"/>
          <p14:tracePt t="36031" x="8874125" y="2527300"/>
          <p14:tracePt t="36038" x="8999538" y="2527300"/>
          <p14:tracePt t="36047" x="9150350" y="2527300"/>
          <p14:tracePt t="36055" x="9312275" y="2527300"/>
          <p14:tracePt t="36063" x="9463088" y="2527300"/>
          <p14:tracePt t="36071" x="9550400" y="2527300"/>
          <p14:tracePt t="36079" x="9613900" y="2527300"/>
          <p14:tracePt t="36087" x="9650413" y="2527300"/>
          <p14:tracePt t="36143" x="9663113" y="2527300"/>
          <p14:tracePt t="36151" x="9726613" y="2527300"/>
          <p14:tracePt t="36159" x="9801225" y="2527300"/>
          <p14:tracePt t="36167" x="9863138" y="2527300"/>
          <p14:tracePt t="36175" x="9939338" y="2527300"/>
          <p14:tracePt t="36183" x="10001250" y="2516188"/>
          <p14:tracePt t="36191" x="10039350" y="2516188"/>
          <p14:tracePt t="36199" x="10075863" y="2503488"/>
          <p14:tracePt t="36208" x="10113963" y="2490788"/>
          <p14:tracePt t="36215" x="10164763" y="2478088"/>
          <p14:tracePt t="36223" x="10188575" y="2465388"/>
          <p14:tracePt t="36231" x="10239375" y="2452688"/>
          <p14:tracePt t="36239" x="10339388" y="2403475"/>
          <p14:tracePt t="36247" x="10426700" y="2378075"/>
          <p14:tracePt t="36255" x="10539413" y="2327275"/>
          <p14:tracePt t="36263" x="10626725" y="2278063"/>
          <p14:tracePt t="36271" x="10715625" y="2252663"/>
          <p14:tracePt t="36279" x="10790238" y="2214563"/>
          <p14:tracePt t="36287" x="10852150" y="2190750"/>
          <p14:tracePt t="36295" x="10877550" y="2165350"/>
          <p14:tracePt t="36311" x="10890250" y="2165350"/>
          <p14:tracePt t="36391" x="10902950" y="2165350"/>
          <p14:tracePt t="36615" x="10915650" y="2165350"/>
          <p14:tracePt t="36919" x="10928350" y="2152650"/>
          <p14:tracePt t="36927" x="10928350" y="2114550"/>
          <p14:tracePt t="36935" x="10928350" y="2089150"/>
          <p14:tracePt t="36943" x="10928350" y="2052638"/>
          <p14:tracePt t="36951" x="10939463" y="2027238"/>
          <p14:tracePt t="36960" x="11002963" y="2001838"/>
          <p14:tracePt t="36967" x="11102975" y="1965325"/>
          <p14:tracePt t="36975" x="11153775" y="1952625"/>
          <p14:tracePt t="36983" x="11215688" y="1952625"/>
          <p14:tracePt t="36991" x="11277600" y="1927225"/>
          <p14:tracePt t="36999" x="11353800" y="1927225"/>
          <p14:tracePt t="37007" x="11390313" y="1927225"/>
          <p14:tracePt t="37015" x="11428413" y="1927225"/>
          <p14:tracePt t="37023" x="11441113" y="1927225"/>
          <p14:tracePt t="37055" x="11453813" y="1927225"/>
          <p14:tracePt t="37063" x="11466513" y="1927225"/>
          <p14:tracePt t="37079" x="11466513" y="1939925"/>
          <p14:tracePt t="37087" x="11466513" y="1952625"/>
          <p14:tracePt t="37103" x="11466513" y="1965325"/>
          <p14:tracePt t="37111" x="11466513" y="1978025"/>
          <p14:tracePt t="37183" x="11466513" y="1989138"/>
          <p14:tracePt t="37191" x="11441113" y="1989138"/>
          <p14:tracePt t="37199" x="11415713" y="1989138"/>
          <p14:tracePt t="37207" x="11366500" y="1989138"/>
          <p14:tracePt t="37215" x="11315700" y="1989138"/>
          <p14:tracePt t="37223" x="11241088" y="1989138"/>
          <p14:tracePt t="37231" x="11177588" y="1989138"/>
          <p14:tracePt t="37239" x="11115675" y="1989138"/>
          <p14:tracePt t="37247" x="11077575" y="1989138"/>
          <p14:tracePt t="37255" x="11052175" y="1989138"/>
          <p14:tracePt t="37263" x="11028363" y="1989138"/>
          <p14:tracePt t="37271" x="11015663" y="1989138"/>
          <p14:tracePt t="37279" x="10990263" y="1989138"/>
          <p14:tracePt t="37303" x="10977563" y="1989138"/>
          <p14:tracePt t="37319" x="10952163" y="1989138"/>
          <p14:tracePt t="37399" x="10952163" y="1978025"/>
          <p14:tracePt t="37511" x="10939463" y="1978025"/>
          <p14:tracePt t="37519" x="10915650" y="1978025"/>
          <p14:tracePt t="37527" x="10902950" y="1952625"/>
          <p14:tracePt t="37535" x="10890250" y="1952625"/>
          <p14:tracePt t="37542" x="10864850" y="1952625"/>
          <p14:tracePt t="37551" x="10852150" y="1952625"/>
          <p14:tracePt t="37558" x="10815638" y="1952625"/>
          <p14:tracePt t="37567" x="10790238" y="1952625"/>
          <p14:tracePt t="37575" x="10764838" y="1939925"/>
          <p14:tracePt t="37583" x="10715625" y="1939925"/>
          <p14:tracePt t="37590" x="10639425" y="1939925"/>
          <p14:tracePt t="37599" x="10564813" y="1939925"/>
          <p14:tracePt t="37607" x="10490200" y="1939925"/>
          <p14:tracePt t="37615" x="10426700" y="1939925"/>
          <p14:tracePt t="37623" x="10339388" y="1939925"/>
          <p14:tracePt t="37631" x="10277475" y="1939925"/>
          <p14:tracePt t="37639" x="10201275" y="1939925"/>
          <p14:tracePt t="37647" x="10139363" y="1939925"/>
          <p14:tracePt t="37655" x="10052050" y="1939925"/>
          <p14:tracePt t="37663" x="9988550" y="1939925"/>
          <p14:tracePt t="37671" x="9913938" y="1939925"/>
          <p14:tracePt t="37679" x="9863138" y="1939925"/>
          <p14:tracePt t="37687" x="9813925" y="1939925"/>
          <p14:tracePt t="37695" x="9788525" y="1939925"/>
          <p14:tracePt t="37703" x="9775825" y="1939925"/>
          <p14:tracePt t="37743" x="9750425" y="1939925"/>
          <p14:tracePt t="37751" x="9675813" y="1939925"/>
          <p14:tracePt t="37759" x="9601200" y="1952625"/>
          <p14:tracePt t="37767" x="9550400" y="1952625"/>
          <p14:tracePt t="37775" x="9437688" y="1965325"/>
          <p14:tracePt t="37783" x="9363075" y="1965325"/>
          <p14:tracePt t="37791" x="9288463" y="1978025"/>
          <p14:tracePt t="37799" x="9224963" y="1978025"/>
          <p14:tracePt t="37807" x="9175750" y="1978025"/>
          <p14:tracePt t="37815" x="9137650" y="1978025"/>
          <p14:tracePt t="37823" x="9112250" y="1978025"/>
          <p14:tracePt t="37831" x="9088438" y="1989138"/>
          <p14:tracePt t="37839" x="9075738" y="1989138"/>
          <p14:tracePt t="37847" x="9050338" y="2001838"/>
          <p14:tracePt t="37855" x="9024938" y="2001838"/>
          <p14:tracePt t="37863" x="8986838" y="2001838"/>
          <p14:tracePt t="37871" x="8963025" y="2014538"/>
          <p14:tracePt t="37879" x="8924925" y="2014538"/>
          <p14:tracePt t="37887" x="8899525" y="2027238"/>
          <p14:tracePt t="37896" x="8886825" y="2027238"/>
          <p14:tracePt t="37903" x="8863013" y="2027238"/>
          <p14:tracePt t="37911" x="8850313" y="2027238"/>
          <p14:tracePt t="37919" x="8837613" y="2027238"/>
          <p14:tracePt t="37984" x="8824913" y="2039938"/>
          <p14:tracePt t="38111" x="8824913" y="2065338"/>
          <p14:tracePt t="38119" x="8850313" y="2078038"/>
          <p14:tracePt t="38127" x="8863013" y="2078038"/>
          <p14:tracePt t="38135" x="8886825" y="2078038"/>
          <p14:tracePt t="38143" x="8924925" y="2078038"/>
          <p14:tracePt t="38151" x="8963025" y="2078038"/>
          <p14:tracePt t="38159" x="9012238" y="2078038"/>
          <p14:tracePt t="38167" x="9075738" y="2078038"/>
          <p14:tracePt t="38175" x="9099550" y="2078038"/>
          <p14:tracePt t="38183" x="9124950" y="2078038"/>
          <p14:tracePt t="38191" x="9137650" y="2078038"/>
          <p14:tracePt t="38199" x="9163050" y="2078038"/>
          <p14:tracePt t="38207" x="9175750" y="2078038"/>
          <p14:tracePt t="38255" x="9199563" y="2078038"/>
          <p14:tracePt t="38295" x="9250363" y="2078038"/>
          <p14:tracePt t="38303" x="9275763" y="2078038"/>
          <p14:tracePt t="38311" x="9288463" y="2078038"/>
          <p14:tracePt t="38319" x="9301163" y="2078038"/>
          <p14:tracePt t="38351" x="9324975" y="2078038"/>
          <p14:tracePt t="38479" x="9337675" y="2078038"/>
          <p14:tracePt t="38495" x="9363075" y="2078038"/>
          <p14:tracePt t="38503" x="9375775" y="2078038"/>
          <p14:tracePt t="38511" x="9424988" y="2078038"/>
          <p14:tracePt t="38519" x="9475788" y="2078038"/>
          <p14:tracePt t="38527" x="9525000" y="2078038"/>
          <p14:tracePt t="38535" x="9563100" y="2078038"/>
          <p14:tracePt t="38543" x="9601200" y="2078038"/>
          <p14:tracePt t="38551" x="9626600" y="2078038"/>
          <p14:tracePt t="38559" x="9650413" y="2078038"/>
          <p14:tracePt t="38567" x="9675813" y="2078038"/>
          <p14:tracePt t="38575" x="9701213" y="2078038"/>
          <p14:tracePt t="38583" x="9713913" y="2078038"/>
          <p14:tracePt t="38591" x="9726613" y="2078038"/>
          <p14:tracePt t="38599" x="9739313" y="2078038"/>
          <p14:tracePt t="38631" x="9750425" y="2065338"/>
          <p14:tracePt t="38679" x="9775825" y="2065338"/>
          <p14:tracePt t="38687" x="9801225" y="2065338"/>
          <p14:tracePt t="38695" x="9839325" y="2065338"/>
          <p14:tracePt t="38703" x="9888538" y="2065338"/>
          <p14:tracePt t="38711" x="9939338" y="2065338"/>
          <p14:tracePt t="38719" x="9988550" y="2065338"/>
          <p14:tracePt t="38727" x="10039350" y="2065338"/>
          <p14:tracePt t="38735" x="10088563" y="2065338"/>
          <p14:tracePt t="38743" x="10164763" y="2065338"/>
          <p14:tracePt t="38751" x="10213975" y="2065338"/>
          <p14:tracePt t="38759" x="10264775" y="2065338"/>
          <p14:tracePt t="38767" x="10301288" y="2065338"/>
          <p14:tracePt t="38775" x="10326688" y="2065338"/>
          <p14:tracePt t="38887" x="10326688" y="2052638"/>
          <p14:tracePt t="40551" x="10288588" y="2052638"/>
          <p14:tracePt t="40559" x="10188575" y="2065338"/>
          <p14:tracePt t="40567" x="10101263" y="2089150"/>
          <p14:tracePt t="40575" x="9963150" y="2114550"/>
          <p14:tracePt t="40582" x="9775825" y="2152650"/>
          <p14:tracePt t="40591" x="9463088" y="2165350"/>
          <p14:tracePt t="40599" x="8899525" y="2265363"/>
          <p14:tracePt t="40607" x="8412163" y="2278063"/>
          <p14:tracePt t="40615" x="7861300" y="2327275"/>
          <p14:tracePt t="40623" x="7385050" y="2327275"/>
          <p14:tracePt t="40631" x="6846888" y="2327275"/>
          <p14:tracePt t="40639" x="6270625" y="2327275"/>
          <p14:tracePt t="40647" x="5695950" y="2327275"/>
          <p14:tracePt t="40655" x="5245100" y="2327275"/>
          <p14:tracePt t="40663" x="4768850" y="2327275"/>
          <p14:tracePt t="40671" x="4430713" y="2327275"/>
          <p14:tracePt t="40679" x="4192588" y="2327275"/>
          <p14:tracePt t="40687" x="4005263" y="2327275"/>
          <p14:tracePt t="40695" x="3892550" y="2327275"/>
          <p14:tracePt t="40703" x="3743325" y="2327275"/>
          <p14:tracePt t="40711" x="3630613" y="2327275"/>
          <p14:tracePt t="40719" x="3505200" y="2327275"/>
          <p14:tracePt t="40727" x="3441700" y="2327275"/>
          <p14:tracePt t="40735" x="3379788" y="2327275"/>
          <p14:tracePt t="40743" x="3267075" y="2352675"/>
          <p14:tracePt t="40751" x="3205163" y="2352675"/>
          <p14:tracePt t="40759" x="3116263" y="2365375"/>
          <p14:tracePt t="40767" x="3028950" y="2390775"/>
          <p14:tracePt t="40775" x="2941638" y="2390775"/>
          <p14:tracePt t="40782" x="2879725" y="2403475"/>
          <p14:tracePt t="40791" x="2790825" y="2403475"/>
          <p14:tracePt t="40799" x="2716213" y="2403475"/>
          <p14:tracePt t="40807" x="2641600" y="2403475"/>
          <p14:tracePt t="40815" x="2541588" y="2403475"/>
          <p14:tracePt t="40823" x="2441575" y="2403475"/>
          <p14:tracePt t="40831" x="2316163" y="2403475"/>
          <p14:tracePt t="40839" x="2203450" y="2403475"/>
          <p14:tracePt t="40846" x="2090738" y="2414588"/>
          <p14:tracePt t="40855" x="1978025" y="2452688"/>
          <p14:tracePt t="40863" x="1890713" y="2452688"/>
          <p14:tracePt t="40871" x="1827213" y="2478088"/>
          <p14:tracePt t="40879" x="1765300" y="2490788"/>
          <p14:tracePt t="40887" x="1689100" y="2527300"/>
          <p14:tracePt t="40895" x="1665288" y="2527300"/>
          <p14:tracePt t="40903" x="1652588" y="2540000"/>
          <p14:tracePt t="40919" x="1639888" y="2540000"/>
          <p14:tracePt t="40959" x="1627188" y="2540000"/>
          <p14:tracePt t="40975" x="1601788" y="2540000"/>
          <p14:tracePt t="40983" x="1577975" y="2540000"/>
          <p14:tracePt t="40999" x="1565275" y="2540000"/>
          <p14:tracePt t="41031" x="1552575" y="2540000"/>
          <p14:tracePt t="41047" x="1539875" y="2540000"/>
          <p14:tracePt t="41055" x="1527175" y="2540000"/>
          <p14:tracePt t="41063" x="1501775" y="2565400"/>
          <p14:tracePt t="41079" x="1465263" y="2578100"/>
          <p14:tracePt t="41087" x="1439863" y="2578100"/>
          <p14:tracePt t="41095" x="1401763" y="2590800"/>
          <p14:tracePt t="41103" x="1376363" y="2603500"/>
          <p14:tracePt t="41119" x="1352550" y="2603500"/>
          <p14:tracePt t="41127" x="1339850" y="2616200"/>
          <p14:tracePt t="41231" x="1363663" y="2616200"/>
          <p14:tracePt t="41239" x="1427163" y="2616200"/>
          <p14:tracePt t="41247" x="1501775" y="2603500"/>
          <p14:tracePt t="41255" x="1627188" y="2590800"/>
          <p14:tracePt t="41263" x="1765300" y="2578100"/>
          <p14:tracePt t="41271" x="1914525" y="2552700"/>
          <p14:tracePt t="41279" x="2065338" y="2527300"/>
          <p14:tracePt t="41287" x="2190750" y="2503488"/>
          <p14:tracePt t="41295" x="2303463" y="2503488"/>
          <p14:tracePt t="41303" x="2378075" y="2478088"/>
          <p14:tracePt t="41311" x="2403475" y="2478088"/>
          <p14:tracePt t="41319" x="2416175" y="2478088"/>
          <p14:tracePt t="41335" x="2416175" y="2465388"/>
          <p14:tracePt t="41447" x="2403475" y="2478088"/>
          <p14:tracePt t="41463" x="2390775" y="2478088"/>
          <p14:tracePt t="41471" x="2352675" y="2503488"/>
          <p14:tracePt t="41479" x="2339975" y="2516188"/>
          <p14:tracePt t="41487" x="2328863" y="2516188"/>
          <p14:tracePt t="41495" x="2316163" y="2516188"/>
          <p14:tracePt t="41503" x="2303463" y="2516188"/>
          <p14:tracePt t="41511" x="2290763" y="2516188"/>
          <p14:tracePt t="41527" x="2278063" y="2516188"/>
          <p14:tracePt t="41535" x="2265363" y="2516188"/>
          <p14:tracePt t="41543" x="2252663" y="2516188"/>
          <p14:tracePt t="41559" x="2239963" y="2516188"/>
          <p14:tracePt t="41679" x="2252663" y="2516188"/>
          <p14:tracePt t="41687" x="2303463" y="2516188"/>
          <p14:tracePt t="41695" x="2339975" y="2516188"/>
          <p14:tracePt t="41703" x="2378075" y="2516188"/>
          <p14:tracePt t="41711" x="2403475" y="2516188"/>
          <p14:tracePt t="41727" x="2416175" y="2503488"/>
          <p14:tracePt t="41743" x="2428875" y="2503488"/>
          <p14:tracePt t="41935" x="2441575" y="2503488"/>
          <p14:tracePt t="42095" x="2452688" y="2503488"/>
          <p14:tracePt t="42103" x="2478088" y="2503488"/>
          <p14:tracePt t="42111" x="2478088" y="2516188"/>
          <p14:tracePt t="42119" x="2503488" y="2527300"/>
          <p14:tracePt t="42127" x="2516188" y="2527300"/>
          <p14:tracePt t="42134" x="2554288" y="2527300"/>
          <p14:tracePt t="42143" x="2603500" y="2527300"/>
          <p14:tracePt t="42151" x="2667000" y="2527300"/>
          <p14:tracePt t="42159" x="2716213" y="2527300"/>
          <p14:tracePt t="42167" x="2754313" y="2527300"/>
          <p14:tracePt t="42175" x="2790825" y="2527300"/>
          <p14:tracePt t="42239" x="2803525" y="2527300"/>
          <p14:tracePt t="42487" x="2828925" y="2527300"/>
          <p14:tracePt t="42503" x="2841625" y="2527300"/>
          <p14:tracePt t="42519" x="2867025" y="2527300"/>
          <p14:tracePt t="42527" x="2879725" y="2527300"/>
          <p14:tracePt t="42535" x="2916238" y="2527300"/>
          <p14:tracePt t="42543" x="3028950" y="2527300"/>
          <p14:tracePt t="42551" x="3192463" y="2527300"/>
          <p14:tracePt t="42559" x="3379788" y="2527300"/>
          <p14:tracePt t="42567" x="3541713" y="2527300"/>
          <p14:tracePt t="42576" x="3705225" y="2527300"/>
          <p14:tracePt t="42583" x="3805238" y="2527300"/>
          <p14:tracePt t="42591" x="3892550" y="2527300"/>
          <p14:tracePt t="42599" x="3917950" y="2527300"/>
          <p14:tracePt t="42607" x="3943350" y="2527300"/>
          <p14:tracePt t="42615" x="3956050" y="2516188"/>
          <p14:tracePt t="42783" x="3979863" y="2516188"/>
          <p14:tracePt t="42791" x="4030663" y="2527300"/>
          <p14:tracePt t="42799" x="4043363" y="2527300"/>
          <p14:tracePt t="42807" x="4056063" y="2527300"/>
          <p14:tracePt t="42815" x="4068763" y="2527300"/>
          <p14:tracePt t="42863" x="4081463" y="2527300"/>
          <p14:tracePt t="43039" x="4105275" y="2527300"/>
          <p14:tracePt t="43135" x="4117975" y="2527300"/>
          <p14:tracePt t="43503" x="4143375" y="2527300"/>
          <p14:tracePt t="43527" x="4156075" y="2527300"/>
          <p14:tracePt t="43543" x="4192588" y="2527300"/>
          <p14:tracePt t="43551" x="4256088" y="2527300"/>
          <p14:tracePt t="43559" x="4368800" y="2527300"/>
          <p14:tracePt t="43567" x="4506913" y="2527300"/>
          <p14:tracePt t="43574" x="4619625" y="2527300"/>
          <p14:tracePt t="43583" x="4756150" y="2527300"/>
          <p14:tracePt t="43591" x="4843463" y="2527300"/>
          <p14:tracePt t="43599" x="4894263" y="2527300"/>
          <p14:tracePt t="43607" x="4932363" y="2527300"/>
          <p14:tracePt t="43823" x="4945063" y="2516188"/>
          <p14:tracePt t="43831" x="4956175" y="2516188"/>
          <p14:tracePt t="43839" x="4968875" y="2516188"/>
          <p14:tracePt t="43847" x="4981575" y="2503488"/>
          <p14:tracePt t="44111" x="4994275" y="2503488"/>
          <p14:tracePt t="44119" x="5068888" y="2503488"/>
          <p14:tracePt t="44126" x="5119688" y="2503488"/>
          <p14:tracePt t="44135" x="5157788" y="2503488"/>
          <p14:tracePt t="44142" x="5170488" y="2503488"/>
          <p14:tracePt t="44159" x="5181600" y="2503488"/>
          <p14:tracePt t="44199" x="5194300" y="2503488"/>
          <p14:tracePt t="44231" x="5207000" y="2478088"/>
          <p14:tracePt t="44375" x="5232400" y="2478088"/>
          <p14:tracePt t="44527" x="5257800" y="2478088"/>
          <p14:tracePt t="44536" x="5294313" y="2478088"/>
          <p14:tracePt t="44543" x="5357813" y="2490788"/>
          <p14:tracePt t="44551" x="5407025" y="2503488"/>
          <p14:tracePt t="44559" x="5495925" y="2503488"/>
          <p14:tracePt t="44567" x="5532438" y="2527300"/>
          <p14:tracePt t="44574" x="5570538" y="2527300"/>
          <p14:tracePt t="44583" x="5607050" y="2527300"/>
          <p14:tracePt t="44591" x="5645150" y="2527300"/>
          <p14:tracePt t="44599" x="5670550" y="2527300"/>
          <p14:tracePt t="44607" x="5683250" y="2527300"/>
          <p14:tracePt t="44687" x="5695950" y="2527300"/>
          <p14:tracePt t="44943" x="5708650" y="2527300"/>
          <p14:tracePt t="44951" x="5821363" y="2527300"/>
          <p14:tracePt t="44959" x="5932488" y="2527300"/>
          <p14:tracePt t="44967" x="6034088" y="2527300"/>
          <p14:tracePt t="44975" x="6121400" y="2527300"/>
          <p14:tracePt t="44983" x="6170613" y="2527300"/>
          <p14:tracePt t="44991" x="6221413" y="2527300"/>
          <p14:tracePt t="44999" x="6283325" y="2527300"/>
          <p14:tracePt t="45007" x="6334125" y="2527300"/>
          <p14:tracePt t="45015" x="6370638" y="2527300"/>
          <p14:tracePt t="45023" x="6383338" y="2527300"/>
          <p14:tracePt t="45079" x="6396038" y="2527300"/>
          <p14:tracePt t="45279" x="6421438" y="2527300"/>
          <p14:tracePt t="45287" x="6521450" y="2527300"/>
          <p14:tracePt t="45295" x="6584950" y="2527300"/>
          <p14:tracePt t="45303" x="6634163" y="2527300"/>
          <p14:tracePt t="45311" x="6684963" y="2527300"/>
          <p14:tracePt t="45319" x="6734175" y="2527300"/>
          <p14:tracePt t="45327" x="6784975" y="2527300"/>
          <p14:tracePt t="45335" x="6846888" y="2527300"/>
          <p14:tracePt t="45343" x="6884988" y="2527300"/>
          <p14:tracePt t="45351" x="6921500" y="2527300"/>
          <p14:tracePt t="45359" x="6934200" y="2527300"/>
          <p14:tracePt t="45375" x="6959600" y="2527300"/>
          <p14:tracePt t="45383" x="6972300" y="2527300"/>
          <p14:tracePt t="45487" x="6985000" y="2527300"/>
          <p14:tracePt t="45495" x="7046913" y="2527300"/>
          <p14:tracePt t="45503" x="7110413" y="2527300"/>
          <p14:tracePt t="45511" x="7159625" y="2527300"/>
          <p14:tracePt t="45519" x="7235825" y="2527300"/>
          <p14:tracePt t="45527" x="7285038" y="2527300"/>
          <p14:tracePt t="45535" x="7348538" y="2527300"/>
          <p14:tracePt t="45543" x="7385050" y="2527300"/>
          <p14:tracePt t="45551" x="7435850" y="2527300"/>
          <p14:tracePt t="45559" x="7472363" y="2527300"/>
          <p14:tracePt t="45567" x="7485063" y="2527300"/>
          <p14:tracePt t="45615" x="7497763" y="2527300"/>
          <p14:tracePt t="45623" x="7523163" y="2527300"/>
          <p14:tracePt t="45631" x="7535863" y="2527300"/>
          <p14:tracePt t="45639" x="7561263" y="2527300"/>
          <p14:tracePt t="45655" x="7585075" y="2527300"/>
          <p14:tracePt t="45662" x="7597775" y="2527300"/>
          <p14:tracePt t="45671" x="7610475" y="2527300"/>
          <p14:tracePt t="45727" x="7635875" y="2527300"/>
          <p14:tracePt t="45735" x="7685088" y="2527300"/>
          <p14:tracePt t="45743" x="7723188" y="2527300"/>
          <p14:tracePt t="45751" x="7748588" y="2527300"/>
          <p14:tracePt t="45759" x="7785100" y="2527300"/>
          <p14:tracePt t="45767" x="7810500" y="2527300"/>
          <p14:tracePt t="45775" x="7823200" y="2527300"/>
          <p14:tracePt t="45863" x="7835900" y="2527300"/>
          <p14:tracePt t="45871" x="7848600" y="2527300"/>
          <p14:tracePt t="45903" x="7861300" y="2527300"/>
          <p14:tracePt t="45991" x="7874000" y="2516188"/>
          <p14:tracePt t="45999" x="7874000" y="2503488"/>
          <p14:tracePt t="46015" x="7886700" y="2503488"/>
          <p14:tracePt t="46071" x="7886700" y="2490788"/>
          <p14:tracePt t="46183" x="7897813" y="2490788"/>
          <p14:tracePt t="49110" x="7886700" y="2490788"/>
          <p14:tracePt t="49119" x="7874000" y="2490788"/>
          <p14:tracePt t="49127" x="7848600" y="2490788"/>
          <p14:tracePt t="49135" x="7723188" y="2490788"/>
          <p14:tracePt t="49142" x="7523163" y="2490788"/>
          <p14:tracePt t="49151" x="7210425" y="2490788"/>
          <p14:tracePt t="49158" x="6784975" y="2527300"/>
          <p14:tracePt t="49167" x="6308725" y="2552700"/>
          <p14:tracePt t="49174" x="5757863" y="2603500"/>
          <p14:tracePt t="49183" x="5106988" y="2603500"/>
          <p14:tracePt t="49190" x="4394200" y="2603500"/>
          <p14:tracePt t="49199" x="3792538" y="2603500"/>
          <p14:tracePt t="49206" x="3241675" y="2603500"/>
          <p14:tracePt t="49215" x="2928938" y="2590800"/>
          <p14:tracePt t="49222" x="2603500" y="2552700"/>
          <p14:tracePt t="49231" x="2316163" y="2503488"/>
          <p14:tracePt t="49238" x="2127250" y="2490788"/>
          <p14:tracePt t="49247" x="1978025" y="2439988"/>
          <p14:tracePt t="49254" x="1878013" y="2427288"/>
          <p14:tracePt t="49263" x="1778000" y="2427288"/>
          <p14:tracePt t="49271" x="1727200" y="2427288"/>
          <p14:tracePt t="49279" x="1689100" y="2427288"/>
          <p14:tracePt t="49287" x="1677988" y="2427288"/>
          <p14:tracePt t="49295" x="1652588" y="2427288"/>
          <p14:tracePt t="49303" x="1639888" y="2427288"/>
          <p14:tracePt t="49319" x="1614488" y="2427288"/>
          <p14:tracePt t="49327" x="1589088" y="2427288"/>
          <p14:tracePt t="49334" x="1552575" y="2414588"/>
          <p14:tracePt t="49342" x="1527175" y="2390775"/>
          <p14:tracePt t="49351" x="1476375" y="2390775"/>
          <p14:tracePt t="49358" x="1452563" y="2390775"/>
          <p14:tracePt t="49367" x="1439863" y="2390775"/>
          <p14:tracePt t="49375" x="1427163" y="2390775"/>
          <p14:tracePt t="49383" x="1414463" y="2390775"/>
          <p14:tracePt t="49390" x="1414463" y="2378075"/>
          <p14:tracePt t="49463" x="1363663" y="2378075"/>
          <p14:tracePt t="49471" x="1301750" y="2378075"/>
          <p14:tracePt t="49479" x="1214438" y="2352675"/>
          <p14:tracePt t="49487" x="1139825" y="2314575"/>
          <p14:tracePt t="49495" x="1063625" y="2278063"/>
          <p14:tracePt t="49503" x="1001713" y="2252663"/>
          <p14:tracePt t="49512" x="976313" y="2252663"/>
          <p14:tracePt t="49519" x="950913" y="2227263"/>
          <p14:tracePt t="49527" x="938213" y="2214563"/>
          <p14:tracePt t="49791" x="925513" y="2214563"/>
          <p14:tracePt t="49839" x="963613" y="2201863"/>
          <p14:tracePt t="49847" x="976313" y="2201863"/>
          <p14:tracePt t="49863" x="1001713" y="2201863"/>
          <p14:tracePt t="49878" x="1014413" y="2201863"/>
          <p14:tracePt t="49887" x="1050925" y="2201863"/>
          <p14:tracePt t="49895" x="1063625" y="2201863"/>
          <p14:tracePt t="49903" x="1076325" y="2201863"/>
          <p14:tracePt t="49910" x="1089025" y="2201863"/>
          <p14:tracePt t="49919" x="1101725" y="2201863"/>
          <p14:tracePt t="49930" x="1127125" y="2201863"/>
          <p14:tracePt t="49943" x="1150938" y="2201863"/>
          <p14:tracePt t="49951" x="1176338" y="2201863"/>
          <p14:tracePt t="49958" x="1214438" y="2201863"/>
          <p14:tracePt t="49967" x="1227138" y="2201863"/>
          <p14:tracePt t="49975" x="1276350" y="2201863"/>
          <p14:tracePt t="49983" x="1327150" y="2201863"/>
          <p14:tracePt t="49991" x="1414463" y="2201863"/>
          <p14:tracePt t="49999" x="1489075" y="2178050"/>
          <p14:tracePt t="50007" x="1539875" y="2165350"/>
          <p14:tracePt t="50015" x="1552575" y="2165350"/>
          <p14:tracePt t="50023" x="1601788" y="2165350"/>
          <p14:tracePt t="50031" x="1652588" y="2165350"/>
          <p14:tracePt t="50039" x="1689100" y="2165350"/>
          <p14:tracePt t="50047" x="1714500" y="2165350"/>
          <p14:tracePt t="50054" x="1727200" y="2165350"/>
          <p14:tracePt t="50063" x="1739900" y="2165350"/>
          <p14:tracePt t="50079" x="1752600" y="2165350"/>
          <p14:tracePt t="50087" x="1765300" y="2165350"/>
          <p14:tracePt t="50094" x="1790700" y="2165350"/>
          <p14:tracePt t="50103" x="1814513" y="2165350"/>
          <p14:tracePt t="50110" x="1839913" y="2165350"/>
          <p14:tracePt t="50127" x="1852613" y="2165350"/>
          <p14:tracePt t="50135" x="1865313" y="2165350"/>
          <p14:tracePt t="50183" x="1865313" y="2178050"/>
          <p14:tracePt t="50191" x="1814513" y="2227263"/>
          <p14:tracePt t="50199" x="1701800" y="2265363"/>
          <p14:tracePt t="50207" x="1652588" y="2278063"/>
          <p14:tracePt t="50431" x="1627188" y="2278063"/>
          <p14:tracePt t="50487" x="1627188" y="2290763"/>
          <p14:tracePt t="50494" x="1639888" y="2290763"/>
          <p14:tracePt t="50503" x="1665288" y="2290763"/>
          <p14:tracePt t="50510" x="1689100" y="2314575"/>
          <p14:tracePt t="50519" x="1701800" y="2314575"/>
          <p14:tracePt t="50526" x="1752600" y="2314575"/>
          <p14:tracePt t="50535" x="1801813" y="2314575"/>
          <p14:tracePt t="50542" x="1890713" y="2314575"/>
          <p14:tracePt t="50551" x="2078038" y="2314575"/>
          <p14:tracePt t="50558" x="2239963" y="2314575"/>
          <p14:tracePt t="50567" x="2416175" y="2314575"/>
          <p14:tracePt t="50574" x="2628900" y="2314575"/>
          <p14:tracePt t="50583" x="2916238" y="2265363"/>
          <p14:tracePt t="50590" x="3103563" y="2265363"/>
          <p14:tracePt t="50599" x="3216275" y="2239963"/>
          <p14:tracePt t="50606" x="3305175" y="2227263"/>
          <p14:tracePt t="50614" x="3341688" y="2227263"/>
          <p14:tracePt t="50622" x="3417888" y="2214563"/>
          <p14:tracePt t="50631" x="3479800" y="2201863"/>
          <p14:tracePt t="50638" x="3567113" y="2178050"/>
          <p14:tracePt t="50646" x="3643313" y="2178050"/>
          <p14:tracePt t="50654" x="3756025" y="2165350"/>
          <p14:tracePt t="50662" x="3867150" y="2152650"/>
          <p14:tracePt t="50671" x="3992563" y="2139950"/>
          <p14:tracePt t="50678" x="4117975" y="2114550"/>
          <p14:tracePt t="50687" x="4243388" y="2101850"/>
          <p14:tracePt t="50694" x="4343400" y="2089150"/>
          <p14:tracePt t="50703" x="4430713" y="2078038"/>
          <p14:tracePt t="50710" x="4494213" y="2078038"/>
          <p14:tracePt t="50719" x="4568825" y="2078038"/>
          <p14:tracePt t="50726" x="4594225" y="2078038"/>
          <p14:tracePt t="50798" x="4606925" y="2078038"/>
          <p14:tracePt t="50807" x="4619625" y="2078038"/>
          <p14:tracePt t="50815" x="4630738" y="2078038"/>
          <p14:tracePt t="50831" x="4643438" y="2078038"/>
          <p14:tracePt t="50846" x="4668838" y="2078038"/>
          <p14:tracePt t="50895" x="4681538" y="2078038"/>
          <p14:tracePt t="51119" x="4706938" y="2078038"/>
          <p14:tracePt t="51191" x="4719638" y="2078038"/>
          <p14:tracePt t="51215" x="4743450" y="2078038"/>
          <p14:tracePt t="51231" x="4756150" y="2078038"/>
          <p14:tracePt t="51263" x="4768850" y="2078038"/>
          <p14:tracePt t="51271" x="4781550" y="2078038"/>
          <p14:tracePt t="51279" x="4794250" y="2078038"/>
          <p14:tracePt t="51287" x="4806950" y="2078038"/>
          <p14:tracePt t="51295" x="4832350" y="2078038"/>
          <p14:tracePt t="51303" x="4856163" y="2078038"/>
          <p14:tracePt t="51311" x="4868863" y="2078038"/>
          <p14:tracePt t="51319" x="4906963" y="2078038"/>
          <p14:tracePt t="51327" x="4919663" y="2078038"/>
          <p14:tracePt t="51335" x="4945063" y="2078038"/>
          <p14:tracePt t="51391" x="4956175" y="2078038"/>
          <p14:tracePt t="51527" x="4981575" y="2078038"/>
          <p14:tracePt t="51647" x="4994275" y="2065338"/>
          <p14:tracePt t="51735" x="5019675" y="2065338"/>
          <p14:tracePt t="51743" x="5094288" y="2065338"/>
          <p14:tracePt t="51750" x="5132388" y="2065338"/>
          <p14:tracePt t="51759" x="5170488" y="2065338"/>
          <p14:tracePt t="51767" x="5194300" y="2065338"/>
          <p14:tracePt t="51774" x="5232400" y="2065338"/>
          <p14:tracePt t="51791" x="5257800" y="2065338"/>
          <p14:tracePt t="51799" x="5270500" y="2065338"/>
          <p14:tracePt t="51823" x="5294313" y="2065338"/>
          <p14:tracePt t="52503" x="5307013" y="2065338"/>
          <p14:tracePt t="52511" x="5307013" y="2052638"/>
          <p14:tracePt t="52519" x="5332413" y="2052638"/>
          <p14:tracePt t="52527" x="5394325" y="2052638"/>
          <p14:tracePt t="52534" x="5495925" y="2052638"/>
          <p14:tracePt t="52543" x="5583238" y="2052638"/>
          <p14:tracePt t="52551" x="5683250" y="2052638"/>
          <p14:tracePt t="52559" x="5783263" y="2052638"/>
          <p14:tracePt t="52566" x="5883275" y="2052638"/>
          <p14:tracePt t="52575" x="5970588" y="2052638"/>
          <p14:tracePt t="52582" x="6070600" y="2052638"/>
          <p14:tracePt t="52591" x="6121400" y="2065338"/>
          <p14:tracePt t="52599" x="6146800" y="2065338"/>
          <p14:tracePt t="52607" x="6157913" y="2065338"/>
          <p14:tracePt t="52719" x="6170613" y="2078038"/>
          <p14:tracePt t="52751" x="6157913" y="2078038"/>
          <p14:tracePt t="52759" x="6108700" y="2078038"/>
          <p14:tracePt t="52766" x="6070600" y="2078038"/>
          <p14:tracePt t="52775" x="6034088" y="2078038"/>
          <p14:tracePt t="52782" x="6008688" y="2078038"/>
          <p14:tracePt t="52791" x="5983288" y="2078038"/>
          <p14:tracePt t="52799" x="5945188" y="2078038"/>
          <p14:tracePt t="52807" x="5908675" y="2078038"/>
          <p14:tracePt t="52814" x="5857875" y="2078038"/>
          <p14:tracePt t="52823" x="5832475" y="2078038"/>
          <p14:tracePt t="52831" x="5808663" y="2078038"/>
          <p14:tracePt t="52839" x="5795963" y="2078038"/>
          <p14:tracePt t="52847" x="5770563" y="2078038"/>
          <p14:tracePt t="52975" x="5808663" y="2078038"/>
          <p14:tracePt t="52983" x="5870575" y="2078038"/>
          <p14:tracePt t="52991" x="6008688" y="2078038"/>
          <p14:tracePt t="52999" x="6157913" y="2078038"/>
          <p14:tracePt t="53007" x="6321425" y="2078038"/>
          <p14:tracePt t="53014" x="6446838" y="2078038"/>
          <p14:tracePt t="53023" x="6534150" y="2078038"/>
          <p14:tracePt t="53031" x="6584950" y="2065338"/>
          <p14:tracePt t="53039" x="6608763" y="2065338"/>
          <p14:tracePt t="53047" x="6608763" y="2052638"/>
          <p14:tracePt t="53311" x="6608763" y="2065338"/>
          <p14:tracePt t="53318" x="6659563" y="2078038"/>
          <p14:tracePt t="53327" x="6696075" y="2078038"/>
          <p14:tracePt t="53334" x="6734175" y="2078038"/>
          <p14:tracePt t="53343" x="6772275" y="2078038"/>
          <p14:tracePt t="53350" x="6784975" y="2078038"/>
          <p14:tracePt t="53359" x="6797675" y="2078038"/>
          <p14:tracePt t="53383" x="6808788" y="2078038"/>
          <p14:tracePt t="53399" x="6808788" y="2065338"/>
          <p14:tracePt t="53951" x="6834188" y="2052638"/>
          <p14:tracePt t="53958" x="7021513" y="2089150"/>
          <p14:tracePt t="53966" x="7172325" y="2101850"/>
          <p14:tracePt t="53975" x="7310438" y="2114550"/>
          <p14:tracePt t="53982" x="7459663" y="2139950"/>
          <p14:tracePt t="53990" x="7585075" y="2139950"/>
          <p14:tracePt t="53998" x="7648575" y="2139950"/>
          <p14:tracePt t="54007" x="7697788" y="2139950"/>
          <p14:tracePt t="54014" x="7723188" y="2139950"/>
          <p14:tracePt t="54022" x="7735888" y="2139950"/>
          <p14:tracePt t="54198" x="7723188" y="2139950"/>
          <p14:tracePt t="54214" x="7697788" y="2139950"/>
          <p14:tracePt t="54222" x="7697788" y="2127250"/>
          <p14:tracePt t="54239" x="7685088" y="2127250"/>
          <p14:tracePt t="54407" x="7685088" y="2114550"/>
          <p14:tracePt t="54415" x="7697788" y="2114550"/>
          <p14:tracePt t="54422" x="7710488" y="2114550"/>
          <p14:tracePt t="54463" x="7723188" y="2114550"/>
          <p14:tracePt t="54471" x="7735888" y="2114550"/>
          <p14:tracePt t="54479" x="7748588" y="2114550"/>
          <p14:tracePt t="54487" x="7773988" y="2114550"/>
          <p14:tracePt t="54495" x="7823200" y="2127250"/>
          <p14:tracePt t="54511" x="7861300" y="2152650"/>
          <p14:tracePt t="54519" x="7886700" y="2152650"/>
          <p14:tracePt t="54526" x="7923213" y="2152650"/>
          <p14:tracePt t="54535" x="7961313" y="2165350"/>
          <p14:tracePt t="54543" x="7986713" y="2165350"/>
          <p14:tracePt t="54551" x="7999413" y="2165350"/>
          <p14:tracePt t="54559" x="8010525" y="2165350"/>
          <p14:tracePt t="54719" x="8061325" y="2165350"/>
          <p14:tracePt t="54727" x="8174038" y="2165350"/>
          <p14:tracePt t="54734" x="8261350" y="2165350"/>
          <p14:tracePt t="54742" x="8312150" y="2165350"/>
          <p14:tracePt t="54751" x="8361363" y="2165350"/>
          <p14:tracePt t="54759" x="8399463" y="2165350"/>
          <p14:tracePt t="54767" x="8424863" y="2165350"/>
          <p14:tracePt t="54775" x="8448675" y="2165350"/>
          <p14:tracePt t="54814" x="8474075" y="2165350"/>
          <p14:tracePt t="54822" x="8486775" y="2165350"/>
          <p14:tracePt t="54831" x="8512175" y="2165350"/>
          <p14:tracePt t="54838" x="8524875" y="2165350"/>
          <p14:tracePt t="54847" x="8537575" y="2152650"/>
          <p14:tracePt t="54959" x="8561388" y="2139950"/>
          <p14:tracePt t="54983" x="8586788" y="2139950"/>
          <p14:tracePt t="54990" x="8612188" y="2139950"/>
          <p14:tracePt t="54999" x="8650288" y="2139950"/>
          <p14:tracePt t="55006" x="8699500" y="2139950"/>
          <p14:tracePt t="55015" x="8737600" y="2139950"/>
          <p14:tracePt t="55022" x="8774113" y="2139950"/>
          <p14:tracePt t="55031" x="8786813" y="2139950"/>
          <p14:tracePt t="55039" x="8799513" y="2139950"/>
          <p14:tracePt t="55103" x="8837613" y="2139950"/>
          <p14:tracePt t="55110" x="8874125" y="2139950"/>
          <p14:tracePt t="55119" x="8899525" y="2139950"/>
          <p14:tracePt t="55126" x="8924925" y="2139950"/>
          <p14:tracePt t="55303" x="8950325" y="2139950"/>
          <p14:tracePt t="55319" x="8975725" y="2139950"/>
          <p14:tracePt t="55327" x="9024938" y="2139950"/>
          <p14:tracePt t="55334" x="9075738" y="2139950"/>
          <p14:tracePt t="55342" x="9099550" y="2139950"/>
          <p14:tracePt t="55351" x="9112250" y="2139950"/>
          <p14:tracePt t="55358" x="9137650" y="2139950"/>
          <p14:tracePt t="55383" x="9150350" y="2139950"/>
          <p14:tracePt t="55590" x="9188450" y="2139950"/>
          <p14:tracePt t="55599" x="9212263" y="2139950"/>
          <p14:tracePt t="55606" x="9224963" y="2139950"/>
          <p14:tracePt t="55615" x="9263063" y="2139950"/>
          <p14:tracePt t="55622" x="9275763" y="2139950"/>
          <p14:tracePt t="55630" x="9288463" y="2152650"/>
          <p14:tracePt t="55638" x="9301163" y="2152650"/>
          <p14:tracePt t="55654" x="9312275" y="2152650"/>
          <p14:tracePt t="55663" x="9324975" y="2152650"/>
          <p14:tracePt t="55670" x="9337675" y="2152650"/>
          <p14:tracePt t="55678" x="9363075" y="2165350"/>
          <p14:tracePt t="55686" x="9388475" y="2165350"/>
          <p14:tracePt t="55695" x="9401175" y="2165350"/>
          <p14:tracePt t="55703" x="9413875" y="2165350"/>
          <p14:tracePt t="55711" x="9424988" y="2165350"/>
          <p14:tracePt t="55719" x="9437688" y="2165350"/>
          <p14:tracePt t="55735" x="9463088" y="2165350"/>
          <p14:tracePt t="55751" x="9475788" y="2165350"/>
          <p14:tracePt t="55767" x="9488488" y="2165350"/>
          <p14:tracePt t="55871" x="9501188" y="2178050"/>
          <p14:tracePt t="55926" x="9488488" y="2178050"/>
          <p14:tracePt t="55934" x="9463088" y="2178050"/>
          <p14:tracePt t="55943" x="9424988" y="2178050"/>
          <p14:tracePt t="55951" x="9413875" y="2178050"/>
          <p14:tracePt t="55958" x="9401175" y="2178050"/>
          <p14:tracePt t="55967" x="9388475" y="2178050"/>
          <p14:tracePt t="55991" x="9375775" y="2178050"/>
          <p14:tracePt t="56007" x="9363075" y="2178050"/>
          <p14:tracePt t="56015" x="9350375" y="2178050"/>
          <p14:tracePt t="56031" x="9324975" y="2178050"/>
          <p14:tracePt t="56038" x="9312275" y="2178050"/>
          <p14:tracePt t="56047" x="9288463" y="2165350"/>
          <p14:tracePt t="56063" x="9275763" y="2152650"/>
          <p14:tracePt t="56103" x="9263063" y="2152650"/>
          <p14:tracePt t="56223" x="9263063" y="2139950"/>
          <p14:tracePt t="56239" x="9263063" y="2127250"/>
          <p14:tracePt t="56271" x="9301163" y="2127250"/>
          <p14:tracePt t="56279" x="9375775" y="2127250"/>
          <p14:tracePt t="56287" x="9413875" y="2127250"/>
          <p14:tracePt t="56294" x="9450388" y="2127250"/>
          <p14:tracePt t="56303" x="9488488" y="2127250"/>
          <p14:tracePt t="56310" x="9513888" y="2127250"/>
          <p14:tracePt t="56319" x="9563100" y="2127250"/>
          <p14:tracePt t="56326" x="9613900" y="2139950"/>
          <p14:tracePt t="56335" x="9701213" y="2152650"/>
          <p14:tracePt t="56342" x="9775825" y="2165350"/>
          <p14:tracePt t="56351" x="9813925" y="2165350"/>
          <p14:tracePt t="56358" x="9839325" y="2165350"/>
          <p14:tracePt t="56367" x="9863138" y="2165350"/>
          <p14:tracePt t="56375" x="9875838" y="2165350"/>
          <p14:tracePt t="56383" x="9901238" y="2165350"/>
          <p14:tracePt t="56391" x="9926638" y="2165350"/>
          <p14:tracePt t="56399" x="9963150" y="2165350"/>
          <p14:tracePt t="56406" x="9975850" y="2165350"/>
          <p14:tracePt t="56415" x="10001250" y="2165350"/>
          <p14:tracePt t="56423" x="10013950" y="2165350"/>
          <p14:tracePt t="56431" x="10052050" y="2165350"/>
          <p14:tracePt t="56439" x="10064750" y="2165350"/>
          <p14:tracePt t="56447" x="10075863" y="2165350"/>
          <p14:tracePt t="56455" x="10088563" y="2165350"/>
          <p14:tracePt t="56471" x="10101263" y="2152650"/>
          <p14:tracePt t="56519" x="10126663" y="2152650"/>
          <p14:tracePt t="56526" x="10188575" y="2152650"/>
          <p14:tracePt t="56535" x="10213975" y="2152650"/>
          <p14:tracePt t="56543" x="10239375" y="2152650"/>
          <p14:tracePt t="56551" x="10277475" y="2152650"/>
          <p14:tracePt t="56559" x="10301288" y="2152650"/>
          <p14:tracePt t="56567" x="10326688" y="2152650"/>
          <p14:tracePt t="56574" x="10339388" y="2139950"/>
          <p14:tracePt t="56591" x="10364788" y="2139950"/>
          <p14:tracePt t="56599" x="10390188" y="2139950"/>
          <p14:tracePt t="56606" x="10426700" y="2127250"/>
          <p14:tracePt t="56614" x="10452100" y="2127250"/>
          <p14:tracePt t="56623" x="10477500" y="2127250"/>
          <p14:tracePt t="56631" x="10490200" y="2127250"/>
          <p14:tracePt t="56831" x="10514013" y="2127250"/>
          <p14:tracePt t="56839" x="10539413" y="2114550"/>
          <p14:tracePt t="56854" x="10552113" y="2114550"/>
          <p14:tracePt t="56862" x="10564813" y="2114550"/>
          <p14:tracePt t="56871" x="10577513" y="2114550"/>
          <p14:tracePt t="56878" x="10602913" y="2114550"/>
          <p14:tracePt t="56887" x="10626725" y="2114550"/>
          <p14:tracePt t="56894" x="10677525" y="2114550"/>
          <p14:tracePt t="56903" x="10739438" y="2114550"/>
          <p14:tracePt t="56910" x="10815638" y="2114550"/>
          <p14:tracePt t="56918" x="10864850" y="2114550"/>
          <p14:tracePt t="56926" x="10890250" y="2089150"/>
          <p14:tracePt t="56934" x="10902950" y="2089150"/>
          <p14:tracePt t="56942" x="10915650" y="2089150"/>
          <p14:tracePt t="56965" x="10939463" y="2089150"/>
          <p14:tracePt t="56967" x="10964863" y="2089150"/>
          <p14:tracePt t="56983" x="10977563" y="2089150"/>
          <p14:tracePt t="56990" x="10990263" y="2089150"/>
          <p14:tracePt t="57031" x="11002963" y="2089150"/>
          <p14:tracePt t="57063" x="11015663" y="2078038"/>
          <p14:tracePt t="57070" x="11028363" y="2078038"/>
          <p14:tracePt t="57078" x="11041063" y="2065338"/>
          <p14:tracePt t="57087" x="11064875" y="2065338"/>
          <p14:tracePt t="57094" x="11102975" y="2065338"/>
          <p14:tracePt t="57103" x="11102975" y="2052638"/>
          <p14:tracePt t="57110" x="11115675" y="2052638"/>
          <p14:tracePt t="57254" x="11102975" y="2052638"/>
          <p14:tracePt t="57263" x="11064875" y="2052638"/>
          <p14:tracePt t="57271" x="10964863" y="2052638"/>
          <p14:tracePt t="57278" x="10802938" y="2052638"/>
          <p14:tracePt t="57287" x="10514013" y="2078038"/>
          <p14:tracePt t="57294" x="9975850" y="2078038"/>
          <p14:tracePt t="57303" x="9263063" y="2078038"/>
          <p14:tracePt t="57310" x="8348663" y="2078038"/>
          <p14:tracePt t="57318" x="7510463" y="2078038"/>
          <p14:tracePt t="57326" x="6721475" y="2078038"/>
          <p14:tracePt t="57335" x="6121400" y="2078038"/>
          <p14:tracePt t="57342" x="5708650" y="2078038"/>
          <p14:tracePt t="57351" x="5470525" y="2078038"/>
          <p14:tracePt t="57358" x="5332413" y="2078038"/>
          <p14:tracePt t="57366" x="5232400" y="2078038"/>
          <p14:tracePt t="57374" x="5181600" y="2078038"/>
          <p14:tracePt t="57383" x="5170488" y="2078038"/>
          <p14:tracePt t="57390" x="5132388" y="2089150"/>
          <p14:tracePt t="57398" x="5057775" y="2101850"/>
          <p14:tracePt t="57406" x="4956175" y="2114550"/>
          <p14:tracePt t="57414" x="4806950" y="2152650"/>
          <p14:tracePt t="57423" x="4630738" y="2178050"/>
          <p14:tracePt t="57430" x="4343400" y="2214563"/>
          <p14:tracePt t="57438" x="3917950" y="2303463"/>
          <p14:tracePt t="57446" x="3730625" y="2314575"/>
          <p14:tracePt t="57455" x="3492500" y="2352675"/>
          <p14:tracePt t="57462" x="3328988" y="2352675"/>
          <p14:tracePt t="57471" x="3179763" y="2352675"/>
          <p14:tracePt t="57478" x="2979738" y="2352675"/>
          <p14:tracePt t="57487" x="2828925" y="2352675"/>
          <p14:tracePt t="57494" x="2641600" y="2352675"/>
          <p14:tracePt t="57503" x="2490788" y="2378075"/>
          <p14:tracePt t="57510" x="2403475" y="2390775"/>
          <p14:tracePt t="57519" x="2316163" y="2427288"/>
          <p14:tracePt t="57526" x="2265363" y="2427288"/>
          <p14:tracePt t="57535" x="2239963" y="2439988"/>
          <p14:tracePt t="57542" x="2127250" y="2478088"/>
          <p14:tracePt t="57550" x="2078038" y="2478088"/>
          <p14:tracePt t="57558" x="2039938" y="2490788"/>
          <p14:tracePt t="57567" x="2003425" y="2490788"/>
          <p14:tracePt t="57575" x="1952625" y="2503488"/>
          <p14:tracePt t="57583" x="1903413" y="2503488"/>
          <p14:tracePt t="57590" x="1814513" y="2516188"/>
          <p14:tracePt t="57598" x="1727200" y="2540000"/>
          <p14:tracePt t="57607" x="1601788" y="2552700"/>
          <p14:tracePt t="57614" x="1489075" y="2565400"/>
          <p14:tracePt t="57623" x="1389063" y="2578100"/>
          <p14:tracePt t="57630" x="1276350" y="2603500"/>
          <p14:tracePt t="57639" x="1252538" y="2603500"/>
          <p14:tracePt t="57646" x="1214438" y="2603500"/>
          <p14:tracePt t="57655" x="1163638" y="2603500"/>
          <p14:tracePt t="57662" x="1127125" y="2603500"/>
          <p14:tracePt t="57671" x="1089025" y="2603500"/>
          <p14:tracePt t="57679" x="1050925" y="2603500"/>
          <p14:tracePt t="57687" x="1014413" y="2603500"/>
          <p14:tracePt t="57831" x="1001713" y="2603500"/>
          <p14:tracePt t="58263" x="1001713" y="2578100"/>
          <p14:tracePt t="58438" x="1014413" y="2565400"/>
          <p14:tracePt t="58511" x="1027113" y="2565400"/>
          <p14:tracePt t="58591" x="1038225" y="2565400"/>
          <p14:tracePt t="58662" x="1050925" y="2565400"/>
          <p14:tracePt t="58678" x="1063625" y="2565400"/>
          <p14:tracePt t="58686" x="1089025" y="2565400"/>
          <p14:tracePt t="58694" x="1127125" y="2565400"/>
          <p14:tracePt t="58703" x="1189038" y="2565400"/>
          <p14:tracePt t="58710" x="1289050" y="2565400"/>
          <p14:tracePt t="58718" x="1376363" y="2565400"/>
          <p14:tracePt t="58727" x="1539875" y="2565400"/>
          <p14:tracePt t="58734" x="1689100" y="2540000"/>
          <p14:tracePt t="58742" x="1790700" y="2516188"/>
          <p14:tracePt t="58750" x="1878013" y="2516188"/>
          <p14:tracePt t="58759" x="1903413" y="2516188"/>
          <p14:tracePt t="58766" x="1927225" y="2503488"/>
          <p14:tracePt t="58958" x="1914525" y="2503488"/>
          <p14:tracePt t="58975" x="1890713" y="2503488"/>
          <p14:tracePt t="58982" x="1865313" y="2503488"/>
          <p14:tracePt t="58991" x="1852613" y="2503488"/>
          <p14:tracePt t="58998" x="1839913" y="2503488"/>
          <p14:tracePt t="59007" x="1827213" y="2503488"/>
          <p14:tracePt t="59087" x="1814513" y="2503488"/>
          <p14:tracePt t="59119" x="1827213" y="2503488"/>
          <p14:tracePt t="59126" x="1914525" y="2503488"/>
          <p14:tracePt t="59134" x="1965325" y="2503488"/>
          <p14:tracePt t="59143" x="2027238" y="2503488"/>
          <p14:tracePt t="59151" x="2103438" y="2503488"/>
          <p14:tracePt t="59159" x="2165350" y="2503488"/>
          <p14:tracePt t="59166" x="2252663" y="2503488"/>
          <p14:tracePt t="59174" x="2303463" y="2503488"/>
          <p14:tracePt t="59182" x="2352675" y="2503488"/>
          <p14:tracePt t="59191" x="2378075" y="2503488"/>
          <p14:tracePt t="59239" x="2390775" y="2490788"/>
          <p14:tracePt t="59318" x="2403475" y="2490788"/>
          <p14:tracePt t="59327" x="2416175" y="2490788"/>
          <p14:tracePt t="59334" x="2441575" y="2490788"/>
          <p14:tracePt t="59343" x="2465388" y="2490788"/>
          <p14:tracePt t="59351" x="2541588" y="2490788"/>
          <p14:tracePt t="59359" x="2590800" y="2490788"/>
          <p14:tracePt t="59366" x="2678113" y="2490788"/>
          <p14:tracePt t="59374" x="2728913" y="2490788"/>
          <p14:tracePt t="59382" x="2790825" y="2490788"/>
          <p14:tracePt t="59390" x="2841625" y="2490788"/>
          <p14:tracePt t="59398" x="2879725" y="2490788"/>
          <p14:tracePt t="59438" x="2890838" y="2490788"/>
          <p14:tracePt t="59471" x="2903538" y="2490788"/>
          <p14:tracePt t="59479" x="2916238" y="2490788"/>
          <p14:tracePt t="59486" x="2941638" y="2490788"/>
          <p14:tracePt t="59742" x="2941638" y="2503488"/>
          <p14:tracePt t="59759" x="2941638" y="2516188"/>
          <p14:tracePt t="59791" x="2941638" y="2540000"/>
          <p14:tracePt t="59799" x="2928938" y="2540000"/>
          <p14:tracePt t="60094" x="2941638" y="2540000"/>
          <p14:tracePt t="60103" x="2992438" y="2540000"/>
          <p14:tracePt t="60111" x="3079750" y="2540000"/>
          <p14:tracePt t="60119" x="3228975" y="2540000"/>
          <p14:tracePt t="60127" x="3341688" y="2540000"/>
          <p14:tracePt t="60134" x="3479800" y="2540000"/>
          <p14:tracePt t="60142" x="3605213" y="2540000"/>
          <p14:tracePt t="60150" x="3730625" y="2540000"/>
          <p14:tracePt t="60159" x="3817938" y="2527300"/>
          <p14:tracePt t="60166" x="3879850" y="2503488"/>
          <p14:tracePt t="60174" x="3917950" y="2490788"/>
          <p14:tracePt t="60415" x="3930650" y="2478088"/>
          <p14:tracePt t="60462" x="4005263" y="2478088"/>
          <p14:tracePt t="60470" x="4056063" y="2478088"/>
          <p14:tracePt t="60479" x="4105275" y="2478088"/>
          <p14:tracePt t="60486" x="4168775" y="2490788"/>
          <p14:tracePt t="60502" x="4181475" y="2490788"/>
          <p14:tracePt t="60575" x="4192588" y="2490788"/>
          <p14:tracePt t="60863" x="4230688" y="2490788"/>
          <p14:tracePt t="60870" x="4305300" y="2503488"/>
          <p14:tracePt t="60879" x="4418013" y="2516188"/>
          <p14:tracePt t="60886" x="4543425" y="2527300"/>
          <p14:tracePt t="60894" x="4630738" y="2552700"/>
          <p14:tracePt t="60903" x="4681538" y="2552700"/>
          <p14:tracePt t="60911" x="4743450" y="2552700"/>
          <p14:tracePt t="60919" x="4768850" y="2552700"/>
          <p14:tracePt t="60926" x="4794250" y="2552700"/>
          <p14:tracePt t="60944" x="4806950" y="2552700"/>
          <p14:tracePt t="61023" x="4832350" y="2552700"/>
          <p14:tracePt t="61031" x="4843463" y="2552700"/>
          <p14:tracePt t="61207" x="4856163" y="2552700"/>
          <p14:tracePt t="61215" x="4956175" y="2552700"/>
          <p14:tracePt t="61223" x="5006975" y="2552700"/>
          <p14:tracePt t="61230" x="5057775" y="2540000"/>
          <p14:tracePt t="61238" x="5094288" y="2516188"/>
          <p14:tracePt t="61247" x="5132388" y="2516188"/>
          <p14:tracePt t="61254" x="5170488" y="2503488"/>
          <p14:tracePt t="61262" x="5181600" y="2503488"/>
          <p14:tracePt t="61270" x="5207000" y="2503488"/>
          <p14:tracePt t="61278" x="5245100" y="2503488"/>
          <p14:tracePt t="61286" x="5281613" y="2503488"/>
          <p14:tracePt t="61294" x="5319713" y="2503488"/>
          <p14:tracePt t="61303" x="5357813" y="2503488"/>
          <p14:tracePt t="61311" x="5383213" y="2503488"/>
          <p14:tracePt t="61319" x="5407025" y="2490788"/>
          <p14:tracePt t="61463" x="5432425" y="2490788"/>
          <p14:tracePt t="61470" x="5470525" y="2490788"/>
          <p14:tracePt t="61478" x="5495925" y="2490788"/>
          <p14:tracePt t="61486" x="5532438" y="2490788"/>
          <p14:tracePt t="61494" x="5570538" y="2490788"/>
          <p14:tracePt t="61502" x="5595938" y="2503488"/>
          <p14:tracePt t="61511" x="5607050" y="2503488"/>
          <p14:tracePt t="61518" x="5619750" y="2503488"/>
          <p14:tracePt t="61839" x="5632450" y="2503488"/>
          <p14:tracePt t="61870" x="5657850" y="2503488"/>
          <p14:tracePt t="61878" x="5670550" y="2503488"/>
          <p14:tracePt t="61886" x="5683250" y="2503488"/>
          <p14:tracePt t="61894" x="5708650" y="2503488"/>
          <p14:tracePt t="61902" x="5732463" y="2503488"/>
          <p14:tracePt t="61910" x="5770563" y="2503488"/>
          <p14:tracePt t="61918" x="5808663" y="2503488"/>
          <p14:tracePt t="61926" x="5832475" y="2503488"/>
          <p14:tracePt t="61935" x="5870575" y="2503488"/>
          <p14:tracePt t="61942" x="5895975" y="2503488"/>
          <p14:tracePt t="61951" x="5945188" y="2503488"/>
          <p14:tracePt t="61958" x="5970588" y="2503488"/>
          <p14:tracePt t="61967" x="6008688" y="2503488"/>
          <p14:tracePt t="61974" x="6034088" y="2503488"/>
          <p14:tracePt t="61982" x="6057900" y="2503488"/>
          <p14:tracePt t="61990" x="6070600" y="2503488"/>
          <p14:tracePt t="62046" x="6096000" y="2503488"/>
          <p14:tracePt t="62166" x="6108700" y="2503488"/>
          <p14:tracePt t="62182" x="6134100" y="2503488"/>
          <p14:tracePt t="62190" x="6157913" y="2503488"/>
          <p14:tracePt t="62199" x="6208713" y="2503488"/>
          <p14:tracePt t="62206" x="6270625" y="2503488"/>
          <p14:tracePt t="62214" x="6359525" y="2503488"/>
          <p14:tracePt t="62222" x="6421438" y="2503488"/>
          <p14:tracePt t="62231" x="6496050" y="2503488"/>
          <p14:tracePt t="62238" x="6559550" y="2503488"/>
          <p14:tracePt t="62247" x="6584950" y="2503488"/>
          <p14:tracePt t="62254" x="6608763" y="2503488"/>
          <p14:tracePt t="62263" x="6621463" y="2503488"/>
          <p14:tracePt t="62391" x="6659563" y="2503488"/>
          <p14:tracePt t="62398" x="6721475" y="2503488"/>
          <p14:tracePt t="62406" x="6759575" y="2503488"/>
          <p14:tracePt t="62414" x="6797675" y="2503488"/>
          <p14:tracePt t="62422" x="6846888" y="2503488"/>
          <p14:tracePt t="62431" x="6859588" y="2503488"/>
          <p14:tracePt t="62438" x="6897688" y="2503488"/>
          <p14:tracePt t="62447" x="6921500" y="2503488"/>
          <p14:tracePt t="62454" x="6946900" y="2503488"/>
          <p14:tracePt t="62462" x="6959600" y="2503488"/>
          <p14:tracePt t="62478" x="6985000" y="2503488"/>
          <p14:tracePt t="62487" x="6997700" y="2503488"/>
          <p14:tracePt t="62503" x="7021513" y="2503488"/>
          <p14:tracePt t="62510" x="7034213" y="2503488"/>
          <p14:tracePt t="62519" x="7072313" y="2503488"/>
          <p14:tracePt t="62526" x="7097713" y="2503488"/>
          <p14:tracePt t="62535" x="7110413" y="2503488"/>
          <p14:tracePt t="62542" x="7123113" y="2503488"/>
          <p14:tracePt t="62558" x="7134225" y="2503488"/>
          <p14:tracePt t="62566" x="7159625" y="2516188"/>
          <p14:tracePt t="62582" x="7185025" y="2516188"/>
          <p14:tracePt t="62590" x="7210425" y="2516188"/>
          <p14:tracePt t="62599" x="7246938" y="2527300"/>
          <p14:tracePt t="62606" x="7297738" y="2527300"/>
          <p14:tracePt t="62614" x="7335838" y="2527300"/>
          <p14:tracePt t="62623" x="7410450" y="2527300"/>
          <p14:tracePt t="62631" x="7435850" y="2552700"/>
          <p14:tracePt t="62639" x="7485063" y="2552700"/>
          <p14:tracePt t="62646" x="7523163" y="2565400"/>
          <p14:tracePt t="62654" x="7561263" y="2565400"/>
          <p14:tracePt t="62662" x="7585075" y="2565400"/>
          <p14:tracePt t="62671" x="7623175" y="2565400"/>
          <p14:tracePt t="62678" x="7635875" y="2565400"/>
          <p14:tracePt t="62687" x="7661275" y="2565400"/>
          <p14:tracePt t="62694" x="7685088" y="2565400"/>
          <p14:tracePt t="62710" x="7710488" y="2565400"/>
          <p14:tracePt t="62719" x="7723188" y="2565400"/>
          <p14:tracePt t="62734" x="7748588" y="2565400"/>
          <p14:tracePt t="62742" x="7761288" y="2565400"/>
          <p14:tracePt t="62750" x="7785100" y="2565400"/>
          <p14:tracePt t="62758" x="7810500" y="2565400"/>
          <p14:tracePt t="62767" x="7848600" y="2578100"/>
          <p14:tracePt t="62783" x="7861300" y="2578100"/>
          <p14:tracePt t="62823" x="7874000" y="2578100"/>
          <p14:tracePt t="62831" x="7886700" y="2578100"/>
          <p14:tracePt t="62839" x="7897813" y="2578100"/>
          <p14:tracePt t="62846" x="7923213" y="2578100"/>
          <p14:tracePt t="62854" x="7961313" y="2578100"/>
          <p14:tracePt t="62862" x="7986713" y="2578100"/>
          <p14:tracePt t="62870" x="8010525" y="2578100"/>
          <p14:tracePt t="62878" x="8035925" y="2578100"/>
          <p14:tracePt t="62887" x="8048625" y="2578100"/>
          <p14:tracePt t="63071" x="8061325" y="2578100"/>
          <p14:tracePt t="63087" x="8061325" y="2565400"/>
          <p14:tracePt t="63110" x="8061325" y="2552700"/>
          <p14:tracePt t="63118" x="8061325" y="2540000"/>
          <p14:tracePt t="63159" x="8061325" y="2527300"/>
          <p14:tracePt t="63399" x="8074025" y="2490788"/>
          <p14:tracePt t="63430" x="8074025" y="2478088"/>
          <p14:tracePt t="63439" x="8099425" y="2465388"/>
          <p14:tracePt t="63471" x="8099425" y="2452688"/>
          <p14:tracePt t="65118" x="8086725" y="2452688"/>
          <p14:tracePt t="65127" x="7910513" y="2452688"/>
          <p14:tracePt t="65134" x="7785100" y="2452688"/>
          <p14:tracePt t="65143" x="7635875" y="2452688"/>
          <p14:tracePt t="65150" x="7448550" y="2452688"/>
          <p14:tracePt t="65159" x="7285038" y="2452688"/>
          <p14:tracePt t="65166" x="7059613" y="2452688"/>
          <p14:tracePt t="65174" x="6684963" y="2452688"/>
          <p14:tracePt t="65182" x="6234113" y="2427288"/>
          <p14:tracePt t="65190" x="5783263" y="2403475"/>
          <p14:tracePt t="65198" x="5383213" y="2403475"/>
          <p14:tracePt t="65206" x="4968875" y="2403475"/>
          <p14:tracePt t="65214" x="4656138" y="2403475"/>
          <p14:tracePt t="65222" x="4456113" y="2403475"/>
          <p14:tracePt t="65230" x="4294188" y="2403475"/>
          <p14:tracePt t="65238" x="4143375" y="2403475"/>
          <p14:tracePt t="65246" x="3992563" y="2403475"/>
          <p14:tracePt t="65255" x="3867150" y="2403475"/>
          <p14:tracePt t="65262" x="3730625" y="2403475"/>
          <p14:tracePt t="65270" x="3554413" y="2403475"/>
          <p14:tracePt t="65278" x="3392488" y="2403475"/>
          <p14:tracePt t="65286" x="3167063" y="2414588"/>
          <p14:tracePt t="65294" x="2890838" y="2414588"/>
          <p14:tracePt t="65302" x="2678113" y="2414588"/>
          <p14:tracePt t="65310" x="2503488" y="2414588"/>
          <p14:tracePt t="65318" x="2316163" y="2414588"/>
          <p14:tracePt t="65327" x="2139950" y="2414588"/>
          <p14:tracePt t="65334" x="2014538" y="2414588"/>
          <p14:tracePt t="65343" x="1927225" y="2414588"/>
          <p14:tracePt t="65350" x="1839913" y="2390775"/>
          <p14:tracePt t="65358" x="1778000" y="2378075"/>
          <p14:tracePt t="65366" x="1739900" y="2378075"/>
          <p14:tracePt t="65374" x="1714500" y="2378075"/>
          <p14:tracePt t="65382" x="1689100" y="2378075"/>
          <p14:tracePt t="65390" x="1665288" y="2365375"/>
          <p14:tracePt t="65398" x="1639888" y="2365375"/>
          <p14:tracePt t="65406" x="1601788" y="2365375"/>
          <p14:tracePt t="65414" x="1539875" y="2365375"/>
          <p14:tracePt t="65422" x="1476375" y="2365375"/>
          <p14:tracePt t="65430" x="1401763" y="2365375"/>
          <p14:tracePt t="65439" x="1314450" y="2365375"/>
          <p14:tracePt t="65446" x="1239838" y="2365375"/>
          <p14:tracePt t="65455" x="1139825" y="2365375"/>
          <p14:tracePt t="65462" x="1063625" y="2365375"/>
          <p14:tracePt t="65470" x="1001713" y="2365375"/>
          <p14:tracePt t="65478" x="950913" y="2365375"/>
          <p14:tracePt t="65486" x="901700" y="2365375"/>
          <p14:tracePt t="65495" x="863600" y="2365375"/>
          <p14:tracePt t="65502" x="814388" y="2378075"/>
          <p14:tracePt t="65511" x="801688" y="2378075"/>
          <p14:tracePt t="65518" x="750888" y="2403475"/>
          <p14:tracePt t="65527" x="725488" y="2414588"/>
          <p14:tracePt t="65534" x="688975" y="2439988"/>
          <p14:tracePt t="65542" x="676275" y="2452688"/>
          <p14:tracePt t="65550" x="650875" y="2478088"/>
          <p14:tracePt t="65558" x="612775" y="2490788"/>
          <p14:tracePt t="65566" x="588963" y="2527300"/>
          <p14:tracePt t="65574" x="576263" y="2540000"/>
          <p14:tracePt t="65582" x="538163" y="2565400"/>
          <p14:tracePt t="65591" x="538163" y="2616200"/>
          <p14:tracePt t="65598" x="525463" y="2616200"/>
          <p14:tracePt t="65606" x="512763" y="2627313"/>
          <p14:tracePt t="65614" x="512763" y="2640013"/>
          <p14:tracePt t="65631" x="512763" y="2652713"/>
          <p14:tracePt t="65639" x="512763" y="2690813"/>
          <p14:tracePt t="65655" x="512763" y="2703513"/>
          <p14:tracePt t="65662" x="525463" y="2728913"/>
          <p14:tracePt t="65670" x="525463" y="2740025"/>
          <p14:tracePt t="65678" x="538163" y="2765425"/>
          <p14:tracePt t="65686" x="550863" y="2803525"/>
          <p14:tracePt t="65695" x="588963" y="2828925"/>
          <p14:tracePt t="65702" x="663575" y="2878138"/>
          <p14:tracePt t="65711" x="750888" y="2903538"/>
          <p14:tracePt t="65718" x="889000" y="2965450"/>
          <p14:tracePt t="65727" x="1050925" y="2990850"/>
          <p14:tracePt t="65734" x="1214438" y="3028950"/>
          <p14:tracePt t="65742" x="1376363" y="3041650"/>
          <p14:tracePt t="65750" x="1565275" y="3065463"/>
          <p14:tracePt t="65758" x="1714500" y="3065463"/>
          <p14:tracePt t="65766" x="1827213" y="3065463"/>
          <p14:tracePt t="65774" x="1914525" y="3065463"/>
          <p14:tracePt t="65782" x="1978025" y="3065463"/>
          <p14:tracePt t="65790" x="2039938" y="3065463"/>
          <p14:tracePt t="65799" x="2103438" y="3016250"/>
          <p14:tracePt t="65807" x="2152650" y="2965450"/>
          <p14:tracePt t="65814" x="2228850" y="2916238"/>
          <p14:tracePt t="65823" x="2290763" y="2852738"/>
          <p14:tracePt t="65830" x="2352675" y="2790825"/>
          <p14:tracePt t="65838" x="2416175" y="2728913"/>
          <p14:tracePt t="65846" x="2441575" y="2716213"/>
          <p14:tracePt t="65854" x="2441575" y="2678113"/>
          <p14:tracePt t="65862" x="2441575" y="2652713"/>
          <p14:tracePt t="65870" x="2441575" y="2640013"/>
          <p14:tracePt t="65879" x="2441575" y="2627313"/>
          <p14:tracePt t="65886" x="2428875" y="2603500"/>
          <p14:tracePt t="65895" x="2390775" y="2590800"/>
          <p14:tracePt t="65902" x="2339975" y="2578100"/>
          <p14:tracePt t="65911" x="2303463" y="2578100"/>
          <p14:tracePt t="65918" x="2216150" y="2565400"/>
          <p14:tracePt t="65926" x="2103438" y="2565400"/>
          <p14:tracePt t="65934" x="1952625" y="2565400"/>
          <p14:tracePt t="65942" x="1778000" y="2565400"/>
          <p14:tracePt t="65950" x="1565275" y="2565400"/>
          <p14:tracePt t="65958" x="1301750" y="2603500"/>
          <p14:tracePt t="65966" x="1027113" y="2703513"/>
          <p14:tracePt t="65974" x="801688" y="2803525"/>
          <p14:tracePt t="65982" x="612775" y="2903538"/>
          <p14:tracePt t="65990" x="500063" y="2978150"/>
          <p14:tracePt t="65998" x="476250" y="3003550"/>
          <p14:tracePt t="66007" x="476250" y="3041650"/>
          <p14:tracePt t="66014" x="476250" y="3054350"/>
          <p14:tracePt t="66023" x="500063" y="3065463"/>
          <p14:tracePt t="66030" x="525463" y="3065463"/>
          <p14:tracePt t="66038" x="576263" y="3065463"/>
          <p14:tracePt t="66046" x="650875" y="3065463"/>
          <p14:tracePt t="66054" x="688975" y="3065463"/>
          <p14:tracePt t="66063" x="750888" y="3065463"/>
          <p14:tracePt t="66070" x="788988" y="3065463"/>
          <p14:tracePt t="66079" x="825500" y="3065463"/>
          <p14:tracePt t="66086" x="850900" y="3065463"/>
          <p14:tracePt t="66094" x="863600" y="3065463"/>
          <p14:tracePt t="66102" x="889000" y="3054350"/>
          <p14:tracePt t="66110" x="901700" y="3041650"/>
          <p14:tracePt t="66118" x="914400" y="3041650"/>
          <p14:tracePt t="66126" x="925513" y="3028950"/>
          <p14:tracePt t="66134" x="950913" y="3016250"/>
          <p14:tracePt t="66142" x="950913" y="3003550"/>
          <p14:tracePt t="66159" x="976313" y="3003550"/>
          <p14:tracePt t="66166" x="989013" y="3003550"/>
          <p14:tracePt t="66174" x="1027113" y="3003550"/>
          <p14:tracePt t="66182" x="1089025" y="3003550"/>
          <p14:tracePt t="66191" x="1176338" y="3003550"/>
          <p14:tracePt t="66198" x="1239838" y="3003550"/>
          <p14:tracePt t="66206" x="1276350" y="3003550"/>
          <p14:tracePt t="66214" x="1289050" y="3003550"/>
          <p14:tracePt t="66222" x="1301750" y="3016250"/>
          <p14:tracePt t="66230" x="1314450" y="3016250"/>
          <p14:tracePt t="66238" x="1314450" y="3041650"/>
          <p14:tracePt t="66246" x="1252538" y="3065463"/>
          <p14:tracePt t="66254" x="1201738" y="3116263"/>
          <p14:tracePt t="66263" x="1163638" y="3116263"/>
          <p14:tracePt t="66494" x="1127125" y="3116263"/>
          <p14:tracePt t="66519" x="1127125" y="3103563"/>
          <p14:tracePt t="66591" x="1139825" y="3103563"/>
          <p14:tracePt t="66598" x="1163638" y="3103563"/>
          <p14:tracePt t="66606" x="1201738" y="3103563"/>
          <p14:tracePt t="66614" x="1227138" y="3103563"/>
          <p14:tracePt t="66622" x="1252538" y="3103563"/>
          <p14:tracePt t="66631" x="1276350" y="3103563"/>
          <p14:tracePt t="66638" x="1289050" y="3103563"/>
          <p14:tracePt t="66647" x="1301750" y="3103563"/>
          <p14:tracePt t="66654" x="1327150" y="3103563"/>
          <p14:tracePt t="66662" x="1389063" y="3090863"/>
          <p14:tracePt t="66670" x="1489075" y="3065463"/>
          <p14:tracePt t="66678" x="1601788" y="3065463"/>
          <p14:tracePt t="66686" x="1727200" y="3065463"/>
          <p14:tracePt t="66694" x="1865313" y="3065463"/>
          <p14:tracePt t="66702" x="2014538" y="3065463"/>
          <p14:tracePt t="66710" x="2203450" y="3065463"/>
          <p14:tracePt t="66718" x="2352675" y="3065463"/>
          <p14:tracePt t="66726" x="2465388" y="3065463"/>
          <p14:tracePt t="66734" x="2541588" y="3054350"/>
          <p14:tracePt t="66742" x="2603500" y="3041650"/>
          <p14:tracePt t="66750" x="2641600" y="3041650"/>
          <p14:tracePt t="66759" x="2678113" y="3028950"/>
          <p14:tracePt t="66766" x="2716213" y="3028950"/>
          <p14:tracePt t="66774" x="2741613" y="3016250"/>
          <p14:tracePt t="66790" x="2767013" y="3003550"/>
          <p14:tracePt t="66806" x="2790825" y="2990850"/>
          <p14:tracePt t="66815" x="2803525" y="2990850"/>
          <p14:tracePt t="66822" x="2816225" y="2990850"/>
          <p14:tracePt t="66831" x="2828925" y="2965450"/>
          <p14:tracePt t="66847" x="2841625" y="2941638"/>
          <p14:tracePt t="66854" x="2854325" y="2916238"/>
          <p14:tracePt t="66862" x="2867025" y="2890838"/>
          <p14:tracePt t="66870" x="2867025" y="2878138"/>
          <p14:tracePt t="66878" x="2879725" y="2840038"/>
          <p14:tracePt t="66886" x="2890838" y="2828925"/>
          <p14:tracePt t="66902" x="2903538" y="2816225"/>
          <p14:tracePt t="67014" x="2890838" y="2828925"/>
          <p14:tracePt t="67022" x="2867025" y="2852738"/>
          <p14:tracePt t="67030" x="2816225" y="2890838"/>
          <p14:tracePt t="67038" x="2803525" y="2903538"/>
          <p14:tracePt t="67046" x="2790825" y="2916238"/>
          <p14:tracePt t="67054" x="2767013" y="2941638"/>
          <p14:tracePt t="67110" x="2754313" y="2941638"/>
          <p14:tracePt t="67118" x="2741613" y="2941638"/>
          <p14:tracePt t="67134" x="2728913" y="2941638"/>
          <p14:tracePt t="67214" x="2716213" y="2941638"/>
          <p14:tracePt t="67222" x="2703513" y="2941638"/>
          <p14:tracePt t="67230" x="2690813" y="2941638"/>
          <p14:tracePt t="67238" x="2654300" y="2941638"/>
          <p14:tracePt t="67246" x="2616200" y="2941638"/>
          <p14:tracePt t="67254" x="2578100" y="2941638"/>
          <p14:tracePt t="67262" x="2554288" y="2941638"/>
          <p14:tracePt t="67270" x="2541588" y="2941638"/>
          <p14:tracePt t="67278" x="2503488" y="2941638"/>
          <p14:tracePt t="67286" x="2478088" y="2941638"/>
          <p14:tracePt t="67295" x="2465388" y="2941638"/>
          <p14:tracePt t="67302" x="2428875" y="2941638"/>
          <p14:tracePt t="67318" x="2416175" y="2941638"/>
          <p14:tracePt t="67366" x="2403475" y="2941638"/>
          <p14:tracePt t="67383" x="2378075" y="2941638"/>
          <p14:tracePt t="67430" x="2352675" y="2941638"/>
          <p14:tracePt t="67950" x="2365375" y="2941638"/>
          <p14:tracePt t="67967" x="2378075" y="2941638"/>
          <p14:tracePt t="67974" x="2378075" y="2928938"/>
          <p14:tracePt t="68006" x="2390775" y="2928938"/>
          <p14:tracePt t="68014" x="2403475" y="2928938"/>
          <p14:tracePt t="68030" x="2416175" y="2928938"/>
          <p14:tracePt t="68326" x="2428875" y="2928938"/>
          <p14:tracePt t="68374" x="2441575" y="2928938"/>
          <p14:tracePt t="68382" x="2452688" y="2928938"/>
          <p14:tracePt t="68406" x="2478088" y="2928938"/>
          <p14:tracePt t="68414" x="2490788" y="2928938"/>
          <p14:tracePt t="68422" x="2516188" y="2928938"/>
          <p14:tracePt t="68430" x="2554288" y="2928938"/>
          <p14:tracePt t="68439" x="2641600" y="2941638"/>
          <p14:tracePt t="68447" x="2754313" y="2952750"/>
          <p14:tracePt t="68454" x="2903538" y="2965450"/>
          <p14:tracePt t="68462" x="3041650" y="2965450"/>
          <p14:tracePt t="68470" x="3192463" y="2965450"/>
          <p14:tracePt t="68478" x="3305175" y="2965450"/>
          <p14:tracePt t="68486" x="3417888" y="2965450"/>
          <p14:tracePt t="68494" x="3492500" y="2965450"/>
          <p14:tracePt t="68503" x="3505200" y="2965450"/>
          <p14:tracePt t="68510" x="3517900" y="2965450"/>
          <p14:tracePt t="68606" x="3541713" y="2965450"/>
          <p14:tracePt t="68614" x="3541713" y="2952750"/>
          <p14:tracePt t="68638" x="3541713" y="2941638"/>
          <p14:tracePt t="68790" x="3554413" y="2941638"/>
          <p14:tracePt t="68798" x="3592513" y="2941638"/>
          <p14:tracePt t="68806" x="3617913" y="2941638"/>
          <p14:tracePt t="68815" x="3679825" y="2941638"/>
          <p14:tracePt t="68822" x="3743325" y="2941638"/>
          <p14:tracePt t="68830" x="3843338" y="2941638"/>
          <p14:tracePt t="68838" x="3930650" y="2941638"/>
          <p14:tracePt t="68846" x="4030663" y="2941638"/>
          <p14:tracePt t="68854" x="4117975" y="2941638"/>
          <p14:tracePt t="68862" x="4192588" y="2941638"/>
          <p14:tracePt t="68870" x="4256088" y="2916238"/>
          <p14:tracePt t="68878" x="4281488" y="2903538"/>
          <p14:tracePt t="68887" x="4294188" y="2903538"/>
          <p14:tracePt t="69262" x="4305300" y="2903538"/>
          <p14:tracePt t="69271" x="4318000" y="2903538"/>
          <p14:tracePt t="69294" x="4330700" y="2903538"/>
          <p14:tracePt t="69350" x="4343400" y="2903538"/>
          <p14:tracePt t="69382" x="4356100" y="2903538"/>
          <p14:tracePt t="69390" x="4456113" y="2916238"/>
          <p14:tracePt t="69398" x="4518025" y="2916238"/>
          <p14:tracePt t="69406" x="4581525" y="2928938"/>
          <p14:tracePt t="69414" x="4630738" y="2928938"/>
          <p14:tracePt t="69422" x="4681538" y="2928938"/>
          <p14:tracePt t="69430" x="4719638" y="2928938"/>
          <p14:tracePt t="69439" x="4756150" y="2928938"/>
          <p14:tracePt t="69446" x="4768850" y="2928938"/>
          <p14:tracePt t="69462" x="4794250" y="2928938"/>
          <p14:tracePt t="69486" x="4806950" y="2928938"/>
          <p14:tracePt t="69510" x="4832350" y="2928938"/>
          <p14:tracePt t="69622" x="4843463" y="2928938"/>
          <p14:tracePt t="69630" x="4868863" y="2928938"/>
          <p14:tracePt t="69639" x="4881563" y="2928938"/>
          <p14:tracePt t="69646" x="4894263" y="2928938"/>
          <p14:tracePt t="69686" x="4906963" y="2916238"/>
          <p14:tracePt t="69694" x="4919663" y="2916238"/>
          <p14:tracePt t="69702" x="4945063" y="2916238"/>
          <p14:tracePt t="69758" x="4956175" y="2916238"/>
          <p14:tracePt t="69894" x="4968875" y="2916238"/>
          <p14:tracePt t="69902" x="4981575" y="2916238"/>
          <p14:tracePt t="69942" x="4994275" y="2903538"/>
          <p14:tracePt t="69967" x="5006975" y="2903538"/>
          <p14:tracePt t="69982" x="5019675" y="2903538"/>
          <p14:tracePt t="69990" x="5032375" y="2903538"/>
          <p14:tracePt t="70014" x="5045075" y="2903538"/>
          <p14:tracePt t="70054" x="5057775" y="2903538"/>
          <p14:tracePt t="70062" x="5068888" y="2903538"/>
          <p14:tracePt t="70078" x="5081588" y="2903538"/>
          <p14:tracePt t="70094" x="5094288" y="2903538"/>
          <p14:tracePt t="70110" x="5106988" y="2903538"/>
          <p14:tracePt t="70382" x="5119688" y="2903538"/>
          <p14:tracePt t="70391" x="5145088" y="2903538"/>
          <p14:tracePt t="70398" x="5157788" y="2903538"/>
          <p14:tracePt t="70407" x="5181600" y="2903538"/>
          <p14:tracePt t="70414" x="5194300" y="2903538"/>
          <p14:tracePt t="70422" x="5245100" y="2903538"/>
          <p14:tracePt t="70430" x="5294313" y="2903538"/>
          <p14:tracePt t="70438" x="5332413" y="2903538"/>
          <p14:tracePt t="70446" x="5370513" y="2903538"/>
          <p14:tracePt t="70454" x="5394325" y="2903538"/>
          <p14:tracePt t="70462" x="5419725" y="2903538"/>
          <p14:tracePt t="70806" x="5432425" y="2903538"/>
          <p14:tracePt t="70814" x="5483225" y="2903538"/>
          <p14:tracePt t="70822" x="5532438" y="2903538"/>
          <p14:tracePt t="70830" x="5583238" y="2903538"/>
          <p14:tracePt t="70838" x="5632450" y="2903538"/>
          <p14:tracePt t="70846" x="5683250" y="2916238"/>
          <p14:tracePt t="70854" x="5719763" y="2928938"/>
          <p14:tracePt t="70862" x="5783263" y="2928938"/>
          <p14:tracePt t="70871" x="5832475" y="2928938"/>
          <p14:tracePt t="70878" x="5883275" y="2928938"/>
          <p14:tracePt t="70887" x="5908675" y="2928938"/>
          <p14:tracePt t="70894" x="5932488" y="2928938"/>
          <p14:tracePt t="70902" x="5945188" y="2928938"/>
          <p14:tracePt t="70910" x="5970588" y="2928938"/>
          <p14:tracePt t="70926" x="5983288" y="2928938"/>
          <p14:tracePt t="70934" x="5995988" y="2928938"/>
          <p14:tracePt t="70943" x="6008688" y="2928938"/>
          <p14:tracePt t="70950" x="6034088" y="2928938"/>
          <p14:tracePt t="70959" x="6045200" y="2928938"/>
          <p14:tracePt t="70982" x="6057900" y="2928938"/>
          <p14:tracePt t="71198" x="6045200" y="2928938"/>
          <p14:tracePt t="71214" x="6034088" y="2928938"/>
          <p14:tracePt t="71222" x="6021388" y="2928938"/>
          <p14:tracePt t="71230" x="6008688" y="2928938"/>
          <p14:tracePt t="71254" x="5995988" y="2928938"/>
          <p14:tracePt t="71470" x="6034088" y="2928938"/>
          <p14:tracePt t="71478" x="6070600" y="2928938"/>
          <p14:tracePt t="71486" x="6121400" y="2941638"/>
          <p14:tracePt t="71494" x="6170613" y="2952750"/>
          <p14:tracePt t="71502" x="6221413" y="2952750"/>
          <p14:tracePt t="71511" x="6259513" y="2952750"/>
          <p14:tracePt t="71518" x="6296025" y="2952750"/>
          <p14:tracePt t="71527" x="6334125" y="2952750"/>
          <p14:tracePt t="71534" x="6346825" y="2952750"/>
          <p14:tracePt t="71542" x="6383338" y="2952750"/>
          <p14:tracePt t="71550" x="6434138" y="2952750"/>
          <p14:tracePt t="71558" x="6472238" y="2952750"/>
          <p14:tracePt t="71566" x="6521450" y="2952750"/>
          <p14:tracePt t="71574" x="6596063" y="2952750"/>
          <p14:tracePt t="71582" x="6646863" y="2952750"/>
          <p14:tracePt t="71590" x="6708775" y="2916238"/>
          <p14:tracePt t="71598" x="6721475" y="2916238"/>
          <p14:tracePt t="71606" x="6734175" y="2903538"/>
          <p14:tracePt t="71614" x="6746875" y="2903538"/>
          <p14:tracePt t="71623" x="6759575" y="2903538"/>
          <p14:tracePt t="71798" x="6784975" y="2903538"/>
          <p14:tracePt t="71806" x="6959600" y="2903538"/>
          <p14:tracePt t="71814" x="7110413" y="2903538"/>
          <p14:tracePt t="71823" x="7272338" y="2903538"/>
          <p14:tracePt t="71830" x="7459663" y="2903538"/>
          <p14:tracePt t="71838" x="7610475" y="2903538"/>
          <p14:tracePt t="71846" x="7723188" y="2903538"/>
          <p14:tracePt t="71854" x="7810500" y="2903538"/>
          <p14:tracePt t="71862" x="7897813" y="2903538"/>
          <p14:tracePt t="71870" x="7923213" y="2903538"/>
          <p14:tracePt t="71879" x="7935913" y="2903538"/>
          <p14:tracePt t="71886" x="7948613" y="2903538"/>
          <p14:tracePt t="71950" x="7961313" y="2903538"/>
          <p14:tracePt t="71958" x="7999413" y="2903538"/>
          <p14:tracePt t="71967" x="8035925" y="2903538"/>
          <p14:tracePt t="71982" x="8048625" y="2903538"/>
          <p14:tracePt t="71990" x="8061325" y="2903538"/>
          <p14:tracePt t="72007" x="8074025" y="2903538"/>
          <p14:tracePt t="72014" x="8086725" y="2903538"/>
          <p14:tracePt t="72022" x="8135938" y="2903538"/>
          <p14:tracePt t="72030" x="8186738" y="2903538"/>
          <p14:tracePt t="72038" x="8274050" y="2903538"/>
          <p14:tracePt t="72046" x="8348663" y="2903538"/>
          <p14:tracePt t="72054" x="8474075" y="2903538"/>
          <p14:tracePt t="72062" x="8537575" y="2903538"/>
          <p14:tracePt t="72070" x="8612188" y="2903538"/>
          <p14:tracePt t="72079" x="8661400" y="2903538"/>
          <p14:tracePt t="72086" x="8686800" y="2903538"/>
          <p14:tracePt t="72094" x="8699500" y="2903538"/>
          <p14:tracePt t="72102" x="8712200" y="2903538"/>
          <p14:tracePt t="72270" x="8737600" y="2903538"/>
          <p14:tracePt t="72279" x="8763000" y="2903538"/>
          <p14:tracePt t="72302" x="8774113" y="2903538"/>
          <p14:tracePt t="72318" x="8786813" y="2903538"/>
          <p14:tracePt t="72351" x="8799513" y="2890838"/>
          <p14:tracePt t="72358" x="8799513" y="2878138"/>
          <p14:tracePt t="72390" x="8799513" y="2865438"/>
          <p14:tracePt t="72398" x="8799513" y="2852738"/>
          <p14:tracePt t="72406" x="8799513" y="2840038"/>
          <p14:tracePt t="72414" x="8799513" y="2828925"/>
          <p14:tracePt t="72422" x="8799513" y="2803525"/>
          <p14:tracePt t="72438" x="8799513" y="2790825"/>
          <p14:tracePt t="72447" x="8774113" y="2778125"/>
          <p14:tracePt t="72454" x="8774113" y="2765425"/>
          <p14:tracePt t="72463" x="8763000" y="2765425"/>
          <p14:tracePt t="72470" x="8737600" y="2752725"/>
          <p14:tracePt t="72486" x="8724900" y="2740025"/>
          <p14:tracePt t="72502" x="8712200" y="2740025"/>
          <p14:tracePt t="72543" x="8699500" y="2740025"/>
          <p14:tracePt t="72614" x="8699500" y="2728913"/>
          <p14:tracePt t="79351" x="8712200" y="2716213"/>
          <p14:tracePt t="79366" x="8699500" y="2690813"/>
          <p14:tracePt t="79374" x="8661400" y="2678113"/>
          <p14:tracePt t="79383" x="8574088" y="2640013"/>
          <p14:tracePt t="79390" x="8486775" y="2616200"/>
          <p14:tracePt t="79399" x="8386763" y="2565400"/>
          <p14:tracePt t="79406" x="8274050" y="2527300"/>
          <p14:tracePt t="79414" x="8135938" y="2465388"/>
          <p14:tracePt t="79422" x="7974013" y="2414588"/>
          <p14:tracePt t="79430" x="7773988" y="2339975"/>
          <p14:tracePt t="79438" x="7323138" y="2214563"/>
          <p14:tracePt t="79446" x="6821488" y="2114550"/>
          <p14:tracePt t="79454" x="6370638" y="2078038"/>
          <p14:tracePt t="79462" x="6045200" y="2014538"/>
          <p14:tracePt t="79470" x="5857875" y="1989138"/>
          <p14:tracePt t="79478" x="5595938" y="1939925"/>
          <p14:tracePt t="79486" x="5294313" y="1901825"/>
          <p14:tracePt t="79494" x="5019675" y="1801813"/>
          <p14:tracePt t="79502" x="4881563" y="1765300"/>
          <p14:tracePt t="79510" x="4768850" y="1739900"/>
          <p14:tracePt t="79518" x="4694238" y="1701800"/>
          <p14:tracePt t="79526" x="4643438" y="1676400"/>
          <p14:tracePt t="79534" x="4594225" y="1663700"/>
          <p14:tracePt t="79542" x="4543425" y="1652588"/>
          <p14:tracePt t="79550" x="4506913" y="1652588"/>
          <p14:tracePt t="79558" x="4456113" y="1627188"/>
          <p14:tracePt t="79567" x="4394200" y="1627188"/>
          <p14:tracePt t="79574" x="4294188" y="1614488"/>
          <p14:tracePt t="79583" x="4168775" y="1589088"/>
          <p14:tracePt t="79590" x="3992563" y="1576388"/>
          <p14:tracePt t="79598" x="3717925" y="1527175"/>
          <p14:tracePt t="79606" x="3429000" y="1489075"/>
          <p14:tracePt t="79614" x="3103563" y="1427163"/>
          <p14:tracePt t="79622" x="2816225" y="1389063"/>
          <p14:tracePt t="79630" x="2528888" y="1376363"/>
          <p14:tracePt t="79638" x="2328863" y="1327150"/>
          <p14:tracePt t="79646" x="2178050" y="1314450"/>
          <p14:tracePt t="79655" x="2065338" y="1276350"/>
          <p14:tracePt t="79662" x="1965325" y="1276350"/>
          <p14:tracePt t="79670" x="1927225" y="1263650"/>
          <p14:tracePt t="79678" x="1865313" y="1250950"/>
          <p14:tracePt t="79686" x="1839913" y="1250950"/>
          <p14:tracePt t="79695" x="1827213" y="1250950"/>
          <p14:tracePt t="79702" x="1801813" y="1250950"/>
          <p14:tracePt t="79710" x="1778000" y="1250950"/>
          <p14:tracePt t="79719" x="1727200" y="1250950"/>
          <p14:tracePt t="79726" x="1689100" y="1250950"/>
          <p14:tracePt t="79734" x="1639888" y="1250950"/>
          <p14:tracePt t="79742" x="1589088" y="1250950"/>
          <p14:tracePt t="79751" x="1539875" y="1250950"/>
          <p14:tracePt t="79758" x="1489075" y="1238250"/>
          <p14:tracePt t="79767" x="1452563" y="1238250"/>
          <p14:tracePt t="79774" x="1414463" y="1227138"/>
          <p14:tracePt t="79783" x="1376363" y="1227138"/>
          <p14:tracePt t="79790" x="1363663" y="1214438"/>
          <p14:tracePt t="79798" x="1352550" y="1214438"/>
          <p14:tracePt t="79806" x="1339850" y="1214438"/>
          <p14:tracePt t="79886" x="1327150" y="1214438"/>
          <p14:tracePt t="79902" x="1314450" y="1201738"/>
          <p14:tracePt t="79966" x="1314450" y="1189038"/>
          <p14:tracePt t="79998" x="1339850" y="1189038"/>
          <p14:tracePt t="80006" x="1352550" y="1189038"/>
          <p14:tracePt t="80014" x="1376363" y="1189038"/>
          <p14:tracePt t="80022" x="1401763" y="1189038"/>
          <p14:tracePt t="80030" x="1452563" y="1189038"/>
          <p14:tracePt t="80038" x="1489075" y="1189038"/>
          <p14:tracePt t="80046" x="1565275" y="1189038"/>
          <p14:tracePt t="80054" x="1652588" y="1201738"/>
          <p14:tracePt t="80063" x="1739900" y="1227138"/>
          <p14:tracePt t="80070" x="1814513" y="1227138"/>
          <p14:tracePt t="80078" x="1903413" y="1238250"/>
          <p14:tracePt t="80086" x="1990725" y="1238250"/>
          <p14:tracePt t="80094" x="2090738" y="1250950"/>
          <p14:tracePt t="80102" x="2216150" y="1263650"/>
          <p14:tracePt t="80110" x="2316163" y="1263650"/>
          <p14:tracePt t="80118" x="2428875" y="1263650"/>
          <p14:tracePt t="80126" x="2554288" y="1301750"/>
          <p14:tracePt t="80135" x="2616200" y="1301750"/>
          <p14:tracePt t="80142" x="2667000" y="1301750"/>
          <p14:tracePt t="80151" x="2690813" y="1301750"/>
          <p14:tracePt t="80158" x="2703513" y="1301750"/>
          <p14:tracePt t="80174" x="2716213" y="1301750"/>
          <p14:tracePt t="80190" x="2728913" y="1301750"/>
          <p14:tracePt t="80198" x="2741613" y="1301750"/>
          <p14:tracePt t="80214" x="2754313" y="1301750"/>
          <p14:tracePt t="80222" x="2778125" y="1301750"/>
          <p14:tracePt t="80230" x="2816225" y="1301750"/>
          <p14:tracePt t="80238" x="2867025" y="1301750"/>
          <p14:tracePt t="80247" x="2879725" y="1301750"/>
          <p14:tracePt t="80254" x="2916238" y="1301750"/>
          <p14:tracePt t="80262" x="2967038" y="1301750"/>
          <p14:tracePt t="80270" x="2979738" y="1301750"/>
          <p14:tracePt t="80278" x="3028950" y="1301750"/>
          <p14:tracePt t="80286" x="3067050" y="1301750"/>
          <p14:tracePt t="80294" x="3116263" y="1301750"/>
          <p14:tracePt t="80302" x="3205163" y="1301750"/>
          <p14:tracePt t="80310" x="3292475" y="1301750"/>
          <p14:tracePt t="80319" x="3367088" y="1301750"/>
          <p14:tracePt t="80326" x="3492500" y="1301750"/>
          <p14:tracePt t="80335" x="3592513" y="1301750"/>
          <p14:tracePt t="80342" x="3654425" y="1301750"/>
          <p14:tracePt t="80350" x="3692525" y="1301750"/>
          <p14:tracePt t="80358" x="3717925" y="1301750"/>
          <p14:tracePt t="80366" x="3743325" y="1289050"/>
          <p14:tracePt t="80398" x="3756025" y="1289050"/>
          <p14:tracePt t="80406" x="3779838" y="1289050"/>
          <p14:tracePt t="80414" x="3805238" y="1289050"/>
          <p14:tracePt t="80422" x="3856038" y="1289050"/>
          <p14:tracePt t="80431" x="3917950" y="1289050"/>
          <p14:tracePt t="80438" x="4005263" y="1289050"/>
          <p14:tracePt t="80447" x="4081463" y="1289050"/>
          <p14:tracePt t="80454" x="4143375" y="1289050"/>
          <p14:tracePt t="80462" x="4243388" y="1289050"/>
          <p14:tracePt t="80470" x="4305300" y="1289050"/>
          <p14:tracePt t="80478" x="4430713" y="1289050"/>
          <p14:tracePt t="80486" x="4530725" y="1289050"/>
          <p14:tracePt t="80494" x="4643438" y="1289050"/>
          <p14:tracePt t="80503" x="4756150" y="1289050"/>
          <p14:tracePt t="80510" x="4894263" y="1289050"/>
          <p14:tracePt t="80519" x="4994275" y="1289050"/>
          <p14:tracePt t="80526" x="5094288" y="1289050"/>
          <p14:tracePt t="80534" x="5194300" y="1289050"/>
          <p14:tracePt t="80542" x="5270500" y="1289050"/>
          <p14:tracePt t="80550" x="5332413" y="1289050"/>
          <p14:tracePt t="80558" x="5383213" y="1289050"/>
          <p14:tracePt t="80566" x="5419725" y="1289050"/>
          <p14:tracePt t="80574" x="5445125" y="1289050"/>
          <p14:tracePt t="80582" x="5470525" y="1289050"/>
          <p14:tracePt t="80590" x="5483225" y="1289050"/>
          <p14:tracePt t="80598" x="5495925" y="1289050"/>
          <p14:tracePt t="80606" x="5507038" y="1276350"/>
          <p14:tracePt t="80614" x="5532438" y="1263650"/>
          <p14:tracePt t="80622" x="5557838" y="1263650"/>
          <p14:tracePt t="80631" x="5632450" y="1263650"/>
          <p14:tracePt t="80638" x="5719763" y="1263650"/>
          <p14:tracePt t="80646" x="5795963" y="1263650"/>
          <p14:tracePt t="80654" x="5895975" y="1263650"/>
          <p14:tracePt t="80662" x="5970588" y="1263650"/>
          <p14:tracePt t="80670" x="6057900" y="1263650"/>
          <p14:tracePt t="80678" x="6108700" y="1263650"/>
          <p14:tracePt t="80687" x="6157913" y="1263650"/>
          <p14:tracePt t="80694" x="6208713" y="1263650"/>
          <p14:tracePt t="80710" x="6234113" y="1263650"/>
          <p14:tracePt t="80718" x="6259513" y="1250950"/>
          <p14:tracePt t="80750" x="6270625" y="1250950"/>
          <p14:tracePt t="80766" x="6283325" y="1250950"/>
          <p14:tracePt t="80774" x="6296025" y="1250950"/>
          <p14:tracePt t="80878" x="6308725" y="1250950"/>
          <p14:tracePt t="80894" x="6321425" y="1250950"/>
          <p14:tracePt t="80903" x="6334125" y="1250950"/>
          <p14:tracePt t="80910" x="6346825" y="1250950"/>
          <p14:tracePt t="80918" x="6370638" y="1250950"/>
          <p14:tracePt t="80926" x="6421438" y="1250950"/>
          <p14:tracePt t="80934" x="6472238" y="1250950"/>
          <p14:tracePt t="80949" x="6546850" y="1263650"/>
          <p14:tracePt t="80950" x="6646863" y="1301750"/>
          <p14:tracePt t="80958" x="6759575" y="1350963"/>
          <p14:tracePt t="80966" x="6897688" y="1401763"/>
          <p14:tracePt t="80974" x="7010400" y="1439863"/>
          <p14:tracePt t="80982" x="7134225" y="1489075"/>
          <p14:tracePt t="80990" x="7246938" y="1552575"/>
          <p14:tracePt t="80999" x="7372350" y="1614488"/>
          <p14:tracePt t="81006" x="7510463" y="1689100"/>
          <p14:tracePt t="81014" x="7648575" y="1776413"/>
          <p14:tracePt t="81022" x="7785100" y="1876425"/>
          <p14:tracePt t="81030" x="7897813" y="1989138"/>
          <p14:tracePt t="81038" x="7999413" y="2101850"/>
          <p14:tracePt t="81046" x="8074025" y="2214563"/>
          <p14:tracePt t="81054" x="8123238" y="2327275"/>
          <p14:tracePt t="81062" x="8174038" y="2452688"/>
          <p14:tracePt t="81071" x="8186738" y="2540000"/>
          <p14:tracePt t="81078" x="8186738" y="2590800"/>
          <p14:tracePt t="81087" x="8186738" y="2603500"/>
          <p14:tracePt t="81134" x="8199438" y="2603500"/>
          <p14:tracePt t="81166" x="8212138" y="2603500"/>
          <p14:tracePt t="81198" x="8223250" y="2603500"/>
          <p14:tracePt t="81246" x="8248650" y="2603500"/>
          <p14:tracePt t="81254" x="8261350" y="2603500"/>
          <p14:tracePt t="81302" x="8286750" y="2603500"/>
          <p14:tracePt t="81318" x="8286750" y="2590800"/>
          <p14:tracePt t="81366" x="8299450" y="2590800"/>
          <p14:tracePt t="81374" x="8348663" y="2603500"/>
          <p14:tracePt t="81383" x="8386763" y="2616200"/>
          <p14:tracePt t="81390" x="8435975" y="2627313"/>
          <p14:tracePt t="81398" x="8486775" y="2627313"/>
          <p14:tracePt t="81406" x="8524875" y="2652713"/>
          <p14:tracePt t="81414" x="8599488" y="2678113"/>
          <p14:tracePt t="81422" x="8674100" y="2703513"/>
          <p14:tracePt t="81430" x="8750300" y="2740025"/>
          <p14:tracePt t="81439" x="8824913" y="2778125"/>
          <p14:tracePt t="81446" x="8886825" y="2803525"/>
          <p14:tracePt t="81455" x="8963025" y="2840038"/>
          <p14:tracePt t="81462" x="9037638" y="2865438"/>
          <p14:tracePt t="81470" x="9088438" y="2865438"/>
          <p14:tracePt t="81478" x="9124950" y="2878138"/>
          <p14:tracePt t="81486" x="9137650" y="2890838"/>
          <p14:tracePt t="81542" x="9150350" y="2890838"/>
          <p14:tracePt t="81710" x="9175750" y="2890838"/>
          <p14:tracePt t="83502" x="9163050" y="2890838"/>
          <p14:tracePt t="83511" x="9137650" y="2890838"/>
          <p14:tracePt t="83518" x="9063038" y="2890838"/>
          <p14:tracePt t="83527" x="8950325" y="2890838"/>
          <p14:tracePt t="83534" x="8799513" y="2890838"/>
          <p14:tracePt t="83542" x="8624888" y="2890838"/>
          <p14:tracePt t="83550" x="8448675" y="2890838"/>
          <p14:tracePt t="83558" x="8286750" y="2890838"/>
          <p14:tracePt t="83566" x="8135938" y="2890838"/>
          <p14:tracePt t="83574" x="8023225" y="2878138"/>
          <p14:tracePt t="83582" x="7910513" y="2828925"/>
          <p14:tracePt t="83590" x="7810500" y="2803525"/>
          <p14:tracePt t="83598" x="7685088" y="2765425"/>
          <p14:tracePt t="83606" x="7535863" y="2765425"/>
          <p14:tracePt t="83614" x="7372350" y="2740025"/>
          <p14:tracePt t="83623" x="7159625" y="2728913"/>
          <p14:tracePt t="83630" x="6797675" y="2665413"/>
          <p14:tracePt t="83638" x="6259513" y="2640013"/>
          <p14:tracePt t="83646" x="5783263" y="2640013"/>
          <p14:tracePt t="83654" x="5370513" y="2640013"/>
          <p14:tracePt t="83662" x="5194300" y="2640013"/>
          <p14:tracePt t="83670" x="5106988" y="2640013"/>
          <p14:tracePt t="83678" x="5094288" y="2640013"/>
          <p14:tracePt t="83798" x="5068888" y="2640013"/>
          <p14:tracePt t="83806" x="4994275" y="2640013"/>
          <p14:tracePt t="83814" x="4945063" y="2640013"/>
          <p14:tracePt t="83823" x="4881563" y="2640013"/>
          <p14:tracePt t="83830" x="4781550" y="2640013"/>
          <p14:tracePt t="83838" x="4643438" y="2640013"/>
          <p14:tracePt t="83846" x="4530725" y="2640013"/>
          <p14:tracePt t="83854" x="4430713" y="2640013"/>
          <p14:tracePt t="83862" x="4330700" y="2640013"/>
          <p14:tracePt t="83870" x="4256088" y="2640013"/>
          <p14:tracePt t="83879" x="4205288" y="2640013"/>
          <p14:tracePt t="83886" x="4181475" y="2640013"/>
          <p14:tracePt t="83895" x="4168775" y="2640013"/>
          <p14:tracePt t="84030" x="4143375" y="2603500"/>
          <p14:tracePt t="84038" x="4105275" y="2565400"/>
          <p14:tracePt t="84046" x="4068763" y="2527300"/>
          <p14:tracePt t="84054" x="4017963" y="2503488"/>
          <p14:tracePt t="84062" x="3930650" y="2439988"/>
          <p14:tracePt t="84070" x="3867150" y="2414588"/>
          <p14:tracePt t="84079" x="3779838" y="2378075"/>
          <p14:tracePt t="84086" x="3692525" y="2327275"/>
          <p14:tracePt t="84094" x="3617913" y="2303463"/>
          <p14:tracePt t="84102" x="3505200" y="2239963"/>
          <p14:tracePt t="84110" x="3454400" y="2214563"/>
          <p14:tracePt t="84118" x="3341688" y="2165350"/>
          <p14:tracePt t="84126" x="3228975" y="2114550"/>
          <p14:tracePt t="84134" x="3003550" y="2065338"/>
          <p14:tracePt t="84142" x="2778125" y="2014538"/>
          <p14:tracePt t="84150" x="2478088" y="1939925"/>
          <p14:tracePt t="84158" x="2052638" y="1901825"/>
          <p14:tracePt t="84166" x="1778000" y="1827213"/>
          <p14:tracePt t="84174" x="1601788" y="1814513"/>
          <p14:tracePt t="84182" x="1452563" y="1789113"/>
          <p14:tracePt t="84191" x="1327150" y="1776413"/>
          <p14:tracePt t="84198" x="1263650" y="1765300"/>
          <p14:tracePt t="84206" x="1201738" y="1752600"/>
          <p14:tracePt t="84214" x="1163638" y="1727200"/>
          <p14:tracePt t="84222" x="1139825" y="1714500"/>
          <p14:tracePt t="84230" x="1127125" y="1701800"/>
          <p14:tracePt t="84238" x="1101725" y="1689100"/>
          <p14:tracePt t="84246" x="1101725" y="1676400"/>
          <p14:tracePt t="84254" x="1076325" y="1676400"/>
          <p14:tracePt t="84263" x="1063625" y="1663700"/>
          <p14:tracePt t="84270" x="1038225" y="1663700"/>
          <p14:tracePt t="84279" x="1001713" y="1639888"/>
          <p14:tracePt t="84286" x="976313" y="1639888"/>
          <p14:tracePt t="84294" x="938213" y="1627188"/>
          <p14:tracePt t="84302" x="901700" y="1614488"/>
          <p14:tracePt t="84310" x="889000" y="1614488"/>
          <p14:tracePt t="84318" x="863600" y="1601788"/>
          <p14:tracePt t="84326" x="838200" y="1576388"/>
          <p14:tracePt t="84334" x="825500" y="1563688"/>
          <p14:tracePt t="84342" x="801688" y="1552575"/>
          <p14:tracePt t="84350" x="801688" y="1539875"/>
          <p14:tracePt t="84358" x="788988" y="1539875"/>
          <p14:tracePt t="84366" x="763588" y="1527175"/>
          <p14:tracePt t="84375" x="750888" y="1514475"/>
          <p14:tracePt t="84382" x="738188" y="1501775"/>
          <p14:tracePt t="84390" x="712788" y="1463675"/>
          <p14:tracePt t="84398" x="701675" y="1450975"/>
          <p14:tracePt t="84406" x="701675" y="1439863"/>
          <p14:tracePt t="84414" x="688975" y="1414463"/>
          <p14:tracePt t="84430" x="688975" y="1401763"/>
          <p14:tracePt t="84438" x="688975" y="1389063"/>
          <p14:tracePt t="84486" x="688975" y="1376363"/>
          <p14:tracePt t="84510" x="688975" y="1363663"/>
          <p14:tracePt t="84518" x="688975" y="1350963"/>
          <p14:tracePt t="84526" x="701675" y="1350963"/>
          <p14:tracePt t="84534" x="712788" y="1350963"/>
          <p14:tracePt t="84542" x="750888" y="1350963"/>
          <p14:tracePt t="84550" x="801688" y="1350963"/>
          <p14:tracePt t="84558" x="838200" y="1350963"/>
          <p14:tracePt t="84566" x="889000" y="1350963"/>
          <p14:tracePt t="84574" x="938213" y="1350963"/>
          <p14:tracePt t="84582" x="1014413" y="1350963"/>
          <p14:tracePt t="84590" x="1127125" y="1350963"/>
          <p14:tracePt t="84598" x="1239838" y="1350963"/>
          <p14:tracePt t="84606" x="1339850" y="1350963"/>
          <p14:tracePt t="84614" x="1427163" y="1350963"/>
          <p14:tracePt t="84622" x="1489075" y="1350963"/>
          <p14:tracePt t="84631" x="1565275" y="1339850"/>
          <p14:tracePt t="84638" x="1601788" y="1327150"/>
          <p14:tracePt t="84647" x="1652588" y="1327150"/>
          <p14:tracePt t="84654" x="1701800" y="1327150"/>
          <p14:tracePt t="84662" x="1778000" y="1314450"/>
          <p14:tracePt t="84670" x="1852613" y="1289050"/>
          <p14:tracePt t="84678" x="1903413" y="1289050"/>
          <p14:tracePt t="84686" x="1939925" y="1289050"/>
          <p14:tracePt t="84694" x="1965325" y="1289050"/>
          <p14:tracePt t="84702" x="1978025" y="1289050"/>
          <p14:tracePt t="84710" x="1990725" y="1289050"/>
          <p14:tracePt t="84718" x="2003425" y="1276350"/>
          <p14:tracePt t="84766" x="2014538" y="1276350"/>
          <p14:tracePt t="84782" x="2027238" y="1276350"/>
          <p14:tracePt t="84790" x="2065338" y="1263650"/>
          <p14:tracePt t="84798" x="2065338" y="1250950"/>
          <p14:tracePt t="84806" x="2090738" y="1250950"/>
          <p14:tracePt t="84814" x="2103438" y="1250950"/>
          <p14:tracePt t="84822" x="2127250" y="1250950"/>
          <p14:tracePt t="84838" x="2139950" y="1250950"/>
          <p14:tracePt t="84846" x="2165350" y="1250950"/>
          <p14:tracePt t="84854" x="2190750" y="1250950"/>
          <p14:tracePt t="84870" x="2203450" y="1250950"/>
          <p14:tracePt t="84878" x="2216150" y="1250950"/>
          <p14:tracePt t="84886" x="2228850" y="1250950"/>
          <p14:tracePt t="84894" x="2252663" y="1250950"/>
          <p14:tracePt t="84903" x="2265363" y="1250950"/>
          <p14:tracePt t="84910" x="2303463" y="1250950"/>
          <p14:tracePt t="84918" x="2339975" y="1250950"/>
          <p14:tracePt t="84927" x="2390775" y="1250950"/>
          <p14:tracePt t="84934" x="2441575" y="1250950"/>
          <p14:tracePt t="84943" x="2503488" y="1250950"/>
          <p14:tracePt t="84950" x="2554288" y="1250950"/>
          <p14:tracePt t="84958" x="2616200" y="1250950"/>
          <p14:tracePt t="84966" x="2654300" y="1250950"/>
          <p14:tracePt t="84974" x="2716213" y="1250950"/>
          <p14:tracePt t="84982" x="2790825" y="1250950"/>
          <p14:tracePt t="84990" x="2841625" y="1250950"/>
          <p14:tracePt t="84999" x="2916238" y="1250950"/>
          <p14:tracePt t="85006" x="3003550" y="1250950"/>
          <p14:tracePt t="85015" x="3079750" y="1250950"/>
          <p14:tracePt t="85022" x="3154363" y="1250950"/>
          <p14:tracePt t="85030" x="3228975" y="1250950"/>
          <p14:tracePt t="85038" x="3279775" y="1250950"/>
          <p14:tracePt t="85046" x="3328988" y="1250950"/>
          <p14:tracePt t="85054" x="3367088" y="1250950"/>
          <p14:tracePt t="85062" x="3379788" y="1250950"/>
          <p14:tracePt t="85070" x="3392488" y="1250950"/>
          <p14:tracePt t="85086" x="3405188" y="1250950"/>
          <p14:tracePt t="85094" x="3417888" y="1250950"/>
          <p14:tracePt t="85110" x="3429000" y="1250950"/>
          <p14:tracePt t="85118" x="3441700" y="1250950"/>
          <p14:tracePt t="85134" x="3454400" y="1238250"/>
          <p14:tracePt t="85174" x="3467100" y="1238250"/>
          <p14:tracePt t="85206" x="3479800" y="1238250"/>
          <p14:tracePt t="85215" x="3567113" y="1238250"/>
          <p14:tracePt t="85222" x="3667125" y="1238250"/>
          <p14:tracePt t="85230" x="3779838" y="1238250"/>
          <p14:tracePt t="85238" x="3930650" y="1238250"/>
          <p14:tracePt t="85246" x="4081463" y="1238250"/>
          <p14:tracePt t="85254" x="4230688" y="1238250"/>
          <p14:tracePt t="85262" x="4406900" y="1238250"/>
          <p14:tracePt t="85270" x="4556125" y="1238250"/>
          <p14:tracePt t="85278" x="4694238" y="1238250"/>
          <p14:tracePt t="85286" x="4843463" y="1238250"/>
          <p14:tracePt t="85294" x="4968875" y="1238250"/>
          <p14:tracePt t="85302" x="5145088" y="1238250"/>
          <p14:tracePt t="85311" x="5270500" y="1238250"/>
          <p14:tracePt t="85318" x="5370513" y="1238250"/>
          <p14:tracePt t="85326" x="5507038" y="1238250"/>
          <p14:tracePt t="85334" x="5607050" y="1238250"/>
          <p14:tracePt t="85342" x="5657850" y="1238250"/>
          <p14:tracePt t="85350" x="5719763" y="1238250"/>
          <p14:tracePt t="85358" x="5757863" y="1238250"/>
          <p14:tracePt t="85366" x="5770563" y="1238250"/>
          <p14:tracePt t="85383" x="5795963" y="1238250"/>
          <p14:tracePt t="85399" x="5808663" y="1250950"/>
          <p14:tracePt t="85406" x="5832475" y="1263650"/>
          <p14:tracePt t="85414" x="5857875" y="1289050"/>
          <p14:tracePt t="85430" x="5908675" y="1314450"/>
          <p14:tracePt t="85438" x="5932488" y="1339850"/>
          <p14:tracePt t="85446" x="6008688" y="1376363"/>
          <p14:tracePt t="85454" x="6070600" y="1439863"/>
          <p14:tracePt t="85462" x="6121400" y="1527175"/>
          <p14:tracePt t="85470" x="6208713" y="1614488"/>
          <p14:tracePt t="85478" x="6270625" y="1689100"/>
          <p14:tracePt t="85486" x="6321425" y="1789113"/>
          <p14:tracePt t="85494" x="6383338" y="1914525"/>
          <p14:tracePt t="85502" x="6434138" y="2052638"/>
          <p14:tracePt t="85511" x="6483350" y="2227263"/>
          <p14:tracePt t="85518" x="6546850" y="2427288"/>
          <p14:tracePt t="85526" x="6596063" y="2603500"/>
          <p14:tracePt t="85534" x="6659563" y="2803525"/>
          <p14:tracePt t="85542" x="6684963" y="2928938"/>
          <p14:tracePt t="85550" x="6746875" y="3016250"/>
          <p14:tracePt t="85558" x="6808788" y="3090863"/>
          <p14:tracePt t="85567" x="6821488" y="3116263"/>
          <p14:tracePt t="85574" x="6846888" y="3128963"/>
          <p14:tracePt t="85583" x="6846888" y="3141663"/>
          <p14:tracePt t="85639" x="6859588" y="3141663"/>
          <p14:tracePt t="85654" x="6872288" y="3141663"/>
          <p14:tracePt t="85670" x="6884988" y="3141663"/>
          <p14:tracePt t="85687" x="6897688" y="3141663"/>
          <p14:tracePt t="85694" x="6910388" y="3116263"/>
          <p14:tracePt t="85702" x="6934200" y="3103563"/>
          <p14:tracePt t="85710" x="6946900" y="3090863"/>
          <p14:tracePt t="85718" x="6985000" y="3041650"/>
          <p14:tracePt t="85726" x="6997700" y="2990850"/>
          <p14:tracePt t="85734" x="7046913" y="2916238"/>
          <p14:tracePt t="85742" x="7072313" y="2828925"/>
          <p14:tracePt t="85751" x="7134225" y="2703513"/>
          <p14:tracePt t="85758" x="7172325" y="2565400"/>
          <p14:tracePt t="85767" x="7185025" y="2427288"/>
          <p14:tracePt t="85774" x="7185025" y="2314575"/>
          <p14:tracePt t="85783" x="7185025" y="2178050"/>
          <p14:tracePt t="85790" x="7123113" y="2052638"/>
          <p14:tracePt t="85798" x="7034213" y="1952625"/>
          <p14:tracePt t="85806" x="6972300" y="1876425"/>
          <p14:tracePt t="85814" x="6946900" y="1827213"/>
          <p14:tracePt t="85822" x="6934200" y="1789113"/>
          <p14:tracePt t="85831" x="6910388" y="1752600"/>
          <p14:tracePt t="85838" x="6884988" y="1714500"/>
          <p14:tracePt t="85846" x="6872288" y="1701800"/>
          <p14:tracePt t="85854" x="6859588" y="1689100"/>
          <p14:tracePt t="85862" x="6821488" y="1652588"/>
          <p14:tracePt t="85870" x="6797675" y="1627188"/>
          <p14:tracePt t="85879" x="6759575" y="1589088"/>
          <p14:tracePt t="85886" x="6734175" y="1589088"/>
          <p14:tracePt t="85894" x="6696075" y="1552575"/>
          <p14:tracePt t="85902" x="6672263" y="1539875"/>
          <p14:tracePt t="85910" x="6646863" y="1514475"/>
          <p14:tracePt t="85918" x="6634163" y="1489075"/>
          <p14:tracePt t="85930" x="6621463" y="1476375"/>
          <p14:tracePt t="85934" x="6608763" y="1450975"/>
          <p14:tracePt t="85951" x="6596063" y="1414463"/>
          <p14:tracePt t="85974" x="6596063" y="1389063"/>
          <p14:tracePt t="85982" x="6596063" y="1376363"/>
          <p14:tracePt t="85990" x="6596063" y="1363663"/>
          <p14:tracePt t="85998" x="6596063" y="1350963"/>
          <p14:tracePt t="86006" x="6596063" y="1339850"/>
          <p14:tracePt t="86022" x="6596063" y="1327150"/>
          <p14:tracePt t="86038" x="6596063" y="1301750"/>
          <p14:tracePt t="86062" x="6608763" y="1289050"/>
          <p14:tracePt t="86070" x="6621463" y="1276350"/>
          <p14:tracePt t="86078" x="6621463" y="1263650"/>
          <p14:tracePt t="86086" x="6634163" y="1250950"/>
          <p14:tracePt t="86094" x="6634163" y="1238250"/>
          <p14:tracePt t="86102" x="6646863" y="1214438"/>
          <p14:tracePt t="86118" x="6646863" y="1189038"/>
          <p14:tracePt t="86158" x="6659563" y="1163638"/>
          <p14:tracePt t="86190" x="6659563" y="1150938"/>
          <p14:tracePt t="86222" x="6659563" y="1138238"/>
          <p14:tracePt t="86254" x="6672263" y="1125538"/>
          <p14:tracePt t="86446" x="6672263" y="1150938"/>
          <p14:tracePt t="86454" x="6672263" y="1314450"/>
          <p14:tracePt t="86462" x="6672263" y="1439863"/>
          <p14:tracePt t="86470" x="6672263" y="1614488"/>
          <p14:tracePt t="86478" x="6672263" y="1789113"/>
          <p14:tracePt t="86486" x="6672263" y="1978025"/>
          <p14:tracePt t="86494" x="6696075" y="2165350"/>
          <p14:tracePt t="86503" x="6746875" y="2327275"/>
          <p14:tracePt t="86510" x="6759575" y="2452688"/>
          <p14:tracePt t="86519" x="6808788" y="2527300"/>
          <p14:tracePt t="86526" x="6808788" y="2540000"/>
          <p14:tracePt t="86534" x="6821488" y="2552700"/>
          <p14:tracePt t="86710" x="6834188" y="2552700"/>
          <p14:tracePt t="86718" x="6846888" y="2552700"/>
          <p14:tracePt t="86726" x="6846888" y="2540000"/>
          <p14:tracePt t="86742" x="6859588" y="2540000"/>
          <p14:tracePt t="86774" x="6859588" y="2516188"/>
          <p14:tracePt t="86782" x="6859588" y="2478088"/>
          <p14:tracePt t="86790" x="6859588" y="2465388"/>
          <p14:tracePt t="86798" x="6859588" y="2452688"/>
          <p14:tracePt t="86806" x="6859588" y="2439988"/>
          <p14:tracePt t="86815" x="6859588" y="2427288"/>
          <p14:tracePt t="86822" x="6859588" y="2390775"/>
          <p14:tracePt t="86830" x="6859588" y="2365375"/>
          <p14:tracePt t="86838" x="6846888" y="2352675"/>
          <p14:tracePt t="86846" x="6834188" y="2327275"/>
          <p14:tracePt t="86854" x="6821488" y="2314575"/>
          <p14:tracePt t="86862" x="6797675" y="2303463"/>
          <p14:tracePt t="86950" x="6784975" y="2303463"/>
          <p14:tracePt t="87254" x="6772275" y="2290763"/>
          <p14:tracePt t="87262" x="6759575" y="2278063"/>
          <p14:tracePt t="87622" x="6734175" y="2265363"/>
          <p14:tracePt t="87678" x="6721475" y="2252663"/>
          <p14:tracePt t="88150" x="6684963" y="2252663"/>
          <p14:tracePt t="88158" x="6646863" y="2239963"/>
          <p14:tracePt t="88166" x="6634163" y="2239963"/>
          <p14:tracePt t="88174" x="6596063" y="2239963"/>
          <p14:tracePt t="88182" x="6584950" y="2239963"/>
          <p14:tracePt t="88198" x="6559550" y="2214563"/>
          <p14:tracePt t="88207" x="6534150" y="2214563"/>
          <p14:tracePt t="88214" x="6508750" y="2214563"/>
          <p14:tracePt t="88222" x="6496050" y="2214563"/>
          <p14:tracePt t="88230" x="6446838" y="2214563"/>
          <p14:tracePt t="88238" x="6408738" y="2201863"/>
          <p14:tracePt t="88246" x="6383338" y="2201863"/>
          <p14:tracePt t="88254" x="6359525" y="2201863"/>
          <p14:tracePt t="88270" x="6334125" y="2190750"/>
          <p14:tracePt t="88318" x="6321425" y="2190750"/>
          <p14:tracePt t="88606" x="6308725" y="2190750"/>
          <p14:tracePt t="88614" x="6283325" y="2190750"/>
          <p14:tracePt t="88630" x="6259513" y="2190750"/>
          <p14:tracePt t="88638" x="6234113" y="2190750"/>
          <p14:tracePt t="88646" x="6196013" y="2190750"/>
          <p14:tracePt t="88654" x="6157913" y="2190750"/>
          <p14:tracePt t="88662" x="6070600" y="2190750"/>
          <p14:tracePt t="88670" x="5957888" y="2190750"/>
          <p14:tracePt t="88678" x="5821363" y="2227263"/>
          <p14:tracePt t="88687" x="5683250" y="2265363"/>
          <p14:tracePt t="88694" x="5570538" y="2303463"/>
          <p14:tracePt t="88702" x="5407025" y="2378075"/>
          <p14:tracePt t="88710" x="5207000" y="2465388"/>
          <p14:tracePt t="88718" x="4956175" y="2578100"/>
          <p14:tracePt t="88726" x="4606925" y="2728913"/>
          <p14:tracePt t="88734" x="4092575" y="2890838"/>
          <p14:tracePt t="88742" x="3630613" y="3065463"/>
          <p14:tracePt t="88750" x="3216275" y="3216275"/>
          <p14:tracePt t="88759" x="2767013" y="3403600"/>
          <p14:tracePt t="88766" x="2503488" y="3454400"/>
          <p14:tracePt t="88775" x="2403475" y="3490913"/>
          <p14:tracePt t="88782" x="2365375" y="3490913"/>
          <p14:tracePt t="88790" x="2352675" y="3490913"/>
          <p14:tracePt t="88830" x="2339975" y="3490913"/>
          <p14:tracePt t="88838" x="2278063" y="3490913"/>
          <p14:tracePt t="88846" x="2165350" y="3490913"/>
          <p14:tracePt t="88854" x="2003425" y="3490913"/>
          <p14:tracePt t="88862" x="1814513" y="3490913"/>
          <p14:tracePt t="88870" x="1614488" y="3490913"/>
          <p14:tracePt t="88878" x="1401763" y="3490913"/>
          <p14:tracePt t="88886" x="1239838" y="3490913"/>
          <p14:tracePt t="88894" x="1076325" y="3490913"/>
          <p14:tracePt t="88902" x="976313" y="3490913"/>
          <p14:tracePt t="88910" x="889000" y="3503613"/>
          <p14:tracePt t="88918" x="876300" y="3516313"/>
          <p14:tracePt t="88926" x="863600" y="3516313"/>
          <p14:tracePt t="88934" x="838200" y="3541713"/>
          <p14:tracePt t="88950" x="838200" y="3579813"/>
          <p14:tracePt t="88959" x="838200" y="3629025"/>
          <p14:tracePt t="88966" x="838200" y="3667125"/>
          <p14:tracePt t="88974" x="838200" y="3703638"/>
          <p14:tracePt t="88982" x="850900" y="3729038"/>
          <p14:tracePt t="88990" x="901700" y="3792538"/>
          <p14:tracePt t="88998" x="963613" y="3829050"/>
          <p14:tracePt t="89006" x="1014413" y="3854450"/>
          <p14:tracePt t="89014" x="1139825" y="3879850"/>
          <p14:tracePt t="89022" x="1252538" y="3892550"/>
          <p14:tracePt t="89030" x="1389063" y="3892550"/>
          <p14:tracePt t="89038" x="1539875" y="3892550"/>
          <p14:tracePt t="89046" x="1689100" y="3892550"/>
          <p14:tracePt t="89054" x="1890713" y="3892550"/>
          <p14:tracePt t="89062" x="2116138" y="3867150"/>
          <p14:tracePt t="89070" x="2303463" y="3779838"/>
          <p14:tracePt t="89078" x="2516188" y="3703638"/>
          <p14:tracePt t="89086" x="2667000" y="3616325"/>
          <p14:tracePt t="89094" x="2741613" y="3567113"/>
          <p14:tracePt t="89102" x="2778125" y="3503613"/>
          <p14:tracePt t="89110" x="2803525" y="3403600"/>
          <p14:tracePt t="89118" x="2803525" y="3354388"/>
          <p14:tracePt t="89127" x="2803525" y="3267075"/>
          <p14:tracePt t="89134" x="2728913" y="3190875"/>
          <p14:tracePt t="89143" x="2654300" y="3128963"/>
          <p14:tracePt t="89150" x="2554288" y="3054350"/>
          <p14:tracePt t="89158" x="2441575" y="3003550"/>
          <p14:tracePt t="89166" x="2303463" y="2952750"/>
          <p14:tracePt t="89174" x="2178050" y="2890838"/>
          <p14:tracePt t="89182" x="2065338" y="2852738"/>
          <p14:tracePt t="89190" x="1978025" y="2828925"/>
          <p14:tracePt t="89198" x="1878013" y="2828925"/>
          <p14:tracePt t="89206" x="1790700" y="2816225"/>
          <p14:tracePt t="89214" x="1689100" y="2816225"/>
          <p14:tracePt t="89222" x="1601788" y="2816225"/>
          <p14:tracePt t="89230" x="1514475" y="2828925"/>
          <p14:tracePt t="89238" x="1427163" y="2890838"/>
          <p14:tracePt t="89246" x="1363663" y="2941638"/>
          <p14:tracePt t="89255" x="1314450" y="3003550"/>
          <p14:tracePt t="89262" x="1301750" y="3054350"/>
          <p14:tracePt t="89270" x="1301750" y="3141663"/>
          <p14:tracePt t="89278" x="1289050" y="3241675"/>
          <p14:tracePt t="89286" x="1289050" y="3328988"/>
          <p14:tracePt t="89294" x="1289050" y="3429000"/>
          <p14:tracePt t="89302" x="1289050" y="3516313"/>
          <p14:tracePt t="89310" x="1327150" y="3603625"/>
          <p14:tracePt t="89318" x="1414463" y="3692525"/>
          <p14:tracePt t="89327" x="1527175" y="3754438"/>
          <p14:tracePt t="89334" x="1652588" y="3779838"/>
          <p14:tracePt t="89342" x="1839913" y="3803650"/>
          <p14:tracePt t="89350" x="2090738" y="3816350"/>
          <p14:tracePt t="89358" x="2365375" y="3816350"/>
          <p14:tracePt t="89366" x="2603500" y="3816350"/>
          <p14:tracePt t="89374" x="2879725" y="3816350"/>
          <p14:tracePt t="89382" x="3103563" y="3803650"/>
          <p14:tracePt t="89390" x="3241675" y="3741738"/>
          <p14:tracePt t="89398" x="3367088" y="3667125"/>
          <p14:tracePt t="89406" x="3405188" y="3603625"/>
          <p14:tracePt t="89414" x="3454400" y="3503613"/>
          <p14:tracePt t="89422" x="3454400" y="3416300"/>
          <p14:tracePt t="89430" x="3454400" y="3328988"/>
          <p14:tracePt t="89439" x="3405188" y="3228975"/>
          <p14:tracePt t="89446" x="3317875" y="3128963"/>
          <p14:tracePt t="89454" x="3192463" y="3028950"/>
          <p14:tracePt t="89462" x="3028950" y="2941638"/>
          <p14:tracePt t="89470" x="2741613" y="2828925"/>
          <p14:tracePt t="89478" x="2441575" y="2752725"/>
          <p14:tracePt t="89486" x="2165350" y="2740025"/>
          <p14:tracePt t="89494" x="1903413" y="2690813"/>
          <p14:tracePt t="89502" x="1714500" y="2690813"/>
          <p14:tracePt t="89511" x="1565275" y="2690813"/>
          <p14:tracePt t="89518" x="1452563" y="2690813"/>
          <p14:tracePt t="89526" x="1339850" y="2728913"/>
          <p14:tracePt t="89534" x="1214438" y="2816225"/>
          <p14:tracePt t="89542" x="1139825" y="2903538"/>
          <p14:tracePt t="89550" x="1063625" y="3028950"/>
          <p14:tracePt t="89558" x="1027113" y="3128963"/>
          <p14:tracePt t="89566" x="1027113" y="3228975"/>
          <p14:tracePt t="89574" x="1027113" y="3354388"/>
          <p14:tracePt t="89582" x="1050925" y="3441700"/>
          <p14:tracePt t="89590" x="1127125" y="3529013"/>
          <p14:tracePt t="89598" x="1214438" y="3579813"/>
          <p14:tracePt t="89606" x="1301750" y="3616325"/>
          <p14:tracePt t="89614" x="1401763" y="3629025"/>
          <p14:tracePt t="89623" x="1489075" y="3641725"/>
          <p14:tracePt t="89630" x="1552575" y="3641725"/>
          <p14:tracePt t="89638" x="1639888" y="3641725"/>
          <p14:tracePt t="89646" x="1727200" y="3641725"/>
          <p14:tracePt t="89654" x="1827213" y="3641725"/>
          <p14:tracePt t="89662" x="1927225" y="3567113"/>
          <p14:tracePt t="89670" x="2014538" y="3467100"/>
          <p14:tracePt t="89678" x="2078038" y="3390900"/>
          <p14:tracePt t="89686" x="2116138" y="3290888"/>
          <p14:tracePt t="89695" x="2116138" y="3203575"/>
          <p14:tracePt t="89702" x="2116138" y="3103563"/>
          <p14:tracePt t="89711" x="2116138" y="3054350"/>
          <p14:tracePt t="89718" x="2103438" y="2990850"/>
          <p14:tracePt t="89726" x="2078038" y="2978150"/>
          <p14:tracePt t="89734" x="2052638" y="2965450"/>
          <p14:tracePt t="89742" x="2027238" y="2952750"/>
          <p14:tracePt t="89750" x="1990725" y="2952750"/>
          <p14:tracePt t="89758" x="1939925" y="2952750"/>
          <p14:tracePt t="89766" x="1865313" y="2952750"/>
          <p14:tracePt t="89774" x="1814513" y="2952750"/>
          <p14:tracePt t="89782" x="1739900" y="3028950"/>
          <p14:tracePt t="89790" x="1652588" y="3103563"/>
          <p14:tracePt t="89798" x="1601788" y="3190875"/>
          <p14:tracePt t="89806" x="1589088" y="3290888"/>
          <p14:tracePt t="89814" x="1589088" y="3403600"/>
          <p14:tracePt t="89822" x="1589088" y="3516313"/>
          <p14:tracePt t="89830" x="1601788" y="3603625"/>
          <p14:tracePt t="89838" x="1677988" y="3654425"/>
          <p14:tracePt t="89846" x="1814513" y="3679825"/>
          <p14:tracePt t="89854" x="1965325" y="3703638"/>
          <p14:tracePt t="89862" x="2152650" y="3703638"/>
          <p14:tracePt t="89870" x="2352675" y="3703638"/>
          <p14:tracePt t="89878" x="2528888" y="3703638"/>
          <p14:tracePt t="89886" x="2716213" y="3703638"/>
          <p14:tracePt t="89895" x="2854325" y="3641725"/>
          <p14:tracePt t="89902" x="2979738" y="3603625"/>
          <p14:tracePt t="89910" x="3054350" y="3541713"/>
          <p14:tracePt t="89918" x="3116263" y="3479800"/>
          <p14:tracePt t="89926" x="3154363" y="3403600"/>
          <p14:tracePt t="89941" x="3154363" y="3341688"/>
          <p14:tracePt t="89942" x="3154363" y="3267075"/>
          <p14:tracePt t="89950" x="3128963" y="3178175"/>
          <p14:tracePt t="89958" x="3103563" y="3154363"/>
          <p14:tracePt t="89966" x="3028950" y="3078163"/>
          <p14:tracePt t="89974" x="2916238" y="3028950"/>
          <p14:tracePt t="89982" x="2816225" y="3003550"/>
          <p14:tracePt t="89990" x="2690813" y="2978150"/>
          <p14:tracePt t="89998" x="2554288" y="2965450"/>
          <p14:tracePt t="90007" x="2478088" y="2965450"/>
          <p14:tracePt t="90014" x="2352675" y="2965450"/>
          <p14:tracePt t="90022" x="2278063" y="2965450"/>
          <p14:tracePt t="90030" x="2190750" y="2990850"/>
          <p14:tracePt t="90038" x="2103438" y="3054350"/>
          <p14:tracePt t="90046" x="2027238" y="3141663"/>
          <p14:tracePt t="90054" x="2027238" y="3203575"/>
          <p14:tracePt t="90062" x="2027238" y="3267075"/>
          <p14:tracePt t="90070" x="2027238" y="3316288"/>
          <p14:tracePt t="90079" x="2039938" y="3378200"/>
          <p14:tracePt t="90086" x="2103438" y="3441700"/>
          <p14:tracePt t="90094" x="2139950" y="3467100"/>
          <p14:tracePt t="90102" x="2203450" y="3503613"/>
          <p14:tracePt t="90110" x="2252663" y="3529013"/>
          <p14:tracePt t="90118" x="2339975" y="3554413"/>
          <p14:tracePt t="90126" x="2378075" y="3554413"/>
          <p14:tracePt t="90134" x="2441575" y="3554413"/>
          <p14:tracePt t="90142" x="2503488" y="3554413"/>
          <p14:tracePt t="90150" x="2578100" y="3554413"/>
          <p14:tracePt t="90158" x="2654300" y="3554413"/>
          <p14:tracePt t="90166" x="2690813" y="3554413"/>
          <p14:tracePt t="90174" x="2703513" y="3554413"/>
          <p14:tracePt t="90182" x="2728913" y="3541713"/>
          <p14:tracePt t="90191" x="2767013" y="3479800"/>
          <p14:tracePt t="90198" x="2767013" y="3429000"/>
          <p14:tracePt t="90206" x="2767013" y="3367088"/>
          <p14:tracePt t="90214" x="2767013" y="3303588"/>
          <p14:tracePt t="90222" x="2741613" y="3267075"/>
          <p14:tracePt t="90230" x="2703513" y="3216275"/>
          <p14:tracePt t="90238" x="2690813" y="3203575"/>
          <p14:tracePt t="90246" x="2678113" y="3190875"/>
          <p14:tracePt t="90254" x="2667000" y="3190875"/>
          <p14:tracePt t="90326" x="2654300" y="3190875"/>
          <p14:tracePt t="90334" x="2628900" y="3190875"/>
          <p14:tracePt t="90742" x="2616200" y="3203575"/>
          <p14:tracePt t="90759" x="2603500" y="3203575"/>
          <p14:tracePt t="90782" x="2590800" y="3203575"/>
          <p14:tracePt t="90790" x="2590800" y="3216275"/>
          <p14:tracePt t="90831" x="2578100" y="3216275"/>
          <p14:tracePt t="90902" x="2565400" y="3216275"/>
          <p14:tracePt t="90910" x="2554288" y="3228975"/>
          <p14:tracePt t="91214" x="2541588" y="3241675"/>
          <p14:tracePt t="91222" x="2528888" y="3241675"/>
          <p14:tracePt t="91278" x="2516188" y="3241675"/>
          <p14:tracePt t="91446" x="2490788" y="3241675"/>
          <p14:tracePt t="91454" x="2390775" y="3241675"/>
          <p14:tracePt t="91462" x="2352675" y="3241675"/>
          <p14:tracePt t="91470" x="2316163" y="3241675"/>
          <p14:tracePt t="91486" x="2303463" y="3241675"/>
          <p14:tracePt t="91494" x="2290763" y="3241675"/>
          <p14:tracePt t="92135" x="2278063" y="3267075"/>
          <p14:tracePt t="92142" x="2228850" y="3341688"/>
          <p14:tracePt t="92150" x="2190750" y="3429000"/>
          <p14:tracePt t="92158" x="2139950" y="3554413"/>
          <p14:tracePt t="92166" x="2090738" y="3703638"/>
          <p14:tracePt t="92174" x="2052638" y="3854450"/>
          <p14:tracePt t="92182" x="1978025" y="4041775"/>
          <p14:tracePt t="92190" x="1852613" y="4267200"/>
          <p14:tracePt t="92198" x="1739900" y="4467225"/>
          <p14:tracePt t="92206" x="1677988" y="4592638"/>
          <p14:tracePt t="92214" x="1589088" y="4667250"/>
          <p14:tracePt t="92222" x="1552575" y="4730750"/>
          <p14:tracePt t="92230" x="1514475" y="4743450"/>
          <p14:tracePt t="92238" x="1514475" y="4756150"/>
          <p14:tracePt t="92247" x="1501775" y="4756150"/>
          <p14:tracePt t="92374" x="1501775" y="4730750"/>
          <p14:tracePt t="92382" x="1501775" y="4718050"/>
          <p14:tracePt t="92390" x="1514475" y="4718050"/>
          <p14:tracePt t="92398" x="1552575" y="4705350"/>
          <p14:tracePt t="92406" x="1577975" y="4679950"/>
          <p14:tracePt t="92414" x="1589088" y="4679950"/>
          <p14:tracePt t="92422" x="1601788" y="4667250"/>
          <p14:tracePt t="92430" x="1665288" y="4630738"/>
          <p14:tracePt t="92447" x="1689100" y="4630738"/>
          <p14:tracePt t="92494" x="1701800" y="4630738"/>
          <p14:tracePt t="92894" x="1701800" y="4618038"/>
          <p14:tracePt t="92903" x="1701800" y="4592638"/>
          <p14:tracePt t="92910" x="1701800" y="4567238"/>
          <p14:tracePt t="92918" x="1701800" y="4543425"/>
          <p14:tracePt t="92933" x="1701800" y="4505325"/>
          <p14:tracePt t="92942" x="1701800" y="4492625"/>
          <p14:tracePt t="92966" x="1701800" y="4467225"/>
          <p14:tracePt t="92974" x="1701800" y="4454525"/>
          <p14:tracePt t="92982" x="1701800" y="4430713"/>
          <p14:tracePt t="92990" x="1701800" y="4418013"/>
          <p14:tracePt t="93006" x="1701800" y="4405313"/>
          <p14:tracePt t="93022" x="1701800" y="4392613"/>
          <p14:tracePt t="93038" x="1701800" y="4379913"/>
          <p14:tracePt t="93070" x="1701800" y="4367213"/>
          <p14:tracePt t="93087" x="1701800" y="4354513"/>
          <p14:tracePt t="93110" x="1689100" y="4341813"/>
          <p14:tracePt t="93118" x="1689100" y="4318000"/>
          <p14:tracePt t="93126" x="1677988" y="4305300"/>
          <p14:tracePt t="93142" x="1677988" y="4292600"/>
          <p14:tracePt t="93158" x="1665288" y="4279900"/>
          <p14:tracePt t="93238" x="1652588" y="4254500"/>
          <p14:tracePt t="93246" x="1652588" y="4230688"/>
          <p14:tracePt t="93255" x="1639888" y="4217988"/>
          <p14:tracePt t="93271" x="1639888" y="4205288"/>
          <p14:tracePt t="93278" x="1639888" y="4179888"/>
          <p14:tracePt t="93286" x="1627188" y="4179888"/>
          <p14:tracePt t="93318" x="1614488" y="4167188"/>
          <p14:tracePt t="93326" x="1614488" y="4154488"/>
          <p14:tracePt t="93334" x="1614488" y="4141788"/>
          <p14:tracePt t="93350" x="1614488" y="4129088"/>
          <p14:tracePt t="93358" x="1627188" y="4105275"/>
          <p14:tracePt t="93366" x="1665288" y="4092575"/>
          <p14:tracePt t="93374" x="1689100" y="4079875"/>
          <p14:tracePt t="93382" x="1727200" y="4054475"/>
          <p14:tracePt t="93390" x="1752600" y="4054475"/>
          <p14:tracePt t="93398" x="1778000" y="4054475"/>
          <p14:tracePt t="93406" x="1814513" y="4054475"/>
          <p14:tracePt t="93414" x="1865313" y="4054475"/>
          <p14:tracePt t="93422" x="1903413" y="4054475"/>
          <p14:tracePt t="93430" x="1965325" y="4054475"/>
          <p14:tracePt t="93439" x="2014538" y="4054475"/>
          <p14:tracePt t="93446" x="2116138" y="4054475"/>
          <p14:tracePt t="93455" x="2190750" y="4067175"/>
          <p14:tracePt t="93462" x="2252663" y="4079875"/>
          <p14:tracePt t="93470" x="2339975" y="4105275"/>
          <p14:tracePt t="93478" x="2378075" y="4117975"/>
          <p14:tracePt t="93486" x="2390775" y="4129088"/>
          <p14:tracePt t="93502" x="2403475" y="4129088"/>
          <p14:tracePt t="93566" x="2416175" y="4129088"/>
          <p14:tracePt t="93614" x="2416175" y="4141788"/>
          <p14:tracePt t="93646" x="2403475" y="4141788"/>
          <p14:tracePt t="93694" x="2390775" y="4154488"/>
          <p14:tracePt t="93710" x="2365375" y="4154488"/>
          <p14:tracePt t="93718" x="2328863" y="4154488"/>
          <p14:tracePt t="93726" x="2290763" y="4154488"/>
          <p14:tracePt t="93734" x="2252663" y="4154488"/>
          <p14:tracePt t="93742" x="2228850" y="4154488"/>
          <p14:tracePt t="93751" x="2190750" y="4141788"/>
          <p14:tracePt t="93758" x="2165350" y="4117975"/>
          <p14:tracePt t="93766" x="2152650" y="4117975"/>
          <p14:tracePt t="93774" x="2139950" y="4117975"/>
          <p14:tracePt t="93782" x="2127250" y="4117975"/>
          <p14:tracePt t="93790" x="2116138" y="4105275"/>
          <p14:tracePt t="93806" x="2103438" y="4105275"/>
          <p14:tracePt t="93830" x="2090738" y="4105275"/>
          <p14:tracePt t="93839" x="2078038" y="4105275"/>
          <p14:tracePt t="93918" x="2065338" y="4105275"/>
          <p14:tracePt t="94286" x="2078038" y="4105275"/>
          <p14:tracePt t="94294" x="2090738" y="4105275"/>
          <p14:tracePt t="94302" x="2116138" y="4105275"/>
          <p14:tracePt t="94390" x="2127250" y="4105275"/>
          <p14:tracePt t="94398" x="2139950" y="4105275"/>
          <p14:tracePt t="94406" x="2152650" y="4105275"/>
          <p14:tracePt t="94414" x="2165350" y="4117975"/>
          <p14:tracePt t="94422" x="2178050" y="4117975"/>
          <p14:tracePt t="94454" x="2190750" y="4117975"/>
          <p14:tracePt t="94470" x="2203450" y="4117975"/>
          <p14:tracePt t="94478" x="2216150" y="4117975"/>
          <p14:tracePt t="94486" x="2228850" y="4117975"/>
          <p14:tracePt t="94494" x="2239963" y="4117975"/>
          <p14:tracePt t="94503" x="2265363" y="4117975"/>
          <p14:tracePt t="94582" x="2290763" y="4129088"/>
          <p14:tracePt t="94598" x="2339975" y="4129088"/>
          <p14:tracePt t="94614" x="2365375" y="4129088"/>
          <p14:tracePt t="94622" x="2378075" y="4154488"/>
          <p14:tracePt t="94630" x="2390775" y="4154488"/>
          <p14:tracePt t="94638" x="2416175" y="4154488"/>
          <p14:tracePt t="94646" x="2428875" y="4154488"/>
          <p14:tracePt t="94654" x="2441575" y="4167188"/>
          <p14:tracePt t="94662" x="2452688" y="4179888"/>
          <p14:tracePt t="94670" x="2490788" y="4192588"/>
          <p14:tracePt t="94678" x="2503488" y="4192588"/>
          <p14:tracePt t="94687" x="2516188" y="4205288"/>
          <p14:tracePt t="94702" x="2541588" y="4205288"/>
          <p14:tracePt t="94734" x="2554288" y="4205288"/>
          <p14:tracePt t="94742" x="2565400" y="4205288"/>
          <p14:tracePt t="94775" x="2578100" y="4205288"/>
          <p14:tracePt t="94790" x="2590800" y="4205288"/>
          <p14:tracePt t="94822" x="2603500" y="4205288"/>
          <p14:tracePt t="94870" x="2616200" y="4205288"/>
          <p14:tracePt t="94886" x="2628900" y="4205288"/>
          <p14:tracePt t="94894" x="2641600" y="4205288"/>
          <p14:tracePt t="94902" x="2667000" y="4205288"/>
          <p14:tracePt t="94910" x="2716213" y="4205288"/>
          <p14:tracePt t="94918" x="2767013" y="4205288"/>
          <p14:tracePt t="94926" x="2816225" y="4205288"/>
          <p14:tracePt t="94934" x="2879725" y="4205288"/>
          <p14:tracePt t="94954" x="2954338" y="4205288"/>
          <p14:tracePt t="94959" x="2979738" y="4205288"/>
          <p14:tracePt t="94966" x="3003550" y="4192588"/>
          <p14:tracePt t="94974" x="3016250" y="4192588"/>
          <p14:tracePt t="94990" x="3028950" y="4179888"/>
          <p14:tracePt t="94998" x="3041650" y="4167188"/>
          <p14:tracePt t="95014" x="3054350" y="4141788"/>
          <p14:tracePt t="95022" x="3067050" y="4141788"/>
          <p14:tracePt t="95054" x="3067050" y="4129088"/>
          <p14:tracePt t="95174" x="3092450" y="4129088"/>
          <p14:tracePt t="95182" x="3154363" y="4167188"/>
          <p14:tracePt t="95190" x="3167063" y="4179888"/>
          <p14:tracePt t="95198" x="3228975" y="4205288"/>
          <p14:tracePt t="95206" x="3267075" y="4230688"/>
          <p14:tracePt t="95214" x="3317875" y="4230688"/>
          <p14:tracePt t="95222" x="3379788" y="4241800"/>
          <p14:tracePt t="95230" x="3441700" y="4241800"/>
          <p14:tracePt t="95238" x="3505200" y="4241800"/>
          <p14:tracePt t="95246" x="3592513" y="4241800"/>
          <p14:tracePt t="95255" x="3667125" y="4241800"/>
          <p14:tracePt t="95262" x="3705225" y="4241800"/>
          <p14:tracePt t="95270" x="3743325" y="4241800"/>
          <p14:tracePt t="95278" x="3767138" y="4241800"/>
          <p14:tracePt t="95286" x="3779838" y="4241800"/>
          <p14:tracePt t="95294" x="3792538" y="4241800"/>
          <p14:tracePt t="95390" x="3805238" y="4241800"/>
          <p14:tracePt t="95398" x="3856038" y="4230688"/>
          <p14:tracePt t="95406" x="3879850" y="4217988"/>
          <p14:tracePt t="95414" x="3892550" y="4217988"/>
          <p14:tracePt t="95422" x="3905250" y="4192588"/>
          <p14:tracePt t="95430" x="3930650" y="4179888"/>
          <p14:tracePt t="95446" x="3956050" y="4167188"/>
          <p14:tracePt t="95454" x="3979863" y="4167188"/>
          <p14:tracePt t="95462" x="4005263" y="4167188"/>
          <p14:tracePt t="95470" x="4017963" y="4167188"/>
          <p14:tracePt t="95478" x="4043363" y="4141788"/>
          <p14:tracePt t="95511" x="4056063" y="4141788"/>
          <p14:tracePt t="95750" x="4081463" y="4141788"/>
          <p14:tracePt t="95758" x="4181475" y="4141788"/>
          <p14:tracePt t="95766" x="4256088" y="4141788"/>
          <p14:tracePt t="95774" x="4318000" y="4141788"/>
          <p14:tracePt t="95782" x="4394200" y="4141788"/>
          <p14:tracePt t="95790" x="4443413" y="4141788"/>
          <p14:tracePt t="95798" x="4481513" y="4141788"/>
          <p14:tracePt t="95806" x="4518025" y="4141788"/>
          <p14:tracePt t="95822" x="4543425" y="4141788"/>
          <p14:tracePt t="95830" x="4556125" y="4141788"/>
          <p14:tracePt t="95854" x="4568825" y="4129088"/>
          <p14:tracePt t="96022" x="4581525" y="4117975"/>
          <p14:tracePt t="96030" x="4656138" y="4117975"/>
          <p14:tracePt t="96038" x="4719638" y="4117975"/>
          <p14:tracePt t="96046" x="4794250" y="4117975"/>
          <p14:tracePt t="96054" x="4894263" y="4117975"/>
          <p14:tracePt t="96062" x="4981575" y="4117975"/>
          <p14:tracePt t="96070" x="5094288" y="4117975"/>
          <p14:tracePt t="96079" x="5219700" y="4117975"/>
          <p14:tracePt t="96086" x="5294313" y="4117975"/>
          <p14:tracePt t="96094" x="5383213" y="4117975"/>
          <p14:tracePt t="96102" x="5432425" y="4117975"/>
          <p14:tracePt t="96110" x="5457825" y="4117975"/>
          <p14:tracePt t="96246" x="5483225" y="4117975"/>
          <p14:tracePt t="96254" x="5545138" y="4105275"/>
          <p14:tracePt t="96263" x="5583238" y="4105275"/>
          <p14:tracePt t="96270" x="5645150" y="4105275"/>
          <p14:tracePt t="96278" x="5745163" y="4105275"/>
          <p14:tracePt t="96286" x="5845175" y="4105275"/>
          <p14:tracePt t="96294" x="5970588" y="4105275"/>
          <p14:tracePt t="96302" x="6083300" y="4105275"/>
          <p14:tracePt t="96310" x="6196013" y="4105275"/>
          <p14:tracePt t="96318" x="6283325" y="4105275"/>
          <p14:tracePt t="96326" x="6359525" y="4105275"/>
          <p14:tracePt t="96334" x="6408738" y="4105275"/>
          <p14:tracePt t="96342" x="6421438" y="4105275"/>
          <p14:tracePt t="96470" x="6434138" y="4105275"/>
          <p14:tracePt t="96478" x="6459538" y="4105275"/>
          <p14:tracePt t="96494" x="6472238" y="4105275"/>
          <p14:tracePt t="96518" x="6483350" y="4105275"/>
          <p14:tracePt t="96550" x="6508750" y="4105275"/>
          <p14:tracePt t="96566" x="6521450" y="4105275"/>
          <p14:tracePt t="96582" x="6534150" y="4105275"/>
          <p14:tracePt t="96598" x="6546850" y="4105275"/>
          <p14:tracePt t="96718" x="6546850" y="4117975"/>
          <p14:tracePt t="96750" x="6546850" y="4129088"/>
          <p14:tracePt t="96774" x="6534150" y="4129088"/>
          <p14:tracePt t="96782" x="6521450" y="4141788"/>
          <p14:tracePt t="96806" x="6508750" y="4141788"/>
          <p14:tracePt t="96814" x="6496050" y="4141788"/>
          <p14:tracePt t="96822" x="6483350" y="4141788"/>
          <p14:tracePt t="96830" x="6459538" y="4141788"/>
          <p14:tracePt t="96838" x="6446838" y="4141788"/>
          <p14:tracePt t="96846" x="6434138" y="4141788"/>
          <p14:tracePt t="96862" x="6408738" y="4141788"/>
          <p14:tracePt t="96878" x="6396038" y="4141788"/>
          <p14:tracePt t="96934" x="6383338" y="4141788"/>
          <p14:tracePt t="96974" x="6370638" y="4141788"/>
          <p14:tracePt t="97166" x="6359525" y="4141788"/>
          <p14:tracePt t="97214" x="6346825" y="4141788"/>
          <p14:tracePt t="97222" x="6334125" y="4141788"/>
          <p14:tracePt t="97238" x="6308725" y="4141788"/>
          <p14:tracePt t="97286" x="6246813" y="4141788"/>
          <p14:tracePt t="97294" x="6234113" y="4141788"/>
          <p14:tracePt t="97302" x="6221413" y="4141788"/>
          <p14:tracePt t="97326" x="6208713" y="4141788"/>
          <p14:tracePt t="97334" x="6196013" y="4141788"/>
          <p14:tracePt t="97806" x="6208713" y="4141788"/>
          <p14:tracePt t="98551" x="6234113" y="4141788"/>
          <p14:tracePt t="98670" x="6259513" y="4129088"/>
          <p14:tracePt t="98694" x="6270625" y="4129088"/>
          <p14:tracePt t="98710" x="6308725" y="4129088"/>
          <p14:tracePt t="98718" x="6370638" y="4129088"/>
          <p14:tracePt t="98726" x="6459538" y="4129088"/>
          <p14:tracePt t="98734" x="6546850" y="4129088"/>
          <p14:tracePt t="98742" x="6721475" y="4141788"/>
          <p14:tracePt t="98750" x="6910388" y="4141788"/>
          <p14:tracePt t="98758" x="7110413" y="4141788"/>
          <p14:tracePt t="98766" x="7285038" y="4141788"/>
          <p14:tracePt t="98774" x="7435850" y="4141788"/>
          <p14:tracePt t="98782" x="7510463" y="4141788"/>
          <p14:tracePt t="98790" x="7548563" y="4141788"/>
          <p14:tracePt t="99046" x="7561263" y="4141788"/>
          <p14:tracePt t="99054" x="7585075" y="4141788"/>
          <p14:tracePt t="99078" x="7597775" y="4141788"/>
          <p14:tracePt t="99110" x="7623175" y="4141788"/>
          <p14:tracePt t="99398" x="7635875" y="4141788"/>
          <p14:tracePt t="99406" x="7648575" y="4141788"/>
          <p14:tracePt t="99414" x="7661275" y="4141788"/>
          <p14:tracePt t="99486" x="7673975" y="4141788"/>
          <p14:tracePt t="99638" x="7685088" y="4141788"/>
          <p14:tracePt t="99646" x="7748588" y="4141788"/>
          <p14:tracePt t="99654" x="7785100" y="4141788"/>
          <p14:tracePt t="99662" x="7823200" y="4141788"/>
          <p14:tracePt t="99670" x="7874000" y="4141788"/>
          <p14:tracePt t="99678" x="7897813" y="4141788"/>
          <p14:tracePt t="99686" x="7923213" y="4141788"/>
          <p14:tracePt t="99694" x="7935913" y="4141788"/>
          <p14:tracePt t="99702" x="7948613" y="4141788"/>
          <p14:tracePt t="100118" x="7961313" y="4129088"/>
          <p14:tracePt t="100574" x="7974013" y="4129088"/>
          <p14:tracePt t="100638" x="7986713" y="4129088"/>
          <p14:tracePt t="100670" x="7999413" y="4117975"/>
          <p14:tracePt t="100766" x="8010525" y="4117975"/>
          <p14:tracePt t="100862" x="8023225" y="4117975"/>
          <p14:tracePt t="100938" x="8035925" y="4117975"/>
          <p14:tracePt t="100982" x="8048625" y="4117975"/>
          <p14:tracePt t="101006" x="8074025" y="4117975"/>
          <p14:tracePt t="101014" x="8099425" y="4117975"/>
          <p14:tracePt t="101022" x="8135938" y="4117975"/>
          <p14:tracePt t="101030" x="8186738" y="4117975"/>
          <p14:tracePt t="101038" x="8235950" y="4117975"/>
          <p14:tracePt t="101046" x="8299450" y="4117975"/>
          <p14:tracePt t="101055" x="8348663" y="4117975"/>
          <p14:tracePt t="101062" x="8399463" y="4117975"/>
          <p14:tracePt t="101070" x="8512175" y="4079875"/>
          <p14:tracePt t="101078" x="8599488" y="4067175"/>
          <p14:tracePt t="101086" x="8661400" y="4054475"/>
          <p14:tracePt t="101094" x="8737600" y="4029075"/>
          <p14:tracePt t="101102" x="8763000" y="4029075"/>
          <p14:tracePt t="101110" x="8799513" y="4029075"/>
          <p14:tracePt t="101118" x="8837613" y="4029075"/>
          <p14:tracePt t="101126" x="8850313" y="4029075"/>
          <p14:tracePt t="101134" x="8886825" y="4029075"/>
          <p14:tracePt t="101143" x="8937625" y="4029075"/>
          <p14:tracePt t="101150" x="8963025" y="4029075"/>
          <p14:tracePt t="101278" x="8975725" y="4029075"/>
          <p14:tracePt t="101294" x="8986838" y="4029075"/>
          <p14:tracePt t="101310" x="8999538" y="4041775"/>
          <p14:tracePt t="101318" x="9012238" y="4067175"/>
          <p14:tracePt t="101343" x="9012238" y="4079875"/>
          <p14:tracePt t="101350" x="9012238" y="4105275"/>
          <p14:tracePt t="101358" x="9024938" y="4105275"/>
          <p14:tracePt t="101366" x="9024938" y="4117975"/>
          <p14:tracePt t="101382" x="9037638" y="4129088"/>
          <p14:tracePt t="101390" x="9050338" y="4141788"/>
          <p14:tracePt t="101486" x="9050338" y="4154488"/>
          <p14:tracePt t="101494" x="9050338" y="4167188"/>
          <p14:tracePt t="101502" x="9050338" y="4179888"/>
          <p14:tracePt t="101511" x="9024938" y="4217988"/>
          <p14:tracePt t="101526" x="8999538" y="4241800"/>
          <p14:tracePt t="101550" x="8986838" y="4254500"/>
          <p14:tracePt t="101598" x="8975725" y="4254500"/>
          <p14:tracePt t="101606" x="8950325" y="4254500"/>
          <p14:tracePt t="101614" x="8937625" y="4254500"/>
          <p14:tracePt t="101623" x="8937625" y="4241800"/>
          <p14:tracePt t="101630" x="8924925" y="4217988"/>
          <p14:tracePt t="101638" x="8924925" y="4192588"/>
          <p14:tracePt t="101654" x="8912225" y="4167188"/>
          <p14:tracePt t="101662" x="8899525" y="4167188"/>
          <p14:tracePt t="101670" x="8899525" y="4141788"/>
          <p14:tracePt t="101806" x="8886825" y="4141788"/>
          <p14:tracePt t="101814" x="8886825" y="4154488"/>
          <p14:tracePt t="101822" x="8886825" y="4167188"/>
          <p14:tracePt t="101830" x="8899525" y="4179888"/>
          <p14:tracePt t="101838" x="8924925" y="4192588"/>
          <p14:tracePt t="101846" x="8963025" y="4192588"/>
          <p14:tracePt t="101854" x="8986838" y="4205288"/>
          <p14:tracePt t="101862" x="8999538" y="4205288"/>
          <p14:tracePt t="101870" x="9050338" y="4205288"/>
          <p14:tracePt t="101879" x="9088438" y="4205288"/>
          <p14:tracePt t="101886" x="9137650" y="4205288"/>
          <p14:tracePt t="101894" x="9175750" y="4205288"/>
          <p14:tracePt t="101902" x="9224963" y="4205288"/>
          <p14:tracePt t="101910" x="9250363" y="4205288"/>
          <p14:tracePt t="101918" x="9288463" y="4205288"/>
          <p14:tracePt t="101926" x="9324975" y="4205288"/>
          <p14:tracePt t="101934" x="9363075" y="4205288"/>
          <p14:tracePt t="101942" x="9388475" y="4205288"/>
          <p14:tracePt t="101958" x="9450388" y="4205288"/>
          <p14:tracePt t="101966" x="9475788" y="4205288"/>
          <p14:tracePt t="101982" x="9513888" y="4205288"/>
          <p14:tracePt t="101998" x="9537700" y="4217988"/>
          <p14:tracePt t="102014" x="9550400" y="4217988"/>
          <p14:tracePt t="102063" x="9575800" y="4217988"/>
          <p14:tracePt t="102086" x="9588500" y="4217988"/>
          <p14:tracePt t="102094" x="9613900" y="4217988"/>
          <p14:tracePt t="102102" x="9626600" y="4217988"/>
          <p14:tracePt t="102110" x="9650413" y="4217988"/>
          <p14:tracePt t="102118" x="9663113" y="4217988"/>
          <p14:tracePt t="102126" x="9688513" y="4217988"/>
          <p14:tracePt t="102134" x="9701213" y="4217988"/>
          <p14:tracePt t="102142" x="9713913" y="4217988"/>
          <p14:tracePt t="102150" x="9726613" y="4217988"/>
          <p14:tracePt t="102166" x="9739313" y="4217988"/>
          <p14:tracePt t="102182" x="9750425" y="4217988"/>
          <p14:tracePt t="102191" x="9775825" y="4217988"/>
          <p14:tracePt t="102198" x="9788525" y="4217988"/>
          <p14:tracePt t="102206" x="9813925" y="4217988"/>
          <p14:tracePt t="102214" x="9813925" y="4205288"/>
          <p14:tracePt t="102222" x="9839325" y="4205288"/>
          <p14:tracePt t="102230" x="9852025" y="4205288"/>
          <p14:tracePt t="102278" x="9863138" y="4205288"/>
          <p14:tracePt t="102286" x="9901238" y="4192588"/>
          <p14:tracePt t="102294" x="9913938" y="4192588"/>
          <p14:tracePt t="102302" x="9952038" y="4179888"/>
          <p14:tracePt t="102310" x="9975850" y="4179888"/>
          <p14:tracePt t="102318" x="10001250" y="4179888"/>
          <p14:tracePt t="102326" x="10013950" y="4179888"/>
          <p14:tracePt t="102334" x="10026650" y="4179888"/>
          <p14:tracePt t="102342" x="10039350" y="4179888"/>
          <p14:tracePt t="102350" x="10064750" y="4179888"/>
          <p14:tracePt t="102358" x="10088563" y="4179888"/>
          <p14:tracePt t="102366" x="10113963" y="4179888"/>
          <p14:tracePt t="102375" x="10126663" y="4179888"/>
          <p14:tracePt t="102382" x="10152063" y="4179888"/>
          <p14:tracePt t="102390" x="10164763" y="4179888"/>
          <p14:tracePt t="103086" x="10188575" y="4179888"/>
          <p14:tracePt t="103094" x="10201275" y="4179888"/>
          <p14:tracePt t="103102" x="10226675" y="4179888"/>
          <p14:tracePt t="103110" x="10226675" y="4167188"/>
          <p14:tracePt t="103118" x="10252075" y="4167188"/>
          <p14:tracePt t="103127" x="10277475" y="4167188"/>
          <p14:tracePt t="103134" x="10301288" y="4167188"/>
          <p14:tracePt t="103142" x="10326688" y="4167188"/>
          <p14:tracePt t="103150" x="10364788" y="4167188"/>
          <p14:tracePt t="103158" x="10377488" y="4167188"/>
          <p14:tracePt t="103166" x="10401300" y="4167188"/>
          <p14:tracePt t="103174" x="10426700" y="4167188"/>
          <p14:tracePt t="103182" x="10439400" y="4167188"/>
          <p14:tracePt t="103198" x="10452100" y="4167188"/>
          <p14:tracePt t="103214" x="10464800" y="4167188"/>
          <p14:tracePt t="103230" x="10477500" y="4167188"/>
          <p14:tracePt t="103238" x="10490200" y="4167188"/>
          <p14:tracePt t="103246" x="10514013" y="4167188"/>
          <p14:tracePt t="103254" x="10526713" y="4167188"/>
          <p14:tracePt t="103318" x="10539413" y="4167188"/>
          <p14:tracePt t="103374" x="10552113" y="4141788"/>
          <p14:tracePt t="103383" x="10564813" y="4141788"/>
          <p14:tracePt t="103398" x="10577513" y="4141788"/>
          <p14:tracePt t="103406" x="10590213" y="4141788"/>
          <p14:tracePt t="103414" x="10602913" y="4141788"/>
          <p14:tracePt t="103430" x="10626725" y="4141788"/>
          <p14:tracePt t="103438" x="10652125" y="4141788"/>
          <p14:tracePt t="103446" x="10702925" y="4141788"/>
          <p14:tracePt t="103454" x="10739438" y="4141788"/>
          <p14:tracePt t="103462" x="10815638" y="4141788"/>
          <p14:tracePt t="103470" x="10839450" y="4141788"/>
          <p14:tracePt t="103478" x="10890250" y="4129088"/>
          <p14:tracePt t="103486" x="10939463" y="4129088"/>
          <p14:tracePt t="103495" x="10977563" y="4117975"/>
          <p14:tracePt t="103502" x="10990263" y="4117975"/>
          <p14:tracePt t="103510" x="11028363" y="4117975"/>
          <p14:tracePt t="103518" x="11090275" y="4092575"/>
          <p14:tracePt t="103526" x="11128375" y="4092575"/>
          <p14:tracePt t="103534" x="11153775" y="4092575"/>
          <p14:tracePt t="103542" x="11190288" y="4092575"/>
          <p14:tracePt t="103550" x="11228388" y="4079875"/>
          <p14:tracePt t="104118" x="11215688" y="4079875"/>
          <p14:tracePt t="104126" x="10952163" y="4092575"/>
          <p14:tracePt t="104135" x="10502900" y="4117975"/>
          <p14:tracePt t="104142" x="9750425" y="4117975"/>
          <p14:tracePt t="104150" x="9012238" y="4117975"/>
          <p14:tracePt t="104158" x="8048625" y="4217988"/>
          <p14:tracePt t="104166" x="7159625" y="4354513"/>
          <p14:tracePt t="104174" x="6359525" y="4479925"/>
          <p14:tracePt t="104182" x="5795963" y="4554538"/>
          <p14:tracePt t="104190" x="5407025" y="4618038"/>
          <p14:tracePt t="104198" x="5257800" y="4630738"/>
          <p14:tracePt t="104206" x="5132388" y="4630738"/>
          <p14:tracePt t="104214" x="5081588" y="4630738"/>
          <p14:tracePt t="104222" x="5045075" y="4630738"/>
          <p14:tracePt t="104230" x="4994275" y="4630738"/>
          <p14:tracePt t="104238" x="4932363" y="4643438"/>
          <p14:tracePt t="104247" x="4794250" y="4643438"/>
          <p14:tracePt t="104254" x="4630738" y="4643438"/>
          <p14:tracePt t="104262" x="4443413" y="4667250"/>
          <p14:tracePt t="104270" x="4281488" y="4667250"/>
          <p14:tracePt t="104278" x="4092575" y="4692650"/>
          <p14:tracePt t="104286" x="3956050" y="4692650"/>
          <p14:tracePt t="104294" x="3892550" y="4692650"/>
          <p14:tracePt t="104302" x="3856038" y="4692650"/>
          <p14:tracePt t="104310" x="3843338" y="4692650"/>
          <p14:tracePt t="104319" x="3830638" y="4692650"/>
          <p14:tracePt t="104326" x="3817938" y="4692650"/>
          <p14:tracePt t="104334" x="3805238" y="4692650"/>
          <p14:tracePt t="104342" x="3792538" y="4692650"/>
          <p14:tracePt t="104350" x="3756025" y="4692650"/>
          <p14:tracePt t="104358" x="3679825" y="4692650"/>
          <p14:tracePt t="104366" x="3517900" y="4692650"/>
          <p14:tracePt t="104374" x="3341688" y="4692650"/>
          <p14:tracePt t="104382" x="3128963" y="4692650"/>
          <p14:tracePt t="104390" x="2928938" y="4692650"/>
          <p14:tracePt t="104398" x="2778125" y="4692650"/>
          <p14:tracePt t="104406" x="2667000" y="4692650"/>
          <p14:tracePt t="104414" x="2603500" y="4679950"/>
          <p14:tracePt t="104422" x="2565400" y="4679950"/>
          <p14:tracePt t="104431" x="2528888" y="4667250"/>
          <p14:tracePt t="104438" x="2516188" y="4643438"/>
          <p14:tracePt t="104446" x="2503488" y="4643438"/>
          <p14:tracePt t="104454" x="2490788" y="4630738"/>
          <p14:tracePt t="104462" x="2478088" y="4630738"/>
          <p14:tracePt t="104470" x="2465388" y="4630738"/>
          <p14:tracePt t="104478" x="2452688" y="4630738"/>
          <p14:tracePt t="104486" x="2403475" y="4630738"/>
          <p14:tracePt t="104494" x="2328863" y="4630738"/>
          <p14:tracePt t="104503" x="2265363" y="4630738"/>
          <p14:tracePt t="104510" x="2165350" y="4630738"/>
          <p14:tracePt t="104519" x="2116138" y="4630738"/>
          <p14:tracePt t="104526" x="2065338" y="4630738"/>
          <p14:tracePt t="104534" x="2039938" y="4630738"/>
          <p14:tracePt t="104542" x="2014538" y="4630738"/>
          <p14:tracePt t="104558" x="2003425" y="4630738"/>
          <p14:tracePt t="104614" x="1978025" y="4630738"/>
          <p14:tracePt t="104782" x="1978025" y="4618038"/>
          <p14:tracePt t="104790" x="1990725" y="4605338"/>
          <p14:tracePt t="104838" x="2003425" y="4605338"/>
          <p14:tracePt t="104870" x="2027238" y="4605338"/>
          <p14:tracePt t="104887" x="2052638" y="4605338"/>
          <p14:tracePt t="104918" x="2078038" y="4592638"/>
          <p14:tracePt t="104950" x="2116138" y="4592638"/>
          <p14:tracePt t="104950" x="2139950" y="4592638"/>
          <p14:tracePt t="104958" x="2190750" y="4592638"/>
          <p14:tracePt t="104966" x="2265363" y="4592638"/>
          <p14:tracePt t="104974" x="2352675" y="4592638"/>
          <p14:tracePt t="104982" x="2452688" y="4592638"/>
          <p14:tracePt t="104990" x="2541588" y="4592638"/>
          <p14:tracePt t="104998" x="2641600" y="4592638"/>
          <p14:tracePt t="105006" x="2728913" y="4592638"/>
          <p14:tracePt t="105014" x="2790825" y="4592638"/>
          <p14:tracePt t="105022" x="2879725" y="4592638"/>
          <p14:tracePt t="105030" x="2903538" y="4579938"/>
          <p14:tracePt t="105038" x="2928938" y="4567238"/>
          <p14:tracePt t="105046" x="2941638" y="4554538"/>
          <p14:tracePt t="105054" x="2954338" y="4554538"/>
          <p14:tracePt t="105078" x="2967038" y="4554538"/>
          <p14:tracePt t="105134" x="2992438" y="4554538"/>
          <p14:tracePt t="105142" x="3028950" y="4554538"/>
          <p14:tracePt t="105150" x="3092450" y="4554538"/>
          <p14:tracePt t="105158" x="3179763" y="4592638"/>
          <p14:tracePt t="105166" x="3317875" y="4667250"/>
          <p14:tracePt t="105174" x="3467100" y="4730750"/>
          <p14:tracePt t="105182" x="3630613" y="4779963"/>
          <p14:tracePt t="105190" x="3843338" y="4843463"/>
          <p14:tracePt t="105198" x="4043363" y="4892675"/>
          <p14:tracePt t="105206" x="4281488" y="4943475"/>
          <p14:tracePt t="105214" x="4418013" y="4956175"/>
          <p14:tracePt t="105222" x="4543425" y="4968875"/>
          <p14:tracePt t="105230" x="4630738" y="4992688"/>
          <p14:tracePt t="105238" x="4706938" y="4992688"/>
          <p14:tracePt t="105246" x="4743450" y="4992688"/>
          <p14:tracePt t="105255" x="4768850" y="5005388"/>
          <p14:tracePt t="105262" x="4794250" y="5005388"/>
          <p14:tracePt t="105270" x="4806950" y="5005388"/>
          <p14:tracePt t="105294" x="4819650" y="5005388"/>
          <p14:tracePt t="105302" x="4843463" y="5005388"/>
          <p14:tracePt t="105310" x="4856163" y="4981575"/>
          <p14:tracePt t="105318" x="4894263" y="4943475"/>
          <p14:tracePt t="105326" x="4906963" y="4918075"/>
          <p14:tracePt t="105334" x="4932363" y="4868863"/>
          <p14:tracePt t="105342" x="4945063" y="4843463"/>
          <p14:tracePt t="105350" x="4945063" y="4805363"/>
          <p14:tracePt t="105366" x="4945063" y="4792663"/>
          <p14:tracePt t="105374" x="4956175" y="4792663"/>
          <p14:tracePt t="105390" x="4981575" y="4792663"/>
          <p14:tracePt t="105398" x="5068888" y="4792663"/>
          <p14:tracePt t="105406" x="5207000" y="4905375"/>
          <p14:tracePt t="105414" x="5345113" y="5005388"/>
          <p14:tracePt t="105422" x="5519738" y="5118100"/>
          <p14:tracePt t="105430" x="5683250" y="5230813"/>
          <p14:tracePt t="105438" x="5821363" y="5318125"/>
          <p14:tracePt t="105446" x="5932488" y="5394325"/>
          <p14:tracePt t="105455" x="6057900" y="5468938"/>
          <p14:tracePt t="105462" x="6134100" y="5481638"/>
          <p14:tracePt t="105470" x="6196013" y="5494338"/>
          <p14:tracePt t="105478" x="6259513" y="5518150"/>
          <p14:tracePt t="105486" x="6308725" y="5518150"/>
          <p14:tracePt t="105494" x="6359525" y="5518150"/>
          <p14:tracePt t="105502" x="6408738" y="5518150"/>
          <p14:tracePt t="105510" x="6483350" y="5494338"/>
          <p14:tracePt t="105518" x="6546850" y="5456238"/>
          <p14:tracePt t="105526" x="6621463" y="5443538"/>
          <p14:tracePt t="105534" x="6672263" y="5418138"/>
          <p14:tracePt t="105542" x="6684963" y="5407025"/>
          <p14:tracePt t="105550" x="6708775" y="5394325"/>
          <p14:tracePt t="105567" x="6708775" y="5381625"/>
          <p14:tracePt t="105582" x="6708775" y="5368925"/>
          <p14:tracePt t="105590" x="6708775" y="5356225"/>
          <p14:tracePt t="105598" x="6708775" y="5330825"/>
          <p14:tracePt t="105614" x="6708775" y="5305425"/>
          <p14:tracePt t="105622" x="6708775" y="5294313"/>
          <p14:tracePt t="105630" x="6708775" y="5256213"/>
          <p14:tracePt t="105639" x="6721475" y="5230813"/>
          <p14:tracePt t="105646" x="6721475" y="5218113"/>
          <p14:tracePt t="105654" x="6721475" y="5205413"/>
          <p14:tracePt t="105662" x="6721475" y="5181600"/>
          <p14:tracePt t="105670" x="6721475" y="5156200"/>
          <p14:tracePt t="105678" x="6721475" y="5130800"/>
          <p14:tracePt t="105686" x="6721475" y="5105400"/>
          <p14:tracePt t="105694" x="6696075" y="5056188"/>
          <p14:tracePt t="105702" x="6646863" y="5018088"/>
          <p14:tracePt t="105710" x="6608763" y="4992688"/>
          <p14:tracePt t="105718" x="6559550" y="4968875"/>
          <p14:tracePt t="105726" x="6508750" y="4943475"/>
          <p14:tracePt t="105734" x="6446838" y="4943475"/>
          <p14:tracePt t="105742" x="6421438" y="4943475"/>
          <p14:tracePt t="105751" x="6359525" y="4943475"/>
          <p14:tracePt t="105758" x="6270625" y="4943475"/>
          <p14:tracePt t="105766" x="6196013" y="4943475"/>
          <p14:tracePt t="105774" x="6146800" y="4943475"/>
          <p14:tracePt t="105782" x="6096000" y="4956175"/>
          <p14:tracePt t="105790" x="6045200" y="4981575"/>
          <p14:tracePt t="105798" x="6021388" y="5005388"/>
          <p14:tracePt t="105806" x="5995988" y="5043488"/>
          <p14:tracePt t="105814" x="5995988" y="5092700"/>
          <p14:tracePt t="105822" x="5995988" y="5143500"/>
          <p14:tracePt t="105830" x="5995988" y="5218113"/>
          <p14:tracePt t="105838" x="5995988" y="5281613"/>
          <p14:tracePt t="105846" x="5995988" y="5318125"/>
          <p14:tracePt t="105854" x="5995988" y="5368925"/>
          <p14:tracePt t="105862" x="6008688" y="5443538"/>
          <p14:tracePt t="105870" x="6057900" y="5543550"/>
          <p14:tracePt t="105878" x="6108700" y="5619750"/>
          <p14:tracePt t="105886" x="6170613" y="5707063"/>
          <p14:tracePt t="105894" x="6246813" y="5768975"/>
          <p14:tracePt t="105902" x="6321425" y="5807075"/>
          <p14:tracePt t="105910" x="6396038" y="5832475"/>
          <p14:tracePt t="105918" x="6459538" y="5843588"/>
          <p14:tracePt t="105926" x="6534150" y="5843588"/>
          <p14:tracePt t="105935" x="6596063" y="5843588"/>
          <p14:tracePt t="105952" x="6734175" y="5807075"/>
          <p14:tracePt t="105958" x="6821488" y="5756275"/>
          <p14:tracePt t="105966" x="6910388" y="5694363"/>
          <p14:tracePt t="105974" x="6972300" y="5668963"/>
          <p14:tracePt t="105982" x="7010400" y="5619750"/>
          <p14:tracePt t="105990" x="7046913" y="5594350"/>
          <p14:tracePt t="105998" x="7072313" y="5530850"/>
          <p14:tracePt t="106006" x="7072313" y="5468938"/>
          <p14:tracePt t="106014" x="7085013" y="5407025"/>
          <p14:tracePt t="106022" x="7085013" y="5356225"/>
          <p14:tracePt t="106030" x="7085013" y="5294313"/>
          <p14:tracePt t="106038" x="7085013" y="5243513"/>
          <p14:tracePt t="106046" x="7085013" y="5181600"/>
          <p14:tracePt t="106054" x="7072313" y="5143500"/>
          <p14:tracePt t="106062" x="7059613" y="5118100"/>
          <p14:tracePt t="106070" x="7046913" y="5092700"/>
          <p14:tracePt t="106078" x="7021513" y="5056188"/>
          <p14:tracePt t="106086" x="7010400" y="5056188"/>
          <p14:tracePt t="106094" x="6959600" y="5030788"/>
          <p14:tracePt t="106102" x="6884988" y="5005388"/>
          <p14:tracePt t="106110" x="6784975" y="5005388"/>
          <p14:tracePt t="106119" x="6684963" y="5005388"/>
          <p14:tracePt t="106126" x="6646863" y="5005388"/>
          <p14:tracePt t="106134" x="6621463" y="5018088"/>
          <p14:tracePt t="106142" x="6608763" y="5030788"/>
          <p14:tracePt t="106150" x="6608763" y="5056188"/>
          <p14:tracePt t="106158" x="6608763" y="5081588"/>
          <p14:tracePt t="106166" x="6608763" y="5105400"/>
          <p14:tracePt t="106174" x="6634163" y="5156200"/>
          <p14:tracePt t="106182" x="6659563" y="5194300"/>
          <p14:tracePt t="106190" x="6684963" y="5230813"/>
          <p14:tracePt t="106198" x="6708775" y="5281613"/>
          <p14:tracePt t="106206" x="6734175" y="5305425"/>
          <p14:tracePt t="106214" x="6746875" y="5330825"/>
          <p14:tracePt t="106222" x="6759575" y="5343525"/>
          <p14:tracePt t="106230" x="6772275" y="5356225"/>
          <p14:tracePt t="106238" x="6784975" y="5356225"/>
          <p14:tracePt t="106246" x="6808788" y="5356225"/>
          <p14:tracePt t="106254" x="6846888" y="5330825"/>
          <p14:tracePt t="106262" x="6859588" y="5318125"/>
          <p14:tracePt t="106270" x="6910388" y="5268913"/>
          <p14:tracePt t="106278" x="6921500" y="5243513"/>
          <p14:tracePt t="106286" x="6934200" y="5230813"/>
          <p14:tracePt t="106294" x="6934200" y="5218113"/>
          <p14:tracePt t="106302" x="6934200" y="5194300"/>
          <p14:tracePt t="106310" x="6934200" y="5168900"/>
          <p14:tracePt t="106318" x="6934200" y="5156200"/>
          <p14:tracePt t="106326" x="6897688" y="5092700"/>
          <p14:tracePt t="106334" x="6834188" y="5081588"/>
          <p14:tracePt t="106342" x="6696075" y="5030788"/>
          <p14:tracePt t="106350" x="6408738" y="5005388"/>
          <p14:tracePt t="106358" x="6083300" y="4968875"/>
          <p14:tracePt t="106366" x="5670550" y="4968875"/>
          <p14:tracePt t="106374" x="5532438" y="5030788"/>
          <p14:tracePt t="106382" x="5457825" y="5092700"/>
          <p14:tracePt t="106390" x="5457825" y="5156200"/>
          <p14:tracePt t="106398" x="5457825" y="5256213"/>
          <p14:tracePt t="106406" x="5457825" y="5318125"/>
          <p14:tracePt t="106414" x="5483225" y="5407025"/>
          <p14:tracePt t="106422" x="5583238" y="5468938"/>
          <p14:tracePt t="106430" x="5732463" y="5543550"/>
          <p14:tracePt t="106438" x="5857875" y="5581650"/>
          <p14:tracePt t="106446" x="5957888" y="5594350"/>
          <p14:tracePt t="106454" x="5983288" y="5594350"/>
          <p14:tracePt t="106462" x="6021388" y="5594350"/>
          <p14:tracePt t="106470" x="6045200" y="5594350"/>
          <p14:tracePt t="106478" x="6070600" y="5568950"/>
          <p14:tracePt t="106486" x="6070600" y="5543550"/>
          <p14:tracePt t="106494" x="6070600" y="5518150"/>
          <p14:tracePt t="106502" x="6083300" y="5494338"/>
          <p14:tracePt t="106510" x="6096000" y="5468938"/>
          <p14:tracePt t="106518" x="6096000" y="5430838"/>
          <p14:tracePt t="106526" x="6096000" y="5407025"/>
          <p14:tracePt t="106534" x="6083300" y="5407025"/>
          <p14:tracePt t="106542" x="6021388" y="5394325"/>
          <p14:tracePt t="106550" x="5957888" y="5394325"/>
          <p14:tracePt t="106558" x="5670550" y="5394325"/>
          <p14:tracePt t="106566" x="5132388" y="5394325"/>
          <p14:tracePt t="106574" x="4518025" y="5343525"/>
          <p14:tracePt t="106582" x="3767138" y="5343525"/>
          <p14:tracePt t="106590" x="3079750" y="5381625"/>
          <p14:tracePt t="106598" x="2828925" y="5394325"/>
          <p14:tracePt t="106702" x="2828925" y="5418138"/>
          <p14:tracePt t="106710" x="2816225" y="5418138"/>
          <p14:tracePt t="106718" x="2803525" y="5418138"/>
          <p14:tracePt t="106726" x="2778125" y="5430838"/>
          <p14:tracePt t="106734" x="2728913" y="5430838"/>
          <p14:tracePt t="106742" x="2678113" y="5443538"/>
          <p14:tracePt t="106750" x="2616200" y="5443538"/>
          <p14:tracePt t="106758" x="2516188" y="5443538"/>
          <p14:tracePt t="106766" x="2452688" y="5443538"/>
          <p14:tracePt t="106774" x="2328863" y="5443538"/>
          <p14:tracePt t="106782" x="2228850" y="5418138"/>
          <p14:tracePt t="106790" x="2139950" y="5407025"/>
          <p14:tracePt t="106798" x="2103438" y="5407025"/>
          <p14:tracePt t="106806" x="2078038" y="5407025"/>
          <p14:tracePt t="106814" x="2039938" y="5407025"/>
          <p14:tracePt t="106822" x="2003425" y="5394325"/>
          <p14:tracePt t="107182" x="1990725" y="5381625"/>
          <p14:tracePt t="107198" x="1990725" y="5368925"/>
          <p14:tracePt t="107214" x="2003425" y="5356225"/>
          <p14:tracePt t="107222" x="2065338" y="5356225"/>
          <p14:tracePt t="107230" x="2239963" y="5356225"/>
          <p14:tracePt t="107238" x="2490788" y="5356225"/>
          <p14:tracePt t="107246" x="2967038" y="5456238"/>
          <p14:tracePt t="107255" x="3405188" y="5568950"/>
          <p14:tracePt t="107262" x="3930650" y="5656263"/>
          <p14:tracePt t="107270" x="4430713" y="5768975"/>
          <p14:tracePt t="107278" x="4994275" y="5868988"/>
          <p14:tracePt t="107286" x="5632450" y="5981700"/>
          <p14:tracePt t="107294" x="6234113" y="6107113"/>
          <p14:tracePt t="107302" x="6696075" y="6194425"/>
          <p14:tracePt t="107310" x="7097713" y="6257925"/>
          <p14:tracePt t="107318" x="7285038" y="6281738"/>
          <p14:tracePt t="107327" x="7423150" y="6294438"/>
          <p14:tracePt t="107334" x="7472363" y="6307138"/>
          <p14:tracePt t="107342" x="7510463" y="6307138"/>
          <p14:tracePt t="107350" x="7523163" y="6307138"/>
          <p14:tracePt t="107366" x="7535863" y="6307138"/>
          <p14:tracePt t="107374" x="7548563" y="6307138"/>
          <p14:tracePt t="107382" x="7597775" y="6294438"/>
          <p14:tracePt t="107390" x="7635875" y="6281738"/>
          <p14:tracePt t="107398" x="7685088" y="6245225"/>
          <p14:tracePt t="107406" x="7710488" y="6245225"/>
          <p14:tracePt t="107414" x="7735888" y="6219825"/>
          <p14:tracePt t="107422" x="7761288" y="6207125"/>
          <p14:tracePt t="107430" x="7761288" y="6194425"/>
          <p14:tracePt t="107439" x="7761288" y="6169025"/>
          <p14:tracePt t="107446" x="7761288" y="6157913"/>
          <p14:tracePt t="107454" x="7761288" y="6132513"/>
          <p14:tracePt t="107462" x="7761288" y="6107113"/>
          <p14:tracePt t="107470" x="7773988" y="6056313"/>
          <p14:tracePt t="107478" x="7785100" y="6032500"/>
          <p14:tracePt t="107486" x="7810500" y="5994400"/>
          <p14:tracePt t="107494" x="7823200" y="5969000"/>
          <p14:tracePt t="107502" x="7835900" y="5919788"/>
          <p14:tracePt t="107511" x="7861300" y="5856288"/>
          <p14:tracePt t="107518" x="7874000" y="5807075"/>
          <p14:tracePt t="107526" x="7874000" y="5719763"/>
          <p14:tracePt t="107534" x="7874000" y="5630863"/>
          <p14:tracePt t="107542" x="7874000" y="5568950"/>
          <p14:tracePt t="107550" x="7848600" y="5481638"/>
          <p14:tracePt t="107558" x="7785100" y="5381625"/>
          <p14:tracePt t="107566" x="7761288" y="5330825"/>
          <p14:tracePt t="107574" x="7710488" y="5268913"/>
          <p14:tracePt t="107582" x="7661275" y="5218113"/>
          <p14:tracePt t="107590" x="7610475" y="5181600"/>
          <p14:tracePt t="107598" x="7585075" y="5143500"/>
          <p14:tracePt t="107606" x="7510463" y="5118100"/>
          <p14:tracePt t="107614" x="7485063" y="5105400"/>
          <p14:tracePt t="107623" x="7435850" y="5092700"/>
          <p14:tracePt t="107630" x="7372350" y="5092700"/>
          <p14:tracePt t="107638" x="7297738" y="5081588"/>
          <p14:tracePt t="107646" x="7210425" y="5081588"/>
          <p14:tracePt t="107654" x="7097713" y="5081588"/>
          <p14:tracePt t="107662" x="6959600" y="5081588"/>
          <p14:tracePt t="107670" x="6808788" y="5081588"/>
          <p14:tracePt t="107679" x="6696075" y="5081588"/>
          <p14:tracePt t="107686" x="6584950" y="5092700"/>
          <p14:tracePt t="107695" x="6459538" y="5105400"/>
          <p14:tracePt t="107702" x="6370638" y="5118100"/>
          <p14:tracePt t="107710" x="6270625" y="5130800"/>
          <p14:tracePt t="107718" x="6221413" y="5156200"/>
          <p14:tracePt t="107726" x="6183313" y="5168900"/>
          <p14:tracePt t="107734" x="6134100" y="5194300"/>
          <p14:tracePt t="107742" x="6121400" y="5205413"/>
          <p14:tracePt t="107750" x="6096000" y="5218113"/>
          <p14:tracePt t="107758" x="6070600" y="5256213"/>
          <p14:tracePt t="107766" x="6057900" y="5268913"/>
          <p14:tracePt t="107774" x="6034088" y="5318125"/>
          <p14:tracePt t="107782" x="5995988" y="5368925"/>
          <p14:tracePt t="107790" x="5957888" y="5443538"/>
          <p14:tracePt t="107798" x="5945188" y="5468938"/>
          <p14:tracePt t="107807" x="5932488" y="5518150"/>
          <p14:tracePt t="107814" x="5921375" y="5556250"/>
          <p14:tracePt t="107822" x="5921375" y="5581650"/>
          <p14:tracePt t="107830" x="5921375" y="5619750"/>
          <p14:tracePt t="107838" x="5921375" y="5630863"/>
          <p14:tracePt t="107846" x="5921375" y="5643563"/>
          <p14:tracePt t="107854" x="5921375" y="5668963"/>
          <p14:tracePt t="107862" x="5932488" y="5681663"/>
          <p14:tracePt t="107870" x="5970588" y="5707063"/>
          <p14:tracePt t="107879" x="5995988" y="5719763"/>
          <p14:tracePt t="107886" x="6057900" y="5756275"/>
          <p14:tracePt t="107894" x="6108700" y="5768975"/>
          <p14:tracePt t="107902" x="6183313" y="5768975"/>
          <p14:tracePt t="107910" x="6270625" y="5781675"/>
          <p14:tracePt t="107918" x="6359525" y="5794375"/>
          <p14:tracePt t="107926" x="6459538" y="5807075"/>
          <p14:tracePt t="107934" x="6559550" y="5807075"/>
          <p14:tracePt t="107942" x="6672263" y="5807075"/>
          <p14:tracePt t="107950" x="6808788" y="5807075"/>
          <p14:tracePt t="107958" x="6934200" y="5794375"/>
          <p14:tracePt t="107966" x="7072313" y="5743575"/>
          <p14:tracePt t="107974" x="7172325" y="5681663"/>
          <p14:tracePt t="107982" x="7272338" y="5594350"/>
          <p14:tracePt t="107990" x="7359650" y="5507038"/>
          <p14:tracePt t="107998" x="7410450" y="5394325"/>
          <p14:tracePt t="108006" x="7459663" y="5294313"/>
          <p14:tracePt t="108014" x="7459663" y="5194300"/>
          <p14:tracePt t="108022" x="7459663" y="5105400"/>
          <p14:tracePt t="108030" x="7448550" y="5030788"/>
          <p14:tracePt t="108038" x="7372350" y="4956175"/>
          <p14:tracePt t="108046" x="7335838" y="4892675"/>
          <p14:tracePt t="108054" x="7285038" y="4856163"/>
          <p14:tracePt t="108063" x="7210425" y="4805363"/>
          <p14:tracePt t="108070" x="7172325" y="4779963"/>
          <p14:tracePt t="108078" x="7085013" y="4768850"/>
          <p14:tracePt t="108086" x="7034213" y="4768850"/>
          <p14:tracePt t="108094" x="6946900" y="4743450"/>
          <p14:tracePt t="108102" x="6872288" y="4743450"/>
          <p14:tracePt t="108110" x="6808788" y="4743450"/>
          <p14:tracePt t="108118" x="6708775" y="4743450"/>
          <p14:tracePt t="108126" x="6634163" y="4743450"/>
          <p14:tracePt t="108134" x="6572250" y="4743450"/>
          <p14:tracePt t="108142" x="6496050" y="4768850"/>
          <p14:tracePt t="108150" x="6434138" y="4792663"/>
          <p14:tracePt t="108158" x="6396038" y="4805363"/>
          <p14:tracePt t="108166" x="6346825" y="4818063"/>
          <p14:tracePt t="108174" x="6308725" y="4843463"/>
          <p14:tracePt t="108182" x="6259513" y="4868863"/>
          <p14:tracePt t="108190" x="6234113" y="4892675"/>
          <p14:tracePt t="108198" x="6221413" y="4930775"/>
          <p14:tracePt t="108206" x="6183313" y="5005388"/>
          <p14:tracePt t="108214" x="6170613" y="5056188"/>
          <p14:tracePt t="108222" x="6157913" y="5130800"/>
          <p14:tracePt t="108230" x="6157913" y="5181600"/>
          <p14:tracePt t="108238" x="6157913" y="5281613"/>
          <p14:tracePt t="108246" x="6157913" y="5343525"/>
          <p14:tracePt t="108254" x="6157913" y="5418138"/>
          <p14:tracePt t="108263" x="6157913" y="5468938"/>
          <p14:tracePt t="108270" x="6157913" y="5518150"/>
          <p14:tracePt t="108278" x="6157913" y="5568950"/>
          <p14:tracePt t="108286" x="6183313" y="5619750"/>
          <p14:tracePt t="108294" x="6208713" y="5643563"/>
          <p14:tracePt t="108302" x="6246813" y="5707063"/>
          <p14:tracePt t="108310" x="6270625" y="5732463"/>
          <p14:tracePt t="108318" x="6334125" y="5781675"/>
          <p14:tracePt t="108326" x="6396038" y="5807075"/>
          <p14:tracePt t="108334" x="6472238" y="5843588"/>
          <p14:tracePt t="108342" x="6534150" y="5868988"/>
          <p14:tracePt t="108350" x="6646863" y="5907088"/>
          <p14:tracePt t="108358" x="6759575" y="5919788"/>
          <p14:tracePt t="108366" x="6910388" y="5932488"/>
          <p14:tracePt t="108375" x="7046913" y="5945188"/>
          <p14:tracePt t="108382" x="7197725" y="5969000"/>
          <p14:tracePt t="108390" x="7348538" y="5969000"/>
          <p14:tracePt t="108398" x="7485063" y="5969000"/>
          <p14:tracePt t="108406" x="7548563" y="5969000"/>
          <p14:tracePt t="108414" x="7635875" y="5956300"/>
          <p14:tracePt t="108422" x="7710488" y="5907088"/>
          <p14:tracePt t="108430" x="7735888" y="5881688"/>
          <p14:tracePt t="108438" x="7773988" y="5819775"/>
          <p14:tracePt t="108447" x="7773988" y="5768975"/>
          <p14:tracePt t="108454" x="7773988" y="5719763"/>
          <p14:tracePt t="108462" x="7773988" y="5643563"/>
          <p14:tracePt t="108470" x="7773988" y="5581650"/>
          <p14:tracePt t="108478" x="7773988" y="5530850"/>
          <p14:tracePt t="108486" x="7773988" y="5481638"/>
          <p14:tracePt t="108494" x="7773988" y="5430838"/>
          <p14:tracePt t="108502" x="7773988" y="5394325"/>
          <p14:tracePt t="108510" x="7773988" y="5368925"/>
          <p14:tracePt t="108518" x="7761288" y="5330825"/>
          <p14:tracePt t="108526" x="7735888" y="5294313"/>
          <p14:tracePt t="108534" x="7710488" y="5268913"/>
          <p14:tracePt t="108542" x="7697788" y="5268913"/>
          <p14:tracePt t="108550" x="7661275" y="5256213"/>
          <p14:tracePt t="108559" x="7635875" y="5230813"/>
          <p14:tracePt t="108566" x="7585075" y="5230813"/>
          <p14:tracePt t="108574" x="7523163" y="5230813"/>
          <p14:tracePt t="108582" x="7448550" y="5194300"/>
          <p14:tracePt t="108590" x="7385050" y="5194300"/>
          <p14:tracePt t="108598" x="7310438" y="5194300"/>
          <p14:tracePt t="108606" x="7235825" y="5194300"/>
          <p14:tracePt t="108614" x="7146925" y="5194300"/>
          <p14:tracePt t="108622" x="7046913" y="5194300"/>
          <p14:tracePt t="108630" x="6959600" y="5194300"/>
          <p14:tracePt t="108638" x="6859588" y="5194300"/>
          <p14:tracePt t="108646" x="6784975" y="5218113"/>
          <p14:tracePt t="108654" x="6734175" y="5230813"/>
          <p14:tracePt t="108662" x="6659563" y="5256213"/>
          <p14:tracePt t="108670" x="6634163" y="5268913"/>
          <p14:tracePt t="108678" x="6596063" y="5305425"/>
          <p14:tracePt t="108686" x="6572250" y="5330825"/>
          <p14:tracePt t="108694" x="6559550" y="5343525"/>
          <p14:tracePt t="108702" x="6559550" y="5381625"/>
          <p14:tracePt t="108710" x="6546850" y="5418138"/>
          <p14:tracePt t="108718" x="6546850" y="5468938"/>
          <p14:tracePt t="108726" x="6534150" y="5518150"/>
          <p14:tracePt t="108734" x="6534150" y="5556250"/>
          <p14:tracePt t="108743" x="6534150" y="5594350"/>
          <p14:tracePt t="108750" x="6534150" y="5630863"/>
          <p14:tracePt t="108758" x="6534150" y="5668963"/>
          <p14:tracePt t="108766" x="6534150" y="5707063"/>
          <p14:tracePt t="108774" x="6534150" y="5743575"/>
          <p14:tracePt t="108782" x="6534150" y="5756275"/>
          <p14:tracePt t="108790" x="6559550" y="5781675"/>
          <p14:tracePt t="108798" x="6572250" y="5807075"/>
          <p14:tracePt t="108806" x="6596063" y="5832475"/>
          <p14:tracePt t="108814" x="6596063" y="5843588"/>
          <p14:tracePt t="108822" x="6621463" y="5843588"/>
          <p14:tracePt t="108831" x="6634163" y="5843588"/>
          <p14:tracePt t="108838" x="6634163" y="5856288"/>
          <p14:tracePt t="108846" x="6646863" y="5856288"/>
          <p14:tracePt t="108862" x="6659563" y="5856288"/>
          <p14:tracePt t="108911" x="6672263" y="5856288"/>
          <p14:tracePt t="109382" x="6684963" y="5856288"/>
          <p14:tracePt t="109478" x="6696075" y="5856288"/>
          <p14:tracePt t="109550" x="6708775" y="5856288"/>
          <p14:tracePt t="109566" x="6721475" y="5856288"/>
          <p14:tracePt t="109582" x="6746875" y="5856288"/>
          <p14:tracePt t="109590" x="6759575" y="5881688"/>
          <p14:tracePt t="109598" x="6784975" y="5907088"/>
          <p14:tracePt t="109606" x="6821488" y="5932488"/>
          <p14:tracePt t="109614" x="6821488" y="5956300"/>
          <p14:tracePt t="109622" x="6846888" y="5981700"/>
          <p14:tracePt t="109630" x="6859588" y="5994400"/>
          <p14:tracePt t="109638" x="6872288" y="6007100"/>
          <p14:tracePt t="109646" x="6872288" y="6019800"/>
          <p14:tracePt t="109662" x="6897688" y="6019800"/>
          <p14:tracePt t="109686" x="6910388" y="6019800"/>
          <p14:tracePt t="109694" x="6934200" y="6019800"/>
          <p14:tracePt t="109710" x="6946900" y="6019800"/>
          <p14:tracePt t="109718" x="6985000" y="6019800"/>
          <p14:tracePt t="109734" x="7059613" y="6019800"/>
          <p14:tracePt t="109742" x="7110413" y="5981700"/>
          <p14:tracePt t="109750" x="7172325" y="5932488"/>
          <p14:tracePt t="109758" x="7223125" y="5881688"/>
          <p14:tracePt t="109767" x="7272338" y="5807075"/>
          <p14:tracePt t="109774" x="7297738" y="5732463"/>
          <p14:tracePt t="109782" x="7348538" y="5619750"/>
          <p14:tracePt t="109790" x="7372350" y="5530850"/>
          <p14:tracePt t="109798" x="7397750" y="5456238"/>
          <p14:tracePt t="109806" x="7410450" y="5381625"/>
          <p14:tracePt t="109814" x="7410450" y="5305425"/>
          <p14:tracePt t="109822" x="7410450" y="5230813"/>
          <p14:tracePt t="109830" x="7410450" y="5143500"/>
          <p14:tracePt t="109838" x="7397750" y="5056188"/>
          <p14:tracePt t="109846" x="7335838" y="4956175"/>
          <p14:tracePt t="109854" x="7272338" y="4843463"/>
          <p14:tracePt t="109862" x="7210425" y="4779963"/>
          <p14:tracePt t="109870" x="7185025" y="4730750"/>
          <p14:tracePt t="109878" x="7123113" y="4667250"/>
          <p14:tracePt t="109886" x="7059613" y="4592638"/>
          <p14:tracePt t="109894" x="6985000" y="4554538"/>
          <p14:tracePt t="109902" x="6910388" y="4543425"/>
          <p14:tracePt t="109910" x="6808788" y="4505325"/>
          <p14:tracePt t="109918" x="6734175" y="4505325"/>
          <p14:tracePt t="109926" x="6634163" y="4505325"/>
          <p14:tracePt t="109934" x="6534150" y="4505325"/>
          <p14:tracePt t="109946" x="6446838" y="4505325"/>
          <p14:tracePt t="109950" x="6334125" y="4518025"/>
          <p14:tracePt t="109958" x="6246813" y="4554538"/>
          <p14:tracePt t="109966" x="6134100" y="4592638"/>
          <p14:tracePt t="109974" x="6057900" y="4630738"/>
          <p14:tracePt t="109982" x="5970588" y="4679950"/>
          <p14:tracePt t="109990" x="5932488" y="4730750"/>
          <p14:tracePt t="109998" x="5857875" y="4768850"/>
          <p14:tracePt t="110006" x="5808663" y="4818063"/>
          <p14:tracePt t="110014" x="5770563" y="4868863"/>
          <p14:tracePt t="110022" x="5757863" y="4892675"/>
          <p14:tracePt t="110030" x="5719763" y="4930775"/>
          <p14:tracePt t="110038" x="5708650" y="4981575"/>
          <p14:tracePt t="110046" x="5708650" y="5018088"/>
          <p14:tracePt t="110054" x="5683250" y="5068888"/>
          <p14:tracePt t="110063" x="5683250" y="5105400"/>
          <p14:tracePt t="110070" x="5683250" y="5156200"/>
          <p14:tracePt t="110078" x="5683250" y="5205413"/>
          <p14:tracePt t="110086" x="5683250" y="5243513"/>
          <p14:tracePt t="110094" x="5683250" y="5294313"/>
          <p14:tracePt t="110102" x="5695950" y="5356225"/>
          <p14:tracePt t="110110" x="5708650" y="5407025"/>
          <p14:tracePt t="110118" x="5732463" y="5430838"/>
          <p14:tracePt t="110126" x="5783263" y="5507038"/>
          <p14:tracePt t="110134" x="5795963" y="5543550"/>
          <p14:tracePt t="110142" x="5845175" y="5594350"/>
          <p14:tracePt t="110150" x="5883275" y="5630863"/>
          <p14:tracePt t="110158" x="5895975" y="5668963"/>
          <p14:tracePt t="110166" x="5921375" y="5694363"/>
          <p14:tracePt t="110174" x="5945188" y="5719763"/>
          <p14:tracePt t="110182" x="5957888" y="5743575"/>
          <p14:tracePt t="110190" x="5983288" y="5756275"/>
          <p14:tracePt t="110198" x="6008688" y="5781675"/>
          <p14:tracePt t="110206" x="6045200" y="5794375"/>
          <p14:tracePt t="110214" x="6083300" y="5807075"/>
          <p14:tracePt t="110222" x="6121400" y="5819775"/>
          <p14:tracePt t="110230" x="6170613" y="5832475"/>
          <p14:tracePt t="110238" x="6221413" y="5843588"/>
          <p14:tracePt t="110247" x="6308725" y="5856288"/>
          <p14:tracePt t="110254" x="6421438" y="5881688"/>
          <p14:tracePt t="110262" x="6546850" y="5894388"/>
          <p14:tracePt t="110270" x="6659563" y="5894388"/>
          <p14:tracePt t="110278" x="6784975" y="5894388"/>
          <p14:tracePt t="110286" x="6897688" y="5894388"/>
          <p14:tracePt t="110294" x="6997700" y="5894388"/>
          <p14:tracePt t="110302" x="7059613" y="5894388"/>
          <p14:tracePt t="110310" x="7134225" y="5894388"/>
          <p14:tracePt t="110318" x="7210425" y="5881688"/>
          <p14:tracePt t="110326" x="7259638" y="5868988"/>
          <p14:tracePt t="110334" x="7310438" y="5832475"/>
          <p14:tracePt t="110342" x="7348538" y="5807075"/>
          <p14:tracePt t="110350" x="7372350" y="5794375"/>
          <p14:tracePt t="110358" x="7397750" y="5768975"/>
          <p14:tracePt t="110366" x="7410450" y="5732463"/>
          <p14:tracePt t="110374" x="7410450" y="5694363"/>
          <p14:tracePt t="110382" x="7410450" y="5643563"/>
          <p14:tracePt t="110390" x="7410450" y="5607050"/>
          <p14:tracePt t="110398" x="7410450" y="5556250"/>
          <p14:tracePt t="110406" x="7410450" y="5507038"/>
          <p14:tracePt t="110414" x="7397750" y="5456238"/>
          <p14:tracePt t="110422" x="7397750" y="5443538"/>
          <p14:tracePt t="110431" x="7397750" y="5418138"/>
          <p14:tracePt t="110438" x="7397750" y="5394325"/>
          <p14:tracePt t="110446" x="7397750" y="5368925"/>
          <p14:tracePt t="110462" x="7385050" y="5356225"/>
          <p14:tracePt t="110494" x="7359650" y="5343525"/>
          <p14:tracePt t="110502" x="7348538" y="5343525"/>
          <p14:tracePt t="110510" x="7310438" y="5343525"/>
          <p14:tracePt t="110518" x="7285038" y="5343525"/>
          <p14:tracePt t="110526" x="7246938" y="5343525"/>
          <p14:tracePt t="110534" x="7185025" y="5318125"/>
          <p14:tracePt t="110542" x="7110413" y="5305425"/>
          <p14:tracePt t="110550" x="7046913" y="5305425"/>
          <p14:tracePt t="110558" x="6985000" y="5294313"/>
          <p14:tracePt t="110566" x="6884988" y="5294313"/>
          <p14:tracePt t="110574" x="6808788" y="5294313"/>
          <p14:tracePt t="110582" x="6734175" y="5294313"/>
          <p14:tracePt t="110590" x="6646863" y="5294313"/>
          <p14:tracePt t="110598" x="6559550" y="5294313"/>
          <p14:tracePt t="110606" x="6496050" y="5294313"/>
          <p14:tracePt t="110614" x="6459538" y="5294313"/>
          <p14:tracePt t="110622" x="6408738" y="5318125"/>
          <p14:tracePt t="110630" x="6370638" y="5356225"/>
          <p14:tracePt t="110638" x="6346825" y="5394325"/>
          <p14:tracePt t="110646" x="6346825" y="5468938"/>
          <p14:tracePt t="110654" x="6346825" y="5530850"/>
          <p14:tracePt t="110662" x="6346825" y="5607050"/>
          <p14:tracePt t="110670" x="6370638" y="5694363"/>
          <p14:tracePt t="110678" x="6421438" y="5768975"/>
          <p14:tracePt t="110686" x="6472238" y="5819775"/>
          <p14:tracePt t="110694" x="6546850" y="5894388"/>
          <p14:tracePt t="110702" x="6608763" y="5907088"/>
          <p14:tracePt t="110710" x="6708775" y="5956300"/>
          <p14:tracePt t="110718" x="6784975" y="5956300"/>
          <p14:tracePt t="110726" x="6846888" y="5956300"/>
          <p14:tracePt t="110734" x="6946900" y="5956300"/>
          <p14:tracePt t="110742" x="7034213" y="5956300"/>
          <p14:tracePt t="110750" x="7134225" y="5956300"/>
          <p14:tracePt t="110758" x="7246938" y="5894388"/>
          <p14:tracePt t="110766" x="7335838" y="5807075"/>
          <p14:tracePt t="110774" x="7423150" y="5719763"/>
          <p14:tracePt t="110782" x="7472363" y="5630863"/>
          <p14:tracePt t="110790" x="7485063" y="5581650"/>
          <p14:tracePt t="110798" x="7485063" y="5543550"/>
          <p14:tracePt t="110806" x="7485063" y="5494338"/>
          <p14:tracePt t="110815" x="7472363" y="5468938"/>
          <p14:tracePt t="110822" x="7459663" y="5456238"/>
          <p14:tracePt t="110830" x="7435850" y="5430838"/>
          <p14:tracePt t="110846" x="7410450" y="5430838"/>
          <p14:tracePt t="110871" x="7397750" y="5430838"/>
          <p14:tracePt t="111142" x="7385050" y="5430838"/>
          <p14:tracePt t="111502" x="7372350" y="5494338"/>
          <p14:tracePt t="111510" x="7348538" y="5543550"/>
          <p14:tracePt t="111518" x="7310438" y="5607050"/>
          <p14:tracePt t="111526" x="7235825" y="5681663"/>
          <p14:tracePt t="111534" x="7123113" y="5732463"/>
          <p14:tracePt t="111542" x="7034213" y="5781675"/>
          <p14:tracePt t="111550" x="6985000" y="5794375"/>
          <p14:tracePt t="111558" x="6934200" y="5794375"/>
          <p14:tracePt t="111566" x="6897688" y="5794375"/>
          <p14:tracePt t="111574" x="6884988" y="5794375"/>
          <p14:tracePt t="111622" x="6872288" y="5794375"/>
          <p14:tracePt t="111630" x="6846888" y="5781675"/>
          <p14:tracePt t="111646" x="6846888" y="5743575"/>
          <p14:tracePt t="111654" x="6834188" y="5719763"/>
          <p14:tracePt t="111662" x="6834188" y="5694363"/>
          <p14:tracePt t="111670" x="6834188" y="5643563"/>
          <p14:tracePt t="111678" x="6834188" y="5619750"/>
          <p14:tracePt t="111686" x="6834188" y="5581650"/>
          <p14:tracePt t="111694" x="6834188" y="5568950"/>
          <p14:tracePt t="111758" x="6834188" y="5556250"/>
          <p14:tracePt t="111766" x="6846888" y="5556250"/>
          <p14:tracePt t="111798" x="6859588" y="5556250"/>
          <p14:tracePt t="111806" x="6872288" y="5556250"/>
          <p14:tracePt t="111823" x="6884988" y="5556250"/>
          <p14:tracePt t="111862" x="6910388" y="5556250"/>
          <p14:tracePt t="111878" x="6921500" y="5556250"/>
          <p14:tracePt t="111886" x="6959600" y="5556250"/>
          <p14:tracePt t="111894" x="7010400" y="5556250"/>
          <p14:tracePt t="111902" x="7072313" y="5556250"/>
          <p14:tracePt t="111910" x="7172325" y="5530850"/>
          <p14:tracePt t="111918" x="7246938" y="5481638"/>
          <p14:tracePt t="111926" x="7310438" y="5430838"/>
          <p14:tracePt t="111935" x="7335838" y="5418138"/>
          <p14:tracePt t="111942" x="7348538" y="5418138"/>
          <p14:tracePt t="111950" x="7359650" y="5418138"/>
          <p14:tracePt t="112134" x="7385050" y="5418138"/>
          <p14:tracePt t="112174" x="7410450" y="5418138"/>
          <p14:tracePt t="112182" x="7497763" y="5418138"/>
          <p14:tracePt t="112190" x="7561263" y="5418138"/>
          <p14:tracePt t="112198" x="7673975" y="5356225"/>
          <p14:tracePt t="112206" x="7773988" y="5305425"/>
          <p14:tracePt t="112214" x="7886700" y="5281613"/>
          <p14:tracePt t="112222" x="7935913" y="5243513"/>
          <p14:tracePt t="112230" x="7986713" y="5243513"/>
          <p14:tracePt t="112238" x="8035925" y="5243513"/>
          <p14:tracePt t="112246" x="8048625" y="5243513"/>
          <p14:tracePt t="112262" x="8074025" y="5230813"/>
          <p14:tracePt t="112398" x="8099425" y="5230813"/>
          <p14:tracePt t="112406" x="8199438" y="5230813"/>
          <p14:tracePt t="112414" x="8335963" y="5230813"/>
          <p14:tracePt t="112422" x="8499475" y="5230813"/>
          <p14:tracePt t="112430" x="8674100" y="5230813"/>
          <p14:tracePt t="112438" x="8824913" y="5230813"/>
          <p14:tracePt t="112446" x="8950325" y="5205413"/>
          <p14:tracePt t="112454" x="9050338" y="5181600"/>
          <p14:tracePt t="112462" x="9124950" y="5156200"/>
          <p14:tracePt t="112470" x="9137650" y="5143500"/>
          <p14:tracePt t="112478" x="9163050" y="5130800"/>
          <p14:tracePt t="112766" x="9175750" y="5130800"/>
          <p14:tracePt t="113006" x="9199563" y="5130800"/>
          <p14:tracePt t="113102" x="9212263" y="5118100"/>
          <p14:tracePt t="113150" x="9188450" y="5105400"/>
          <p14:tracePt t="113158" x="8686800" y="4956175"/>
          <p14:tracePt t="113166" x="7948613" y="4718050"/>
          <p14:tracePt t="113174" x="7072313" y="4479925"/>
          <p14:tracePt t="113182" x="6034088" y="4267200"/>
          <p14:tracePt t="113190" x="4919663" y="3979863"/>
          <p14:tracePt t="113198" x="3830638" y="3654425"/>
          <p14:tracePt t="113206" x="2903538" y="3467100"/>
          <p14:tracePt t="113214" x="2303463" y="3341688"/>
          <p14:tracePt t="113222" x="1865313" y="3254375"/>
          <p14:tracePt t="113230" x="1652588" y="3190875"/>
          <p14:tracePt t="113238" x="1601788" y="3178175"/>
          <p14:tracePt t="113311" x="1589088" y="3178175"/>
          <p14:tracePt t="113366" x="1589088" y="3190875"/>
          <p14:tracePt t="113382" x="1577975" y="3203575"/>
          <p14:tracePt t="113398" x="1577975" y="3216275"/>
          <p14:tracePt t="113406" x="1565275" y="3216275"/>
          <p14:tracePt t="113414" x="1552575" y="3216275"/>
          <p14:tracePt t="113422" x="1539875" y="3216275"/>
          <p14:tracePt t="113430" x="1514475" y="3216275"/>
          <p14:tracePt t="115926" x="1539875" y="3216275"/>
          <p14:tracePt t="115934" x="1577975" y="3216275"/>
          <p14:tracePt t="115946" x="1639888" y="3241675"/>
          <p14:tracePt t="115950" x="1727200" y="3303588"/>
          <p14:tracePt t="115958" x="1827213" y="3378200"/>
          <p14:tracePt t="115966" x="2014538" y="3503613"/>
          <p14:tracePt t="115974" x="2265363" y="3629025"/>
          <p14:tracePt t="115982" x="2667000" y="3803650"/>
          <p14:tracePt t="115990" x="2954338" y="3941763"/>
          <p14:tracePt t="115998" x="3128963" y="4017963"/>
          <p14:tracePt t="116006" x="3305175" y="4067175"/>
          <p14:tracePt t="116014" x="3405188" y="4092575"/>
          <p14:tracePt t="116022" x="3467100" y="4117975"/>
          <p14:tracePt t="116030" x="3492500" y="4117975"/>
          <p14:tracePt t="116078" x="3454400" y="4117975"/>
          <p14:tracePt t="116086" x="3317875" y="4117975"/>
          <p14:tracePt t="116094" x="3241675" y="4117975"/>
          <p14:tracePt t="116102" x="3103563" y="4092575"/>
          <p14:tracePt t="116110" x="2928938" y="4017963"/>
          <p14:tracePt t="116118" x="2790825" y="3967163"/>
          <p14:tracePt t="116126" x="2667000" y="3892550"/>
          <p14:tracePt t="116134" x="2554288" y="3829050"/>
          <p14:tracePt t="116142" x="2452688" y="3767138"/>
          <p14:tracePt t="116150" x="2365375" y="3703638"/>
          <p14:tracePt t="116158" x="2278063" y="3629025"/>
          <p14:tracePt t="116166" x="2216150" y="3567113"/>
          <p14:tracePt t="116174" x="2203450" y="3554413"/>
          <p14:tracePt t="116182" x="2190750" y="3541713"/>
          <p14:tracePt t="116190" x="2190750" y="3529013"/>
          <p14:tracePt t="116438" x="2203450" y="3529013"/>
          <p14:tracePt t="119862" x="2216150" y="3529013"/>
          <p14:tracePt t="119870" x="2228850" y="3529013"/>
          <p14:tracePt t="119950" x="2239963" y="3529013"/>
          <p14:tracePt t="123254" x="2265363" y="3529013"/>
          <p14:tracePt t="123262" x="2365375" y="3541713"/>
          <p14:tracePt t="123270" x="2452688" y="3567113"/>
          <p14:tracePt t="123278" x="2554288" y="3616325"/>
          <p14:tracePt t="123286" x="2667000" y="3616325"/>
          <p14:tracePt t="123294" x="2803525" y="3616325"/>
          <p14:tracePt t="123302" x="3028950" y="3616325"/>
          <p14:tracePt t="123310" x="3367088" y="3616325"/>
          <p14:tracePt t="123318" x="3779838" y="3616325"/>
          <p14:tracePt t="123326" x="4192588" y="3603625"/>
          <p14:tracePt t="123334" x="4556125" y="3541713"/>
          <p14:tracePt t="123342" x="4832350" y="3454400"/>
          <p14:tracePt t="123350" x="5119688" y="3316288"/>
          <p14:tracePt t="123358" x="5319713" y="3216275"/>
          <p14:tracePt t="123366" x="5419725" y="3141663"/>
          <p14:tracePt t="123374" x="5507038" y="3041650"/>
          <p14:tracePt t="123381" x="5532438" y="2952750"/>
          <p14:tracePt t="123390" x="5532438" y="2840038"/>
          <p14:tracePt t="123398" x="5532438" y="2728913"/>
          <p14:tracePt t="123406" x="5532438" y="2603500"/>
          <p14:tracePt t="123413" x="5457825" y="2490788"/>
          <p14:tracePt t="123422" x="5357813" y="2390775"/>
          <p14:tracePt t="123430" x="5245100" y="2303463"/>
          <p14:tracePt t="123438" x="5132388" y="2227263"/>
          <p14:tracePt t="123446" x="4994275" y="2165350"/>
          <p14:tracePt t="123454" x="4856163" y="2127250"/>
          <p14:tracePt t="123462" x="4630738" y="2052638"/>
          <p14:tracePt t="123470" x="4494213" y="2001838"/>
          <p14:tracePt t="123478" x="4256088" y="1939925"/>
          <p14:tracePt t="123486" x="4117975" y="1914525"/>
          <p14:tracePt t="123494" x="3943350" y="1852613"/>
          <p14:tracePt t="123502" x="3779838" y="1827213"/>
          <p14:tracePt t="123510" x="3579813" y="1765300"/>
          <p14:tracePt t="123518" x="3429000" y="1752600"/>
          <p14:tracePt t="123526" x="3292475" y="1727200"/>
          <p14:tracePt t="123534" x="3179763" y="1714500"/>
          <p14:tracePt t="123542" x="3079750" y="1701800"/>
          <p14:tracePt t="123550" x="3003550" y="1701800"/>
          <p14:tracePt t="123558" x="2954338" y="1689100"/>
          <p14:tracePt t="123565" x="2928938" y="1689100"/>
          <p14:tracePt t="123574" x="2903538" y="1689100"/>
          <p14:tracePt t="123582" x="2890838" y="1689100"/>
          <p14:tracePt t="123894" x="2903538" y="1689100"/>
          <p14:tracePt t="123902" x="2992438" y="1689100"/>
          <p14:tracePt t="123918" x="3003550" y="1701800"/>
          <p14:tracePt t="123926" x="3003550" y="1714500"/>
          <p14:tracePt t="123935" x="3003550" y="1752600"/>
          <p14:tracePt t="123942" x="3003550" y="1789113"/>
          <p14:tracePt t="123950" x="3003550" y="1814513"/>
          <p14:tracePt t="123958" x="2967038" y="1852613"/>
          <p14:tracePt t="123966" x="2867025" y="1852613"/>
          <p14:tracePt t="123974" x="2716213" y="1852613"/>
          <p14:tracePt t="123982" x="2578100" y="1852613"/>
          <p14:tracePt t="123990" x="2428875" y="1852613"/>
          <p14:tracePt t="123998" x="2278063" y="1839913"/>
          <p14:tracePt t="124006" x="2127250" y="1814513"/>
          <p14:tracePt t="124014" x="1990725" y="1752600"/>
          <p14:tracePt t="124022" x="1852613" y="1714500"/>
          <p14:tracePt t="124030" x="1752600" y="1676400"/>
          <p14:tracePt t="124038" x="1627188" y="1627188"/>
          <p14:tracePt t="124046" x="1514475" y="1552575"/>
          <p14:tracePt t="124054" x="1427163" y="1501775"/>
          <p14:tracePt t="124062" x="1352550" y="1450975"/>
          <p14:tracePt t="124070" x="1289050" y="1401763"/>
          <p14:tracePt t="124078" x="1252538" y="1376363"/>
          <p14:tracePt t="124086" x="1214438" y="1350963"/>
          <p14:tracePt t="124094" x="1176338" y="1327150"/>
          <p14:tracePt t="124102" x="1176338" y="1314450"/>
          <p14:tracePt t="124110" x="1150938" y="1314450"/>
          <p14:tracePt t="124118" x="1139825" y="1289050"/>
          <p14:tracePt t="124134" x="1127125" y="1289050"/>
          <p14:tracePt t="124182" x="1114425" y="1289050"/>
          <p14:tracePt t="124206" x="1089025" y="1289050"/>
          <p14:tracePt t="124222" x="1076325" y="1289050"/>
          <p14:tracePt t="124230" x="1063625" y="1289050"/>
          <p14:tracePt t="124238" x="1050925" y="1289050"/>
          <p14:tracePt t="124246" x="1038225" y="1289050"/>
          <p14:tracePt t="124254" x="1001713" y="1289050"/>
          <p14:tracePt t="124262" x="989013" y="1289050"/>
          <p14:tracePt t="124270" x="938213" y="1289050"/>
          <p14:tracePt t="124278" x="901700" y="1289050"/>
          <p14:tracePt t="124286" x="850900" y="1289050"/>
          <p14:tracePt t="124294" x="814388" y="1289050"/>
          <p14:tracePt t="124303" x="801688" y="1289050"/>
          <p14:tracePt t="124310" x="776288" y="1289050"/>
          <p14:tracePt t="124438" x="788988" y="1289050"/>
          <p14:tracePt t="124446" x="801688" y="1289050"/>
          <p14:tracePt t="124462" x="850900" y="1289050"/>
          <p14:tracePt t="124470" x="925513" y="1289050"/>
          <p14:tracePt t="124478" x="1050925" y="1289050"/>
          <p14:tracePt t="124486" x="1276350" y="1289050"/>
          <p14:tracePt t="124494" x="1589088" y="1289050"/>
          <p14:tracePt t="124501" x="1965325" y="1289050"/>
          <p14:tracePt t="124510" x="2378075" y="1289050"/>
          <p14:tracePt t="124517" x="2778125" y="1201738"/>
          <p14:tracePt t="124526" x="3128963" y="1176338"/>
          <p14:tracePt t="124533" x="3292475" y="1150938"/>
          <p14:tracePt t="124542" x="3429000" y="1125538"/>
          <p14:tracePt t="124549" x="3541713" y="1114425"/>
          <p14:tracePt t="124558" x="3605213" y="1114425"/>
          <p14:tracePt t="124630" x="3617913" y="1114425"/>
          <p14:tracePt t="124646" x="3643313" y="1114425"/>
          <p14:tracePt t="124661" x="3692525" y="1114425"/>
          <p14:tracePt t="124670" x="3743325" y="1114425"/>
          <p14:tracePt t="124678" x="3830638" y="1114425"/>
          <p14:tracePt t="124686" x="3956050" y="1114425"/>
          <p14:tracePt t="124694" x="4105275" y="1114425"/>
          <p14:tracePt t="124701" x="4268788" y="1114425"/>
          <p14:tracePt t="124710" x="4481513" y="1114425"/>
          <p14:tracePt t="124718" x="4719638" y="1114425"/>
          <p14:tracePt t="124726" x="4919663" y="1114425"/>
          <p14:tracePt t="124733" x="5106988" y="1101725"/>
          <p14:tracePt t="124742" x="5281613" y="1089025"/>
          <p14:tracePt t="124750" x="5457825" y="1050925"/>
          <p14:tracePt t="124758" x="5570538" y="1025525"/>
          <p14:tracePt t="124765" x="5645150" y="1025525"/>
          <p14:tracePt t="124774" x="5708650" y="1014413"/>
          <p14:tracePt t="124781" x="5770563" y="1001713"/>
          <p14:tracePt t="124790" x="5821363" y="1001713"/>
          <p14:tracePt t="124798" x="5832475" y="1001713"/>
          <p14:tracePt t="124806" x="5870575" y="989013"/>
          <p14:tracePt t="124813" x="5883275" y="989013"/>
          <p14:tracePt t="124822" x="5895975" y="989013"/>
          <p14:tracePt t="124830" x="5908675" y="989013"/>
          <p14:tracePt t="124838" x="5945188" y="989013"/>
          <p14:tracePt t="124846" x="5970588" y="989013"/>
          <p14:tracePt t="124854" x="5995988" y="989013"/>
          <p14:tracePt t="124862" x="6021388" y="989013"/>
          <p14:tracePt t="124871" x="6045200" y="989013"/>
          <p14:tracePt t="124878" x="6083300" y="989013"/>
          <p14:tracePt t="124885" x="6108700" y="989013"/>
          <p14:tracePt t="124894" x="6134100" y="976313"/>
          <p14:tracePt t="124901" x="6146800" y="976313"/>
          <p14:tracePt t="124910" x="6170613" y="976313"/>
          <p14:tracePt t="124926" x="6183313" y="976313"/>
          <p14:tracePt t="125022" x="6221413" y="976313"/>
          <p14:tracePt t="125030" x="6270625" y="976313"/>
          <p14:tracePt t="125038" x="6283325" y="976313"/>
          <p14:tracePt t="125046" x="6308725" y="976313"/>
          <p14:tracePt t="125054" x="6321425" y="976313"/>
          <p14:tracePt t="125062" x="6346825" y="976313"/>
          <p14:tracePt t="125070" x="6359525" y="976313"/>
          <p14:tracePt t="125078" x="6370638" y="976313"/>
          <p14:tracePt t="125086" x="6396038" y="989013"/>
          <p14:tracePt t="125094" x="6408738" y="1001713"/>
          <p14:tracePt t="125102" x="6434138" y="1038225"/>
          <p14:tracePt t="125110" x="6496050" y="1101725"/>
          <p14:tracePt t="125117" x="6534150" y="1138238"/>
          <p14:tracePt t="125126" x="6596063" y="1227138"/>
          <p14:tracePt t="125133" x="6672263" y="1350963"/>
          <p14:tracePt t="125142" x="6734175" y="1476375"/>
          <p14:tracePt t="125150" x="6872288" y="1652588"/>
          <p14:tracePt t="125158" x="6946900" y="1789113"/>
          <p14:tracePt t="125166" x="7021513" y="2014538"/>
          <p14:tracePt t="125174" x="7110413" y="2252663"/>
          <p14:tracePt t="125182" x="7197725" y="2478088"/>
          <p14:tracePt t="125190" x="7310438" y="2728913"/>
          <p14:tracePt t="125198" x="7423150" y="2952750"/>
          <p14:tracePt t="125206" x="7485063" y="3116263"/>
          <p14:tracePt t="125214" x="7561263" y="3203575"/>
          <p14:tracePt t="125222" x="7585075" y="3228975"/>
          <p14:tracePt t="125230" x="7585075" y="3241675"/>
          <p14:tracePt t="125238" x="7610475" y="3254375"/>
          <p14:tracePt t="125295" x="7610475" y="3267075"/>
          <p14:tracePt t="125302" x="7610475" y="3278188"/>
          <p14:tracePt t="125310" x="7597775" y="3278188"/>
          <p14:tracePt t="125317" x="7572375" y="3278188"/>
          <p14:tracePt t="125326" x="7523163" y="3290888"/>
          <p14:tracePt t="125333" x="7459663" y="3316288"/>
          <p14:tracePt t="125342" x="7359650" y="3316288"/>
          <p14:tracePt t="125350" x="7235825" y="3316288"/>
          <p14:tracePt t="125358" x="7059613" y="3316288"/>
          <p14:tracePt t="125366" x="6872288" y="3316288"/>
          <p14:tracePt t="125374" x="6696075" y="3316288"/>
          <p14:tracePt t="125382" x="6459538" y="3328988"/>
          <p14:tracePt t="125390" x="6234113" y="3367088"/>
          <p14:tracePt t="125398" x="6008688" y="3403600"/>
          <p14:tracePt t="125406" x="5770563" y="3490913"/>
          <p14:tracePt t="125414" x="5595938" y="3529013"/>
          <p14:tracePt t="125422" x="5394325" y="3590925"/>
          <p14:tracePt t="125430" x="5219700" y="3667125"/>
          <p14:tracePt t="125438" x="5132388" y="3729038"/>
          <p14:tracePt t="125446" x="5057775" y="3779838"/>
          <p14:tracePt t="125453" x="5006975" y="3829050"/>
          <p14:tracePt t="125462" x="4956175" y="3867150"/>
          <p14:tracePt t="125470" x="4906963" y="3892550"/>
          <p14:tracePt t="125478" x="4856163" y="3929063"/>
          <p14:tracePt t="125486" x="4794250" y="3967163"/>
          <p14:tracePt t="125494" x="4756150" y="3992563"/>
          <p14:tracePt t="125502" x="4732338" y="4029075"/>
          <p14:tracePt t="125510" x="4694238" y="4054475"/>
          <p14:tracePt t="125518" x="4681538" y="4079875"/>
          <p14:tracePt t="125526" x="4643438" y="4105275"/>
          <p14:tracePt t="125534" x="4643438" y="4141788"/>
          <p14:tracePt t="125542" x="4594225" y="4179888"/>
          <p14:tracePt t="125550" x="4594225" y="4192588"/>
          <p14:tracePt t="125558" x="4594225" y="4217988"/>
          <p14:tracePt t="125566" x="4594225" y="4230688"/>
          <p14:tracePt t="125574" x="4594225" y="4241800"/>
          <p14:tracePt t="125582" x="4594225" y="4267200"/>
          <p14:tracePt t="125590" x="4594225" y="4279900"/>
          <p14:tracePt t="125606" x="4594225" y="4305300"/>
          <p14:tracePt t="125614" x="4594225" y="4330700"/>
          <p14:tracePt t="125623" x="4594225" y="4341813"/>
          <p14:tracePt t="125630" x="4594225" y="4354513"/>
          <p14:tracePt t="125637" x="4594225" y="4367213"/>
          <p14:tracePt t="125646" x="4594225" y="4392613"/>
          <p14:tracePt t="125662" x="4581525" y="4405313"/>
          <p14:tracePt t="125670" x="4581525" y="4418013"/>
          <p14:tracePt t="125678" x="4568825" y="4430713"/>
          <p14:tracePt t="125686" x="4568825" y="4454525"/>
          <p14:tracePt t="125694" x="4556125" y="4479925"/>
          <p14:tracePt t="125702" x="4556125" y="4505325"/>
          <p14:tracePt t="125710" x="4556125" y="4554538"/>
          <p14:tracePt t="125718" x="4556125" y="4579938"/>
          <p14:tracePt t="125726" x="4556125" y="4630738"/>
          <p14:tracePt t="125734" x="4556125" y="4679950"/>
          <p14:tracePt t="125742" x="4556125" y="4730750"/>
          <p14:tracePt t="125750" x="4556125" y="4830763"/>
          <p14:tracePt t="125758" x="4556125" y="4892675"/>
          <p14:tracePt t="125766" x="4556125" y="4930775"/>
          <p14:tracePt t="125774" x="4568825" y="4956175"/>
          <p14:tracePt t="125782" x="4568825" y="4981575"/>
          <p14:tracePt t="125790" x="4581525" y="4992688"/>
          <p14:tracePt t="125798" x="4594225" y="5018088"/>
          <p14:tracePt t="125806" x="4606925" y="5030788"/>
          <p14:tracePt t="125813" x="4619625" y="5043488"/>
          <p14:tracePt t="125830" x="4630738" y="5068888"/>
          <p14:tracePt t="125846" x="4681538" y="5068888"/>
          <p14:tracePt t="125853" x="4768850" y="5068888"/>
          <p14:tracePt t="125862" x="4932363" y="5068888"/>
          <p14:tracePt t="125870" x="5207000" y="5068888"/>
          <p14:tracePt t="125879" x="5645150" y="4956175"/>
          <p14:tracePt t="125886" x="6221413" y="4805363"/>
          <p14:tracePt t="125894" x="6708775" y="4592638"/>
          <p14:tracePt t="125902" x="7159625" y="4443413"/>
          <p14:tracePt t="125910" x="7510463" y="4318000"/>
          <p14:tracePt t="125918" x="7773988" y="4167188"/>
          <p14:tracePt t="125926" x="7923213" y="4092575"/>
          <p14:tracePt t="125941" x="8048625" y="4029075"/>
          <p14:tracePt t="125942" x="8174038" y="3967163"/>
          <p14:tracePt t="125950" x="8261350" y="3905250"/>
          <p14:tracePt t="125958" x="8348663" y="3879850"/>
          <p14:tracePt t="125966" x="8435975" y="3829050"/>
          <p14:tracePt t="125973" x="8499475" y="3816350"/>
          <p14:tracePt t="125982" x="8586788" y="3803650"/>
          <p14:tracePt t="125990" x="8674100" y="3754438"/>
          <p14:tracePt t="125998" x="8774113" y="3716338"/>
          <p14:tracePt t="126006" x="8912225" y="3692525"/>
          <p14:tracePt t="126014" x="9037638" y="3679825"/>
          <p14:tracePt t="126021" x="9163050" y="3654425"/>
          <p14:tracePt t="126030" x="9288463" y="3641725"/>
          <p14:tracePt t="126037" x="9388475" y="3616325"/>
          <p14:tracePt t="126046" x="9475788" y="3567113"/>
          <p14:tracePt t="126053" x="9563100" y="3567113"/>
          <p14:tracePt t="126062" x="9588500" y="3554413"/>
          <p14:tracePt t="126069" x="9650413" y="3516313"/>
          <p14:tracePt t="126079" x="9675813" y="3503613"/>
          <p14:tracePt t="126086" x="9688513" y="3503613"/>
          <p14:tracePt t="126094" x="9726613" y="3479800"/>
          <p14:tracePt t="126342" x="9739313" y="3479800"/>
          <p14:tracePt t="126598" x="9763125" y="3479800"/>
          <p14:tracePt t="126630" x="9775825" y="3479800"/>
          <p14:tracePt t="126686" x="9775825" y="3467100"/>
          <p14:tracePt t="127502" x="9801225" y="3467100"/>
          <p14:tracePt t="127509" x="9813925" y="3467100"/>
          <p14:tracePt t="127518" x="9839325" y="3467100"/>
          <p14:tracePt t="128942" x="9826625" y="3467100"/>
          <p14:tracePt t="128958" x="9813925" y="3467100"/>
          <p14:tracePt t="129134" x="9852025" y="3467100"/>
          <p14:tracePt t="129142" x="10252075" y="3278188"/>
          <p14:tracePt t="129150" x="10677525" y="3041650"/>
          <p14:tracePt t="129157" x="11215688" y="2728913"/>
          <p14:tracePt t="129166" x="11728450" y="2365375"/>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Entropy</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64404" y="105672"/>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15037" y="1692323"/>
            <a:ext cx="1675459" cy="400110"/>
          </a:xfrm>
          <a:prstGeom prst="rect">
            <a:avLst/>
          </a:prstGeom>
          <a:noFill/>
        </p:spPr>
        <p:txBody>
          <a:bodyPr wrap="none" rtlCol="0">
            <a:spAutoFit/>
          </a:bodyPr>
          <a:lstStyle/>
          <a:p>
            <a:pPr marL="342900" indent="-342900">
              <a:buFont typeface="Courier New" panose="02070309020205020404" pitchFamily="49" charset="0"/>
              <a:buChar char="o"/>
            </a:pPr>
            <a:r>
              <a:rPr lang="en-US" sz="2000" b="1" dirty="0">
                <a:solidFill>
                  <a:srgbClr val="FF0000"/>
                </a:solidFill>
                <a:latin typeface="Times New Roman" panose="02020603050405020304" pitchFamily="18" charset="0"/>
                <a:cs typeface="Times New Roman" panose="02020603050405020304" pitchFamily="18" charset="0"/>
              </a:rPr>
              <a:t>Definition</a:t>
            </a:r>
            <a:r>
              <a:rPr lang="en-US" dirty="0">
                <a:solidFill>
                  <a:srgbClr val="FF0000"/>
                </a:solidFill>
              </a:rPr>
              <a:t>:</a:t>
            </a:r>
          </a:p>
        </p:txBody>
      </p:sp>
      <p:sp>
        <p:nvSpPr>
          <p:cNvPr id="7" name="TextBox 6"/>
          <p:cNvSpPr txBox="1"/>
          <p:nvPr/>
        </p:nvSpPr>
        <p:spPr>
          <a:xfrm>
            <a:off x="1790496" y="1621983"/>
            <a:ext cx="10082636" cy="873572"/>
          </a:xfrm>
          <a:prstGeom prst="rect">
            <a:avLst/>
          </a:prstGeom>
          <a:noFill/>
        </p:spPr>
        <p:txBody>
          <a:bodyPr wrap="square" rtlCol="0">
            <a:spAutoFit/>
          </a:bodyPr>
          <a:lstStyle/>
          <a:p>
            <a:pPr>
              <a:lnSpc>
                <a:spcPct val="150000"/>
              </a:lnSpc>
            </a:pPr>
            <a:r>
              <a:rPr lang="en-US" dirty="0">
                <a:solidFill>
                  <a:srgbClr val="0070C0"/>
                </a:solidFill>
                <a:latin typeface="Times New Roman" panose="02020603050405020304" pitchFamily="18" charset="0"/>
                <a:cs typeface="Times New Roman" panose="02020603050405020304" pitchFamily="18" charset="0"/>
              </a:rPr>
              <a:t>It is a thermodynamic function of the state of the system or property. </a:t>
            </a:r>
            <a:r>
              <a:rPr lang="en-US" dirty="0">
                <a:solidFill>
                  <a:srgbClr val="7030A0"/>
                </a:solidFill>
                <a:latin typeface="Times New Roman" panose="02020603050405020304" pitchFamily="18" charset="0"/>
                <a:cs typeface="Times New Roman" panose="02020603050405020304" pitchFamily="18" charset="0"/>
              </a:rPr>
              <a:t>It can be interpreted as the amount of order or disorder of the system.</a:t>
            </a:r>
          </a:p>
        </p:txBody>
      </p:sp>
      <p:sp>
        <p:nvSpPr>
          <p:cNvPr id="10" name="TextBox 9"/>
          <p:cNvSpPr txBox="1"/>
          <p:nvPr/>
        </p:nvSpPr>
        <p:spPr>
          <a:xfrm>
            <a:off x="115037" y="2822109"/>
            <a:ext cx="2613408" cy="400110"/>
          </a:xfrm>
          <a:prstGeom prst="rect">
            <a:avLst/>
          </a:prstGeom>
          <a:noFill/>
        </p:spPr>
        <p:txBody>
          <a:bodyPr wrap="none" rtlCol="0">
            <a:spAutoFit/>
          </a:bodyPr>
          <a:lstStyle/>
          <a:p>
            <a:pPr marL="342900" indent="-342900">
              <a:buFont typeface="Courier New" panose="02070309020205020404" pitchFamily="49" charset="0"/>
              <a:buChar char="o"/>
            </a:pPr>
            <a:r>
              <a:rPr lang="en-US" sz="2000" b="1" dirty="0">
                <a:solidFill>
                  <a:srgbClr val="FF0000"/>
                </a:solidFill>
                <a:latin typeface="Times New Roman" panose="02020603050405020304" pitchFamily="18" charset="0"/>
                <a:cs typeface="Times New Roman" panose="02020603050405020304" pitchFamily="18" charset="0"/>
              </a:rPr>
              <a:t>Change in entropy</a:t>
            </a:r>
            <a:r>
              <a:rPr lang="en-US" dirty="0">
                <a:solidFill>
                  <a:srgbClr val="FF0000"/>
                </a:solidFill>
              </a:rPr>
              <a:t>:</a:t>
            </a:r>
          </a:p>
        </p:txBody>
      </p:sp>
      <mc:AlternateContent xmlns:mc="http://schemas.openxmlformats.org/markup-compatibility/2006" xmlns:a14="http://schemas.microsoft.com/office/drawing/2010/main">
        <mc:Choice Requires="a14">
          <p:sp>
            <p:nvSpPr>
              <p:cNvPr id="8" name="TextBox 7"/>
              <p:cNvSpPr txBox="1"/>
              <p:nvPr/>
            </p:nvSpPr>
            <p:spPr>
              <a:xfrm>
                <a:off x="2606422" y="2852398"/>
                <a:ext cx="9266710" cy="646331"/>
              </a:xfrm>
              <a:prstGeom prst="rect">
                <a:avLst/>
              </a:prstGeom>
              <a:noFill/>
            </p:spPr>
            <p:txBody>
              <a:bodyPr wrap="square" rtlCol="0">
                <a:spAutoFit/>
              </a:bodyPr>
              <a:lstStyle/>
              <a:p>
                <a:r>
                  <a:rPr lang="en-US" dirty="0">
                    <a:solidFill>
                      <a:srgbClr val="00B050"/>
                    </a:solidFill>
                    <a:latin typeface="Times New Roman" panose="02020603050405020304" pitchFamily="18" charset="0"/>
                    <a:cs typeface="Times New Roman" panose="02020603050405020304" pitchFamily="18" charset="0"/>
                  </a:rPr>
                  <a:t>The change in entropy </a:t>
                </a:r>
                <a14:m>
                  <m:oMath xmlns:m="http://schemas.openxmlformats.org/officeDocument/2006/math">
                    <m:r>
                      <a:rPr lang="en-US" i="0" smtClean="0">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b="0" i="0" smtClean="0">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S</m:t>
                    </m:r>
                  </m:oMath>
                </a14:m>
                <a:r>
                  <a:rPr lang="en-US" dirty="0">
                    <a:solidFill>
                      <a:srgbClr val="00B050"/>
                    </a:solidFill>
                    <a:latin typeface="Times New Roman" panose="02020603050405020304" pitchFamily="18" charset="0"/>
                    <a:cs typeface="Times New Roman" panose="02020603050405020304" pitchFamily="18" charset="0"/>
                  </a:rPr>
                  <a:t> of a system when an amount of thermal energy Q is added to a system by a reversible process at constant absolute temperature T is given by</a:t>
                </a:r>
              </a:p>
            </p:txBody>
          </p:sp>
        </mc:Choice>
        <mc:Fallback xmlns="">
          <p:sp>
            <p:nvSpPr>
              <p:cNvPr id="8" name="TextBox 7"/>
              <p:cNvSpPr txBox="1">
                <a:spLocks noRot="1" noChangeAspect="1" noMove="1" noResize="1" noEditPoints="1" noAdjustHandles="1" noChangeArrowheads="1" noChangeShapeType="1" noTextEdit="1"/>
              </p:cNvSpPr>
              <p:nvPr/>
            </p:nvSpPr>
            <p:spPr>
              <a:xfrm>
                <a:off x="2606422" y="2852398"/>
                <a:ext cx="9266710" cy="646331"/>
              </a:xfrm>
              <a:prstGeom prst="rect">
                <a:avLst/>
              </a:prstGeom>
              <a:blipFill rotWithShape="0">
                <a:blip r:embed="rId7"/>
                <a:stretch>
                  <a:fillRect l="-592" t="-5660"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5931983" y="3638229"/>
                <a:ext cx="1120627" cy="6685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𝐒</m:t>
                      </m:r>
                      <m:r>
                        <a:rPr lang="en-US" sz="2000" b="1" i="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f>
                        <m:fPr>
                          <m:ctrlPr>
                            <a:rPr lang="en-US"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𝑸</m:t>
                          </m:r>
                        </m:num>
                        <m:den>
                          <m:r>
                            <a:rPr lang="en-US"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𝑻</m:t>
                          </m:r>
                        </m:den>
                      </m:f>
                    </m:oMath>
                  </m:oMathPara>
                </a14:m>
                <a:endParaRPr lang="en-US" sz="2000" b="1" dirty="0"/>
              </a:p>
            </p:txBody>
          </p:sp>
        </mc:Choice>
        <mc:Fallback xmlns="">
          <p:sp>
            <p:nvSpPr>
              <p:cNvPr id="9" name="Rectangle 8"/>
              <p:cNvSpPr>
                <a:spLocks noRot="1" noChangeAspect="1" noMove="1" noResize="1" noEditPoints="1" noAdjustHandles="1" noChangeArrowheads="1" noChangeShapeType="1" noTextEdit="1"/>
              </p:cNvSpPr>
              <p:nvPr/>
            </p:nvSpPr>
            <p:spPr>
              <a:xfrm>
                <a:off x="5931983" y="3638229"/>
                <a:ext cx="1120627" cy="668516"/>
              </a:xfrm>
              <a:prstGeom prst="rect">
                <a:avLst/>
              </a:prstGeom>
              <a:blipFill rotWithShape="0">
                <a:blip r:embed="rId8"/>
                <a:stretch>
                  <a:fillRect/>
                </a:stretch>
              </a:blipFill>
            </p:spPr>
            <p:txBody>
              <a:bodyPr/>
              <a:lstStyle/>
              <a:p>
                <a:r>
                  <a:rPr lang="en-US">
                    <a:noFill/>
                  </a:rPr>
                  <a:t> </a:t>
                </a:r>
              </a:p>
            </p:txBody>
          </p:sp>
        </mc:Fallback>
      </mc:AlternateContent>
      <p:sp>
        <p:nvSpPr>
          <p:cNvPr id="15" name="TextBox 14"/>
          <p:cNvSpPr txBox="1"/>
          <p:nvPr/>
        </p:nvSpPr>
        <p:spPr>
          <a:xfrm>
            <a:off x="129105" y="4330449"/>
            <a:ext cx="1548822" cy="400110"/>
          </a:xfrm>
          <a:prstGeom prst="rect">
            <a:avLst/>
          </a:prstGeom>
          <a:noFill/>
        </p:spPr>
        <p:txBody>
          <a:bodyPr wrap="none" rtlCol="0">
            <a:spAutoFit/>
          </a:bodyPr>
          <a:lstStyle/>
          <a:p>
            <a:pPr marL="342900" indent="-342900">
              <a:buFont typeface="Courier New" panose="02070309020205020404" pitchFamily="49" charset="0"/>
              <a:buChar char="o"/>
            </a:pPr>
            <a:r>
              <a:rPr lang="en-US" sz="2000" b="1" dirty="0">
                <a:solidFill>
                  <a:srgbClr val="FF0000"/>
                </a:solidFill>
                <a:latin typeface="Times New Roman" panose="02020603050405020304" pitchFamily="18" charset="0"/>
                <a:cs typeface="Times New Roman" panose="02020603050405020304" pitchFamily="18" charset="0"/>
              </a:rPr>
              <a:t>Example</a:t>
            </a:r>
            <a:r>
              <a:rPr lang="en-US" dirty="0">
                <a:solidFill>
                  <a:srgbClr val="FF0000"/>
                </a:solidFill>
              </a:rPr>
              <a:t>:</a:t>
            </a:r>
          </a:p>
        </p:txBody>
      </p:sp>
      <p:sp>
        <p:nvSpPr>
          <p:cNvPr id="16" name="TextBox 15"/>
          <p:cNvSpPr txBox="1"/>
          <p:nvPr/>
        </p:nvSpPr>
        <p:spPr>
          <a:xfrm>
            <a:off x="1677927" y="4330449"/>
            <a:ext cx="3724067" cy="1477328"/>
          </a:xfrm>
          <a:prstGeom prst="rect">
            <a:avLst/>
          </a:prstGeom>
          <a:noFill/>
        </p:spPr>
        <p:txBody>
          <a:bodyPr wrap="square" rtlCol="0">
            <a:spAutoFit/>
          </a:bodyPr>
          <a:lstStyle/>
          <a:p>
            <a:r>
              <a:rPr lang="en-US" dirty="0">
                <a:solidFill>
                  <a:srgbClr val="002060"/>
                </a:solidFill>
                <a:latin typeface="Times New Roman" panose="02020603050405020304" pitchFamily="18" charset="0"/>
                <a:cs typeface="Times New Roman" panose="02020603050405020304" pitchFamily="18" charset="0"/>
              </a:rPr>
              <a:t>A heat engine removes 100 J each cycle from a heat reservoir at 400 K and exhausts 85 J of thermal energy to a reservoir at 300 K. Compute the change in entropy for each reservoir.</a:t>
            </a:r>
          </a:p>
        </p:txBody>
      </p:sp>
      <p:pic>
        <p:nvPicPr>
          <p:cNvPr id="13" name="Picture 12"/>
          <p:cNvPicPr>
            <a:picLocks noChangeAspect="1"/>
          </p:cNvPicPr>
          <p:nvPr/>
        </p:nvPicPr>
        <p:blipFill rotWithShape="1">
          <a:blip r:embed="rId9">
            <a:extLst>
              <a:ext uri="{28A0092B-C50C-407E-A947-70E740481C1C}">
                <a14:useLocalDpi xmlns:a14="http://schemas.microsoft.com/office/drawing/2010/main" val="0"/>
              </a:ext>
            </a:extLst>
          </a:blip>
          <a:srcRect t="12219" b="38138"/>
          <a:stretch/>
        </p:blipFill>
        <p:spPr>
          <a:xfrm>
            <a:off x="6199269" y="4786450"/>
            <a:ext cx="5486400" cy="1209821"/>
          </a:xfrm>
          <a:prstGeom prst="rect">
            <a:avLst/>
          </a:prstGeom>
        </p:spPr>
      </p:pic>
      <p:sp>
        <p:nvSpPr>
          <p:cNvPr id="18" name="TextBox 17"/>
          <p:cNvSpPr txBox="1"/>
          <p:nvPr/>
        </p:nvSpPr>
        <p:spPr>
          <a:xfrm>
            <a:off x="5741613" y="4354695"/>
            <a:ext cx="1491114" cy="400110"/>
          </a:xfrm>
          <a:prstGeom prst="rect">
            <a:avLst/>
          </a:prstGeom>
          <a:noFill/>
        </p:spPr>
        <p:txBody>
          <a:bodyPr wrap="none" rtlCol="0">
            <a:spAutoFit/>
          </a:bodyPr>
          <a:lstStyle/>
          <a:p>
            <a:pPr marL="342900" indent="-342900">
              <a:buFont typeface="Courier New" panose="02070309020205020404" pitchFamily="49" charset="0"/>
              <a:buChar char="o"/>
            </a:pPr>
            <a:r>
              <a:rPr lang="en-US" sz="2000" b="1" dirty="0">
                <a:solidFill>
                  <a:srgbClr val="FF0000"/>
                </a:solidFill>
                <a:latin typeface="Times New Roman" panose="02020603050405020304" pitchFamily="18" charset="0"/>
                <a:cs typeface="Times New Roman" panose="02020603050405020304" pitchFamily="18" charset="0"/>
              </a:rPr>
              <a:t>Solution</a:t>
            </a:r>
            <a:r>
              <a:rPr lang="en-US" dirty="0">
                <a:solidFill>
                  <a:srgbClr val="FF0000"/>
                </a:solidFill>
              </a:rPr>
              <a:t>:</a:t>
            </a:r>
          </a:p>
        </p:txBody>
      </p:sp>
      <p:sp>
        <p:nvSpPr>
          <p:cNvPr id="20" name="TextBox 19"/>
          <p:cNvSpPr txBox="1"/>
          <p:nvPr/>
        </p:nvSpPr>
        <p:spPr>
          <a:xfrm>
            <a:off x="6199269" y="6042526"/>
            <a:ext cx="5870811" cy="646331"/>
          </a:xfrm>
          <a:prstGeom prst="rect">
            <a:avLst/>
          </a:prstGeom>
          <a:noFill/>
        </p:spPr>
        <p:txBody>
          <a:bodyPr wrap="square" rtlCol="0">
            <a:spAutoFit/>
          </a:bodyPr>
          <a:lstStyle/>
          <a:p>
            <a:pPr algn="just"/>
            <a:r>
              <a:rPr lang="en-US" b="1" dirty="0">
                <a:solidFill>
                  <a:srgbClr val="C00000"/>
                </a:solidFill>
                <a:latin typeface="Times New Roman" panose="02020603050405020304" pitchFamily="18" charset="0"/>
                <a:cs typeface="Times New Roman" panose="02020603050405020304" pitchFamily="18" charset="0"/>
              </a:rPr>
              <a:t>Therefore, the increase in entropy of the cold reservoir is greater than the decrease for the hot reservoir.</a:t>
            </a:r>
          </a:p>
        </p:txBody>
      </p:sp>
    </p:spTree>
    <p:custDataLst>
      <p:tags r:id="rId1"/>
    </p:custDataLst>
    <p:extLst>
      <p:ext uri="{BB962C8B-B14F-4D97-AF65-F5344CB8AC3E}">
        <p14:creationId xmlns:p14="http://schemas.microsoft.com/office/powerpoint/2010/main" val="2255589350"/>
      </p:ext>
    </p:extLst>
  </p:cSld>
  <p:clrMapOvr>
    <a:masterClrMapping/>
  </p:clrMapOvr>
  <mc:AlternateContent xmlns:mc="http://schemas.openxmlformats.org/markup-compatibility/2006" xmlns:p14="http://schemas.microsoft.com/office/powerpoint/2010/main">
    <mc:Choice Requires="p14">
      <p:transition p14:dur="10" advTm="196670"/>
    </mc:Choice>
    <mc:Fallback xmlns="">
      <p:transition advTm="19667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par>
                                <p:cTn id="37" presetID="10"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0" grpId="0"/>
      <p:bldP spid="8" grpId="0"/>
      <p:bldP spid="9" grpId="0"/>
      <p:bldP spid="15" grpId="0"/>
      <p:bldP spid="16" grpId="0"/>
      <p:bldP spid="18" grpId="0"/>
      <p:bldP spid="20" grpId="0"/>
    </p:bldLst>
  </p:timing>
  <p:extLst>
    <p:ext uri="{3A86A75C-4F4B-4683-9AE1-C65F6400EC91}">
      <p14:laserTraceLst xmlns:p14="http://schemas.microsoft.com/office/powerpoint/2010/main">
        <p14:tracePtLst>
          <p14:tracePt t="1752" x="5557838" y="3128963"/>
          <p14:tracePt t="1760" x="5657850" y="3341688"/>
          <p14:tracePt t="1768" x="5657850" y="3367088"/>
          <p14:tracePt t="1776" x="5657850" y="3416300"/>
          <p14:tracePt t="1784" x="5645150" y="3467100"/>
          <p14:tracePt t="1792" x="5557838" y="3490913"/>
          <p14:tracePt t="1800" x="5432425" y="3541713"/>
          <p14:tracePt t="1808" x="5270500" y="3554413"/>
          <p14:tracePt t="1816" x="5045075" y="3554413"/>
          <p14:tracePt t="1824" x="4794250" y="3554413"/>
          <p14:tracePt t="1832" x="4343400" y="3503613"/>
          <p14:tracePt t="1840" x="4056063" y="3403600"/>
          <p14:tracePt t="1849" x="3717925" y="3278188"/>
          <p14:tracePt t="1856" x="3392488" y="3116263"/>
          <p14:tracePt t="1865" x="3116263" y="2941638"/>
          <p14:tracePt t="1872" x="2903538" y="2765425"/>
          <p14:tracePt t="1880" x="2716213" y="2590800"/>
          <p14:tracePt t="1888" x="2603500" y="2465388"/>
          <p14:tracePt t="1896" x="2541588" y="2339975"/>
          <p14:tracePt t="1904" x="2503488" y="2227263"/>
          <p14:tracePt t="1912" x="2465388" y="2101850"/>
          <p14:tracePt t="1920" x="2441575" y="2027238"/>
          <p14:tracePt t="1929" x="2428875" y="1952625"/>
          <p14:tracePt t="1936" x="2390775" y="1876425"/>
          <p14:tracePt t="1944" x="2365375" y="1814513"/>
          <p14:tracePt t="1962" x="2303463" y="1727200"/>
          <p14:tracePt t="1968" x="2228850" y="1676400"/>
          <p14:tracePt t="1977" x="2152650" y="1627188"/>
          <p14:tracePt t="1984" x="2103438" y="1627188"/>
          <p14:tracePt t="1992" x="2014538" y="1563688"/>
          <p14:tracePt t="2000" x="1939925" y="1539875"/>
          <p14:tracePt t="2008" x="1852613" y="1489075"/>
          <p14:tracePt t="2016" x="1739900" y="1439863"/>
          <p14:tracePt t="2024" x="1639888" y="1376363"/>
          <p14:tracePt t="2033" x="1514475" y="1301750"/>
          <p14:tracePt t="2040" x="1376363" y="1250950"/>
          <p14:tracePt t="2049" x="1276350" y="1238250"/>
          <p14:tracePt t="2056" x="1163638" y="1214438"/>
          <p14:tracePt t="2064" x="1063625" y="1189038"/>
          <p14:tracePt t="2072" x="976313" y="1176338"/>
          <p14:tracePt t="2080" x="901700" y="1176338"/>
          <p14:tracePt t="2088" x="814388" y="1176338"/>
          <p14:tracePt t="2096" x="738188" y="1176338"/>
          <p14:tracePt t="2104" x="638175" y="1176338"/>
          <p14:tracePt t="2112" x="576263" y="1176338"/>
          <p14:tracePt t="2120" x="488950" y="1176338"/>
          <p14:tracePt t="2128" x="400050" y="1189038"/>
          <p14:tracePt t="2136" x="312738" y="1214438"/>
          <p14:tracePt t="2144" x="225425" y="1238250"/>
          <p14:tracePt t="2152" x="150813" y="1263650"/>
          <p14:tracePt t="2161" x="100013" y="1301750"/>
          <p14:tracePt t="2168" x="38100" y="1327150"/>
          <p14:tracePt t="2176" x="25400" y="1350963"/>
          <p14:tracePt t="2184" x="25400" y="1363663"/>
          <p14:tracePt t="2192" x="12700" y="1389063"/>
          <p14:tracePt t="2200" x="12700" y="1427163"/>
          <p14:tracePt t="2208" x="12700" y="1439863"/>
          <p14:tracePt t="2217" x="12700" y="1476375"/>
          <p14:tracePt t="2224" x="38100" y="1489075"/>
          <p14:tracePt t="2233" x="125413" y="1514475"/>
          <p14:tracePt t="2240" x="238125" y="1514475"/>
          <p14:tracePt t="2248" x="412750" y="1514475"/>
          <p14:tracePt t="2256" x="576263" y="1514475"/>
          <p14:tracePt t="2264" x="750888" y="1514475"/>
          <p14:tracePt t="2272" x="925513" y="1450975"/>
          <p14:tracePt t="2280" x="1089025" y="1389063"/>
          <p14:tracePt t="2288" x="1239838" y="1301750"/>
          <p14:tracePt t="2296" x="1389063" y="1201738"/>
          <p14:tracePt t="2304" x="1489075" y="1138238"/>
          <p14:tracePt t="2312" x="1552575" y="1076325"/>
          <p14:tracePt t="2320" x="1565275" y="1014413"/>
          <p14:tracePt t="2328" x="1565275" y="976313"/>
          <p14:tracePt t="2336" x="1565275" y="950913"/>
          <p14:tracePt t="2345" x="1565275" y="901700"/>
          <p14:tracePt t="2352" x="1539875" y="850900"/>
          <p14:tracePt t="2360" x="1465263" y="801688"/>
          <p14:tracePt t="2368" x="1389063" y="750888"/>
          <p14:tracePt t="2376" x="1301750" y="725488"/>
          <p14:tracePt t="2384" x="1214438" y="688975"/>
          <p14:tracePt t="2392" x="1127125" y="676275"/>
          <p14:tracePt t="2400" x="1038225" y="663575"/>
          <p14:tracePt t="2408" x="989013" y="663575"/>
          <p14:tracePt t="2417" x="925513" y="663575"/>
          <p14:tracePt t="2424" x="825500" y="663575"/>
          <p14:tracePt t="2433" x="750888" y="663575"/>
          <p14:tracePt t="2440" x="663575" y="712788"/>
          <p14:tracePt t="2448" x="563563" y="776288"/>
          <p14:tracePt t="2456" x="512763" y="825500"/>
          <p14:tracePt t="2464" x="450850" y="889000"/>
          <p14:tracePt t="2472" x="387350" y="963613"/>
          <p14:tracePt t="2481" x="363538" y="1014413"/>
          <p14:tracePt t="2488" x="350838" y="1089025"/>
          <p14:tracePt t="2496" x="350838" y="1138238"/>
          <p14:tracePt t="2504" x="350838" y="1150938"/>
          <p14:tracePt t="2512" x="350838" y="1189038"/>
          <p14:tracePt t="2520" x="376238" y="1227138"/>
          <p14:tracePt t="2529" x="438150" y="1250950"/>
          <p14:tracePt t="2536" x="488950" y="1263650"/>
          <p14:tracePt t="2544" x="563563" y="1301750"/>
          <p14:tracePt t="2552" x="701675" y="1327150"/>
          <p14:tracePt t="2560" x="901700" y="1327150"/>
          <p14:tracePt t="2568" x="1101725" y="1327150"/>
          <p14:tracePt t="2576" x="1514475" y="1327150"/>
          <p14:tracePt t="2584" x="1814513" y="1263650"/>
          <p14:tracePt t="2592" x="2152650" y="1163638"/>
          <p14:tracePt t="2601" x="2416175" y="1063625"/>
          <p14:tracePt t="2608" x="2578100" y="950913"/>
          <p14:tracePt t="2617" x="2690813" y="889000"/>
          <p14:tracePt t="2624" x="2703513" y="850900"/>
          <p14:tracePt t="2632" x="2703513" y="812800"/>
          <p14:tracePt t="2640" x="2703513" y="788988"/>
          <p14:tracePt t="2648" x="2667000" y="738188"/>
          <p14:tracePt t="2656" x="2554288" y="712788"/>
          <p14:tracePt t="2664" x="2390775" y="650875"/>
          <p14:tracePt t="2672" x="2127250" y="625475"/>
          <p14:tracePt t="2680" x="1814513" y="588963"/>
          <p14:tracePt t="2688" x="1501775" y="588963"/>
          <p14:tracePt t="2696" x="1227138" y="588963"/>
          <p14:tracePt t="2704" x="925513" y="588963"/>
          <p14:tracePt t="2713" x="738188" y="588963"/>
          <p14:tracePt t="2720" x="538163" y="650875"/>
          <p14:tracePt t="2728" x="425450" y="700088"/>
          <p14:tracePt t="2736" x="312738" y="776288"/>
          <p14:tracePt t="2744" x="263525" y="876300"/>
          <p14:tracePt t="2752" x="263525" y="950913"/>
          <p14:tracePt t="2760" x="263525" y="1025525"/>
          <p14:tracePt t="2768" x="287338" y="1114425"/>
          <p14:tracePt t="2776" x="363538" y="1176338"/>
          <p14:tracePt t="2785" x="488950" y="1250950"/>
          <p14:tracePt t="2792" x="625475" y="1301750"/>
          <p14:tracePt t="2801" x="776288" y="1327150"/>
          <p14:tracePt t="2808" x="914400" y="1327150"/>
          <p14:tracePt t="2816" x="1014413" y="1327150"/>
          <p14:tracePt t="2824" x="1139825" y="1301750"/>
          <p14:tracePt t="2832" x="1239838" y="1250950"/>
          <p14:tracePt t="2840" x="1327150" y="1150938"/>
          <p14:tracePt t="2848" x="1401763" y="1076325"/>
          <p14:tracePt t="2856" x="1452563" y="976313"/>
          <p14:tracePt t="2864" x="1501775" y="838200"/>
          <p14:tracePt t="2872" x="1501775" y="750888"/>
          <p14:tracePt t="2880" x="1501775" y="700088"/>
          <p14:tracePt t="2888" x="1501775" y="612775"/>
          <p14:tracePt t="2897" x="1501775" y="600075"/>
          <p14:tracePt t="2904" x="1501775" y="576263"/>
          <p14:tracePt t="2913" x="1476375" y="550863"/>
          <p14:tracePt t="2920" x="1452563" y="550863"/>
          <p14:tracePt t="2928" x="1401763" y="550863"/>
          <p14:tracePt t="2947" x="1239838" y="550863"/>
          <p14:tracePt t="2952" x="1127125" y="563563"/>
          <p14:tracePt t="2960" x="1027113" y="638175"/>
          <p14:tracePt t="2969" x="950913" y="700088"/>
          <p14:tracePt t="2976" x="889000" y="738188"/>
          <p14:tracePt t="2985" x="825500" y="801688"/>
          <p14:tracePt t="2992" x="814388" y="863600"/>
          <p14:tracePt t="3000" x="801688" y="901700"/>
          <p14:tracePt t="3008" x="801688" y="950913"/>
          <p14:tracePt t="3016" x="801688" y="976313"/>
          <p14:tracePt t="3024" x="801688" y="1014413"/>
          <p14:tracePt t="3032" x="814388" y="1050925"/>
          <p14:tracePt t="3040" x="838200" y="1089025"/>
          <p14:tracePt t="3048" x="876300" y="1101725"/>
          <p14:tracePt t="3056" x="914400" y="1125538"/>
          <p14:tracePt t="3064" x="925513" y="1125538"/>
          <p14:tracePt t="3072" x="938213" y="1125538"/>
          <p14:tracePt t="3081" x="963613" y="1138238"/>
          <p14:tracePt t="3272" x="963613" y="1150938"/>
          <p14:tracePt t="3280" x="976313" y="1150938"/>
          <p14:tracePt t="3297" x="989013" y="1150938"/>
          <p14:tracePt t="3304" x="1001713" y="1150938"/>
          <p14:tracePt t="3320" x="1014413" y="1150938"/>
          <p14:tracePt t="3328" x="1027113" y="1150938"/>
          <p14:tracePt t="3344" x="1050925" y="1150938"/>
          <p14:tracePt t="3353" x="1089025" y="1150938"/>
          <p14:tracePt t="3360" x="1127125" y="1163638"/>
          <p14:tracePt t="3369" x="1163638" y="1163638"/>
          <p14:tracePt t="3376" x="1189038" y="1176338"/>
          <p14:tracePt t="3384" x="1227138" y="1176338"/>
          <p14:tracePt t="3392" x="1263650" y="1176338"/>
          <p14:tracePt t="3400" x="1314450" y="1201738"/>
          <p14:tracePt t="3408" x="1339850" y="1201738"/>
          <p14:tracePt t="3416" x="1376363" y="1201738"/>
          <p14:tracePt t="3424" x="1414463" y="1201738"/>
          <p14:tracePt t="3432" x="1452563" y="1201738"/>
          <p14:tracePt t="3440" x="1489075" y="1201738"/>
          <p14:tracePt t="3448" x="1527175" y="1214438"/>
          <p14:tracePt t="3456" x="1565275" y="1214438"/>
          <p14:tracePt t="3465" x="1601788" y="1227138"/>
          <p14:tracePt t="3472" x="1652588" y="1227138"/>
          <p14:tracePt t="3480" x="1689100" y="1250950"/>
          <p14:tracePt t="3488" x="1701800" y="1250950"/>
          <p14:tracePt t="3496" x="1752600" y="1250950"/>
          <p14:tracePt t="3504" x="1790700" y="1250950"/>
          <p14:tracePt t="3512" x="1814513" y="1250950"/>
          <p14:tracePt t="3520" x="1852613" y="1263650"/>
          <p14:tracePt t="3528" x="1865313" y="1263650"/>
          <p14:tracePt t="3537" x="1890713" y="1263650"/>
          <p14:tracePt t="3544" x="1903413" y="1263650"/>
          <p14:tracePt t="3553" x="1927225" y="1263650"/>
          <p14:tracePt t="3560" x="1939925" y="1276350"/>
          <p14:tracePt t="3568" x="1965325" y="1276350"/>
          <p14:tracePt t="3576" x="2003425" y="1289050"/>
          <p14:tracePt t="3584" x="2027238" y="1289050"/>
          <p14:tracePt t="3592" x="2065338" y="1289050"/>
          <p14:tracePt t="3600" x="2078038" y="1301750"/>
          <p14:tracePt t="3608" x="2127250" y="1301750"/>
          <p14:tracePt t="3616" x="2165350" y="1314450"/>
          <p14:tracePt t="3624" x="2190750" y="1314450"/>
          <p14:tracePt t="3632" x="2216150" y="1314450"/>
          <p14:tracePt t="3656" x="2228850" y="1314450"/>
          <p14:tracePt t="3696" x="2239963" y="1314450"/>
          <p14:tracePt t="3888" x="2252663" y="1314450"/>
          <p14:tracePt t="4104" x="2265363" y="1327150"/>
          <p14:tracePt t="4121" x="2265363" y="1339850"/>
          <p14:tracePt t="4144" x="2265363" y="1350963"/>
          <p14:tracePt t="4152" x="2278063" y="1350963"/>
          <p14:tracePt t="4241" x="2303463" y="1363663"/>
          <p14:tracePt t="4256" x="2303463" y="1376363"/>
          <p14:tracePt t="4289" x="2316163" y="1376363"/>
          <p14:tracePt t="4352" x="2328863" y="1376363"/>
          <p14:tracePt t="4360" x="2328863" y="1389063"/>
          <p14:tracePt t="4376" x="2328863" y="1401763"/>
          <p14:tracePt t="4392" x="2328863" y="1414463"/>
          <p14:tracePt t="4408" x="2328863" y="1439863"/>
          <p14:tracePt t="4417" x="2328863" y="1450975"/>
          <p14:tracePt t="4424" x="2328863" y="1463675"/>
          <p14:tracePt t="4432" x="2328863" y="1489075"/>
          <p14:tracePt t="4440" x="2328863" y="1501775"/>
          <p14:tracePt t="4448" x="2316163" y="1539875"/>
          <p14:tracePt t="4464" x="2278063" y="1589088"/>
          <p14:tracePt t="4473" x="2278063" y="1601788"/>
          <p14:tracePt t="4480" x="2252663" y="1627188"/>
          <p14:tracePt t="4489" x="2239963" y="1639888"/>
          <p14:tracePt t="4496" x="2203450" y="1676400"/>
          <p14:tracePt t="4504" x="2190750" y="1701800"/>
          <p14:tracePt t="4512" x="2127250" y="1714500"/>
          <p14:tracePt t="4520" x="2065338" y="1739900"/>
          <p14:tracePt t="4528" x="1978025" y="1752600"/>
          <p14:tracePt t="4536" x="1914525" y="1752600"/>
          <p14:tracePt t="4544" x="1827213" y="1765300"/>
          <p14:tracePt t="4552" x="1765300" y="1765300"/>
          <p14:tracePt t="4560" x="1701800" y="1765300"/>
          <p14:tracePt t="4568" x="1652588" y="1765300"/>
          <p14:tracePt t="4576" x="1601788" y="1765300"/>
          <p14:tracePt t="4585" x="1565275" y="1739900"/>
          <p14:tracePt t="4592" x="1514475" y="1689100"/>
          <p14:tracePt t="4601" x="1489075" y="1676400"/>
          <p14:tracePt t="4608" x="1439863" y="1639888"/>
          <p14:tracePt t="4616" x="1427163" y="1627188"/>
          <p14:tracePt t="4624" x="1389063" y="1589088"/>
          <p14:tracePt t="4632" x="1363663" y="1576388"/>
          <p14:tracePt t="4640" x="1352550" y="1563688"/>
          <p14:tracePt t="4648" x="1327150" y="1552575"/>
          <p14:tracePt t="4657" x="1301750" y="1539875"/>
          <p14:tracePt t="4673" x="1289050" y="1539875"/>
          <p14:tracePt t="4680" x="1263650" y="1539875"/>
          <p14:tracePt t="4688" x="1227138" y="1539875"/>
          <p14:tracePt t="4696" x="1201738" y="1539875"/>
          <p14:tracePt t="4704" x="1150938" y="1552575"/>
          <p14:tracePt t="4712" x="1101725" y="1589088"/>
          <p14:tracePt t="4720" x="1063625" y="1689100"/>
          <p14:tracePt t="4728" x="1038225" y="1739900"/>
          <p14:tracePt t="4736" x="1027113" y="1839913"/>
          <p14:tracePt t="4744" x="1014413" y="1914525"/>
          <p14:tracePt t="4752" x="1014413" y="1978025"/>
          <p14:tracePt t="4760" x="1014413" y="2027238"/>
          <p14:tracePt t="4769" x="1014413" y="2065338"/>
          <p14:tracePt t="4776" x="1014413" y="2101850"/>
          <p14:tracePt t="4785" x="1027113" y="2114550"/>
          <p14:tracePt t="4792" x="1038225" y="2114550"/>
          <p14:tracePt t="4800" x="1076325" y="2114550"/>
          <p14:tracePt t="4808" x="1089025" y="2114550"/>
          <p14:tracePt t="4816" x="1127125" y="2114550"/>
          <p14:tracePt t="4824" x="1189038" y="2078038"/>
          <p14:tracePt t="4832" x="1239838" y="1965325"/>
          <p14:tracePt t="4840" x="1276350" y="1839913"/>
          <p14:tracePt t="4848" x="1301750" y="1739900"/>
          <p14:tracePt t="4857" x="1301750" y="1639888"/>
          <p14:tracePt t="4864" x="1314450" y="1514475"/>
          <p14:tracePt t="4872" x="1314450" y="1414463"/>
          <p14:tracePt t="4880" x="1314450" y="1350963"/>
          <p14:tracePt t="4888" x="1314450" y="1276350"/>
          <p14:tracePt t="4896" x="1314450" y="1227138"/>
          <p14:tracePt t="4904" x="1289050" y="1150938"/>
          <p14:tracePt t="4912" x="1252538" y="1101725"/>
          <p14:tracePt t="4920" x="1201738" y="1038225"/>
          <p14:tracePt t="4928" x="1139825" y="976313"/>
          <p14:tracePt t="4936" x="1050925" y="912813"/>
          <p14:tracePt t="4944" x="950913" y="876300"/>
          <p14:tracePt t="4952" x="901700" y="850900"/>
          <p14:tracePt t="4960" x="825500" y="825500"/>
          <p14:tracePt t="4969" x="801688" y="801688"/>
          <p14:tracePt t="4976" x="776288" y="801688"/>
          <p14:tracePt t="4984" x="750888" y="801688"/>
          <p14:tracePt t="4992" x="725488" y="801688"/>
          <p14:tracePt t="5000" x="701675" y="801688"/>
          <p14:tracePt t="5008" x="676275" y="801688"/>
          <p14:tracePt t="5016" x="650875" y="801688"/>
          <p14:tracePt t="5024" x="625475" y="825500"/>
          <p14:tracePt t="5032" x="576263" y="901700"/>
          <p14:tracePt t="5041" x="538163" y="976313"/>
          <p14:tracePt t="5048" x="512763" y="1050925"/>
          <p14:tracePt t="5056" x="476250" y="1125538"/>
          <p14:tracePt t="5064" x="450850" y="1163638"/>
          <p14:tracePt t="5072" x="438150" y="1201738"/>
          <p14:tracePt t="5080" x="438150" y="1227138"/>
          <p14:tracePt t="5088" x="438150" y="1250950"/>
          <p14:tracePt t="5096" x="438150" y="1263650"/>
          <p14:tracePt t="5104" x="438150" y="1276350"/>
          <p14:tracePt t="5112" x="438150" y="1289050"/>
          <p14:tracePt t="5128" x="450850" y="1314450"/>
          <p14:tracePt t="5137" x="463550" y="1314450"/>
          <p14:tracePt t="5144" x="476250" y="1339850"/>
          <p14:tracePt t="5153" x="512763" y="1350963"/>
          <p14:tracePt t="5160" x="538163" y="1350963"/>
          <p14:tracePt t="5168" x="550863" y="1350963"/>
          <p14:tracePt t="5176" x="576263" y="1350963"/>
          <p14:tracePt t="5184" x="600075" y="1350963"/>
          <p14:tracePt t="5192" x="625475" y="1350963"/>
          <p14:tracePt t="5200" x="663575" y="1350963"/>
          <p14:tracePt t="5208" x="701675" y="1350963"/>
          <p14:tracePt t="5216" x="738188" y="1350963"/>
          <p14:tracePt t="5225" x="801688" y="1350963"/>
          <p14:tracePt t="5232" x="825500" y="1350963"/>
          <p14:tracePt t="5241" x="850900" y="1339850"/>
          <p14:tracePt t="5248" x="850900" y="1327150"/>
          <p14:tracePt t="5272" x="825500" y="1314450"/>
          <p14:tracePt t="5280" x="801688" y="1314450"/>
          <p14:tracePt t="5288" x="788988" y="1301750"/>
          <p14:tracePt t="5296" x="776288" y="1289050"/>
          <p14:tracePt t="5305" x="763588" y="1289050"/>
          <p14:tracePt t="5320" x="738188" y="1276350"/>
          <p14:tracePt t="5400" x="750888" y="1276350"/>
          <p14:tracePt t="5408" x="763588" y="1276350"/>
          <p14:tracePt t="5416" x="788988" y="1276350"/>
          <p14:tracePt t="5432" x="814388" y="1276350"/>
          <p14:tracePt t="5440" x="825500" y="1289050"/>
          <p14:tracePt t="5456" x="850900" y="1289050"/>
          <p14:tracePt t="5472" x="876300" y="1289050"/>
          <p14:tracePt t="5488" x="901700" y="1289050"/>
          <p14:tracePt t="5504" x="914400" y="1301750"/>
          <p14:tracePt t="5512" x="938213" y="1301750"/>
          <p14:tracePt t="5528" x="963613" y="1301750"/>
          <p14:tracePt t="5544" x="976313" y="1301750"/>
          <p14:tracePt t="5560" x="989013" y="1301750"/>
          <p14:tracePt t="5592" x="1001713" y="1301750"/>
          <p14:tracePt t="5768" x="1014413" y="1301750"/>
          <p14:tracePt t="6208" x="1038225" y="1301750"/>
          <p14:tracePt t="6216" x="1139825" y="1350963"/>
          <p14:tracePt t="6224" x="1227138" y="1363663"/>
          <p14:tracePt t="6232" x="1314450" y="1401763"/>
          <p14:tracePt t="6241" x="1452563" y="1414463"/>
          <p14:tracePt t="6248" x="1539875" y="1450975"/>
          <p14:tracePt t="6256" x="1627188" y="1476375"/>
          <p14:tracePt t="6264" x="1714500" y="1527175"/>
          <p14:tracePt t="6273" x="1752600" y="1552575"/>
          <p14:tracePt t="6280" x="1801813" y="1601788"/>
          <p14:tracePt t="6289" x="1890713" y="1652588"/>
          <p14:tracePt t="6296" x="1965325" y="1701800"/>
          <p14:tracePt t="6304" x="2039938" y="1765300"/>
          <p14:tracePt t="6312" x="2127250" y="1801813"/>
          <p14:tracePt t="6320" x="2203450" y="1852613"/>
          <p14:tracePt t="6328" x="2303463" y="1889125"/>
          <p14:tracePt t="6336" x="2352675" y="1914525"/>
          <p14:tracePt t="6345" x="2365375" y="1927225"/>
          <p14:tracePt t="6536" x="2378075" y="1927225"/>
          <p14:tracePt t="6545" x="2390775" y="1939925"/>
          <p14:tracePt t="6552" x="2403475" y="1939925"/>
          <p14:tracePt t="6568" x="2403475" y="1952625"/>
          <p14:tracePt t="6576" x="2416175" y="1965325"/>
          <p14:tracePt t="6584" x="2441575" y="1989138"/>
          <p14:tracePt t="6592" x="2452688" y="1989138"/>
          <p14:tracePt t="6600" x="2452688" y="2001838"/>
          <p14:tracePt t="6608" x="2465388" y="2001838"/>
          <p14:tracePt t="6616" x="2490788" y="2001838"/>
          <p14:tracePt t="6624" x="2503488" y="2014538"/>
          <p14:tracePt t="6632" x="2516188" y="2014538"/>
          <p14:tracePt t="6640" x="2554288" y="2027238"/>
          <p14:tracePt t="6648" x="2590800" y="2039938"/>
          <p14:tracePt t="6657" x="2590800" y="2052638"/>
          <p14:tracePt t="6664" x="2590800" y="2078038"/>
          <p14:tracePt t="6672" x="2590800" y="2089150"/>
          <p14:tracePt t="6680" x="2590800" y="2165350"/>
          <p14:tracePt t="6688" x="2590800" y="2178050"/>
          <p14:tracePt t="6696" x="2565400" y="2201863"/>
          <p14:tracePt t="7144" x="2554288" y="2201863"/>
          <p14:tracePt t="7200" x="2541588" y="2201863"/>
          <p14:tracePt t="7240" x="2528888" y="2201863"/>
          <p14:tracePt t="7584" x="2541588" y="2201863"/>
          <p14:tracePt t="7600" x="2554288" y="2201863"/>
          <p14:tracePt t="7608" x="2565400" y="2201863"/>
          <p14:tracePt t="7616" x="2578100" y="2201863"/>
          <p14:tracePt t="7704" x="2565400" y="2201863"/>
          <p14:tracePt t="7712" x="2490788" y="2190750"/>
          <p14:tracePt t="7720" x="2416175" y="2190750"/>
          <p14:tracePt t="7728" x="2352675" y="2165350"/>
          <p14:tracePt t="7736" x="2316163" y="2152650"/>
          <p14:tracePt t="7745" x="2278063" y="2152650"/>
          <p14:tracePt t="7752" x="2265363" y="2152650"/>
          <p14:tracePt t="7760" x="2252663" y="2152650"/>
          <p14:tracePt t="7768" x="2228850" y="2139950"/>
          <p14:tracePt t="7777" x="2216150" y="2139950"/>
          <p14:tracePt t="7792" x="2203450" y="2139950"/>
          <p14:tracePt t="7800" x="2178050" y="2139950"/>
          <p14:tracePt t="7808" x="2165350" y="2139950"/>
          <p14:tracePt t="7816" x="2152650" y="2139950"/>
          <p14:tracePt t="7824" x="2139950" y="2139950"/>
          <p14:tracePt t="7832" x="2127250" y="2139950"/>
          <p14:tracePt t="7840" x="2116138" y="2139950"/>
          <p14:tracePt t="7849" x="2090738" y="2139950"/>
          <p14:tracePt t="7856" x="2078038" y="2114550"/>
          <p14:tracePt t="7865" x="2052638" y="2114550"/>
          <p14:tracePt t="7872" x="2039938" y="2114550"/>
          <p14:tracePt t="7880" x="2039938" y="2101850"/>
          <p14:tracePt t="7888" x="2014538" y="2101850"/>
          <p14:tracePt t="7896" x="2014538" y="2089150"/>
          <p14:tracePt t="7912" x="2003425" y="2089150"/>
          <p14:tracePt t="7944" x="1990725" y="2089150"/>
          <p14:tracePt t="7960" x="1978025" y="2089150"/>
          <p14:tracePt t="7984" x="1952625" y="2089150"/>
          <p14:tracePt t="7992" x="1939925" y="2089150"/>
          <p14:tracePt t="8008" x="1927225" y="2089150"/>
          <p14:tracePt t="8017" x="1914525" y="2089150"/>
          <p14:tracePt t="8024" x="1903413" y="2089150"/>
          <p14:tracePt t="8033" x="1890713" y="2089150"/>
          <p14:tracePt t="8040" x="1878013" y="2089150"/>
          <p14:tracePt t="8049" x="1865313" y="2089150"/>
          <p14:tracePt t="8064" x="1852613" y="2089150"/>
          <p14:tracePt t="8097" x="1839913" y="2089150"/>
          <p14:tracePt t="8152" x="1827213" y="2089150"/>
          <p14:tracePt t="8168" x="1814513" y="2078038"/>
          <p14:tracePt t="8192" x="1814513" y="2065338"/>
          <p14:tracePt t="8240" x="1814513" y="2052638"/>
          <p14:tracePt t="8248" x="1890713" y="2052638"/>
          <p14:tracePt t="8256" x="1952625" y="2052638"/>
          <p14:tracePt t="8264" x="2027238" y="2089150"/>
          <p14:tracePt t="8272" x="2065338" y="2101850"/>
          <p14:tracePt t="8280" x="2090738" y="2114550"/>
          <p14:tracePt t="8288" x="2103438" y="2114550"/>
          <p14:tracePt t="8296" x="2139950" y="2127250"/>
          <p14:tracePt t="8304" x="2165350" y="2139950"/>
          <p14:tracePt t="8320" x="2178050" y="2139950"/>
          <p14:tracePt t="8328" x="2190750" y="2139950"/>
          <p14:tracePt t="8352" x="2203450" y="2152650"/>
          <p14:tracePt t="8376" x="2216150" y="2152650"/>
          <p14:tracePt t="8432" x="2228850" y="2152650"/>
          <p14:tracePt t="8448" x="2239963" y="2152650"/>
          <p14:tracePt t="8464" x="2252663" y="2152650"/>
          <p14:tracePt t="8488" x="2265363" y="2152650"/>
          <p14:tracePt t="8504" x="2278063" y="2152650"/>
          <p14:tracePt t="8512" x="2290763" y="2152650"/>
          <p14:tracePt t="8520" x="2303463" y="2152650"/>
          <p14:tracePt t="8529" x="2328863" y="2152650"/>
          <p14:tracePt t="8536" x="2352675" y="2152650"/>
          <p14:tracePt t="8544" x="2378075" y="2152650"/>
          <p14:tracePt t="8552" x="2416175" y="2152650"/>
          <p14:tracePt t="8560" x="2452688" y="2152650"/>
          <p14:tracePt t="8568" x="2465388" y="2152650"/>
          <p14:tracePt t="8576" x="2503488" y="2152650"/>
          <p14:tracePt t="8584" x="2528888" y="2152650"/>
          <p14:tracePt t="8592" x="2565400" y="2152650"/>
          <p14:tracePt t="8601" x="2603500" y="2152650"/>
          <p14:tracePt t="8608" x="2616200" y="2152650"/>
          <p14:tracePt t="8617" x="2654300" y="2152650"/>
          <p14:tracePt t="8624" x="2678113" y="2152650"/>
          <p14:tracePt t="8632" x="2703513" y="2152650"/>
          <p14:tracePt t="8640" x="2728913" y="2152650"/>
          <p14:tracePt t="8656" x="2741613" y="2152650"/>
          <p14:tracePt t="8696" x="2754313" y="2152650"/>
          <p14:tracePt t="8752" x="2767013" y="2152650"/>
          <p14:tracePt t="8808" x="2778125" y="2152650"/>
          <p14:tracePt t="8936" x="2790825" y="2152650"/>
          <p14:tracePt t="8944" x="2803525" y="2152650"/>
          <p14:tracePt t="9016" x="2803525" y="2139950"/>
          <p14:tracePt t="9056" x="2816225" y="2139950"/>
          <p14:tracePt t="9064" x="2867025" y="2139950"/>
          <p14:tracePt t="9072" x="2903538" y="2139950"/>
          <p14:tracePt t="9080" x="2967038" y="2139950"/>
          <p14:tracePt t="9088" x="3016250" y="2139950"/>
          <p14:tracePt t="9097" x="3079750" y="2139950"/>
          <p14:tracePt t="9104" x="3154363" y="2139950"/>
          <p14:tracePt t="9112" x="3205163" y="2139950"/>
          <p14:tracePt t="9120" x="3254375" y="2139950"/>
          <p14:tracePt t="9128" x="3279775" y="2139950"/>
          <p14:tracePt t="9136" x="3305175" y="2139950"/>
          <p14:tracePt t="9144" x="3317875" y="2139950"/>
          <p14:tracePt t="9208" x="3341688" y="2139950"/>
          <p14:tracePt t="9224" x="3354388" y="2139950"/>
          <p14:tracePt t="9232" x="3392488" y="2139950"/>
          <p14:tracePt t="9240" x="3429000" y="2139950"/>
          <p14:tracePt t="9248" x="3454400" y="2139950"/>
          <p14:tracePt t="9256" x="3492500" y="2139950"/>
          <p14:tracePt t="9264" x="3530600" y="2139950"/>
          <p14:tracePt t="9272" x="3541713" y="2139950"/>
          <p14:tracePt t="9281" x="3567113" y="2139950"/>
          <p14:tracePt t="9288" x="3579813" y="2139950"/>
          <p14:tracePt t="9296" x="3605213" y="2139950"/>
          <p14:tracePt t="9304" x="3630613" y="2139950"/>
          <p14:tracePt t="9312" x="3654425" y="2139950"/>
          <p14:tracePt t="9320" x="3692525" y="2139950"/>
          <p14:tracePt t="9328" x="3705225" y="2139950"/>
          <p14:tracePt t="9336" x="3730625" y="2139950"/>
          <p14:tracePt t="9344" x="3756025" y="2139950"/>
          <p14:tracePt t="9353" x="3779838" y="2139950"/>
          <p14:tracePt t="9360" x="3792538" y="2139950"/>
          <p14:tracePt t="9368" x="3817938" y="2139950"/>
          <p14:tracePt t="9376" x="3830638" y="2139950"/>
          <p14:tracePt t="9384" x="3843338" y="2139950"/>
          <p14:tracePt t="9392" x="3856038" y="2139950"/>
          <p14:tracePt t="9400" x="3867150" y="2139950"/>
          <p14:tracePt t="9472" x="3879850" y="2139950"/>
          <p14:tracePt t="9480" x="3892550" y="2139950"/>
          <p14:tracePt t="9512" x="3905250" y="2139950"/>
          <p14:tracePt t="9520" x="3930650" y="2139950"/>
          <p14:tracePt t="9528" x="3956050" y="2139950"/>
          <p14:tracePt t="9537" x="3992563" y="2139950"/>
          <p14:tracePt t="9544" x="4017963" y="2139950"/>
          <p14:tracePt t="9553" x="4043363" y="2139950"/>
          <p14:tracePt t="9560" x="4081463" y="2139950"/>
          <p14:tracePt t="9568" x="4117975" y="2139950"/>
          <p14:tracePt t="9576" x="4143375" y="2139950"/>
          <p14:tracePt t="9584" x="4181475" y="2139950"/>
          <p14:tracePt t="9592" x="4230688" y="2139950"/>
          <p14:tracePt t="9600" x="4268788" y="2139950"/>
          <p14:tracePt t="9608" x="4305300" y="2139950"/>
          <p14:tracePt t="9616" x="4330700" y="2139950"/>
          <p14:tracePt t="9624" x="4356100" y="2139950"/>
          <p14:tracePt t="9632" x="4381500" y="2139950"/>
          <p14:tracePt t="9641" x="4394200" y="2139950"/>
          <p14:tracePt t="9649" x="4394200" y="2127250"/>
          <p14:tracePt t="9656" x="4406900" y="2127250"/>
          <p14:tracePt t="9664" x="4418013" y="2127250"/>
          <p14:tracePt t="9672" x="4430713" y="2127250"/>
          <p14:tracePt t="9680" x="4443413" y="2127250"/>
          <p14:tracePt t="9688" x="4456113" y="2127250"/>
          <p14:tracePt t="9696" x="4468813" y="2127250"/>
          <p14:tracePt t="9712" x="4481513" y="2127250"/>
          <p14:tracePt t="9776" x="4494213" y="2127250"/>
          <p14:tracePt t="9784" x="4506913" y="2127250"/>
          <p14:tracePt t="9800" x="4530725" y="2101850"/>
          <p14:tracePt t="10848" x="4556125" y="2101850"/>
          <p14:tracePt t="10857" x="4594225" y="2101850"/>
          <p14:tracePt t="10864" x="4668838" y="2101850"/>
          <p14:tracePt t="10872" x="4794250" y="2101850"/>
          <p14:tracePt t="10880" x="4932363" y="2101850"/>
          <p14:tracePt t="10888" x="5068888" y="2101850"/>
          <p14:tracePt t="10896" x="5207000" y="2114550"/>
          <p14:tracePt t="10904" x="5332413" y="2114550"/>
          <p14:tracePt t="10912" x="5432425" y="2114550"/>
          <p14:tracePt t="10920" x="5519738" y="2114550"/>
          <p14:tracePt t="10928" x="5557838" y="2114550"/>
          <p14:tracePt t="10936" x="5570538" y="2114550"/>
          <p14:tracePt t="11224" x="5583238" y="2114550"/>
          <p14:tracePt t="11232" x="5607050" y="2114550"/>
          <p14:tracePt t="11241" x="5645150" y="2114550"/>
          <p14:tracePt t="11248" x="5683250" y="2114550"/>
          <p14:tracePt t="11256" x="5708650" y="2114550"/>
          <p14:tracePt t="11264" x="5745163" y="2114550"/>
          <p14:tracePt t="11272" x="5770563" y="2114550"/>
          <p14:tracePt t="11280" x="5783263" y="2114550"/>
          <p14:tracePt t="11288" x="5821363" y="2114550"/>
          <p14:tracePt t="11296" x="5845175" y="2114550"/>
          <p14:tracePt t="11304" x="5857875" y="2114550"/>
          <p14:tracePt t="11312" x="5870575" y="2114550"/>
          <p14:tracePt t="11320" x="5895975" y="2114550"/>
          <p14:tracePt t="11337" x="5908675" y="2114550"/>
          <p14:tracePt t="11360" x="5921375" y="2114550"/>
          <p14:tracePt t="11368" x="5932488" y="2114550"/>
          <p14:tracePt t="11376" x="5945188" y="2114550"/>
          <p14:tracePt t="11400" x="5957888" y="2114550"/>
          <p14:tracePt t="11616" x="5970588" y="2114550"/>
          <p14:tracePt t="11624" x="5983288" y="2114550"/>
          <p14:tracePt t="11632" x="5995988" y="2114550"/>
          <p14:tracePt t="11640" x="6021388" y="2114550"/>
          <p14:tracePt t="11656" x="6045200" y="2114550"/>
          <p14:tracePt t="11664" x="6057900" y="2114550"/>
          <p14:tracePt t="11680" x="6083300" y="2114550"/>
          <p14:tracePt t="11720" x="6096000" y="2114550"/>
          <p14:tracePt t="11768" x="6121400" y="2114550"/>
          <p14:tracePt t="11776" x="6134100" y="2114550"/>
          <p14:tracePt t="11784" x="6146800" y="2114550"/>
          <p14:tracePt t="11793" x="6170613" y="2114550"/>
          <p14:tracePt t="11800" x="6196013" y="2114550"/>
          <p14:tracePt t="11808" x="6208713" y="2114550"/>
          <p14:tracePt t="11816" x="6221413" y="2114550"/>
          <p14:tracePt t="11825" x="6246813" y="2114550"/>
          <p14:tracePt t="11832" x="6259513" y="2114550"/>
          <p14:tracePt t="11848" x="6283325" y="2114550"/>
          <p14:tracePt t="11856" x="6308725" y="2114550"/>
          <p14:tracePt t="11864" x="6346825" y="2114550"/>
          <p14:tracePt t="11872" x="6383338" y="2114550"/>
          <p14:tracePt t="11880" x="6408738" y="2114550"/>
          <p14:tracePt t="11888" x="6446838" y="2114550"/>
          <p14:tracePt t="11896" x="6483350" y="2114550"/>
          <p14:tracePt t="11905" x="6521450" y="2114550"/>
          <p14:tracePt t="11912" x="6546850" y="2114550"/>
          <p14:tracePt t="11920" x="6584950" y="2114550"/>
          <p14:tracePt t="11928" x="6608763" y="2114550"/>
          <p14:tracePt t="11939" x="6634163" y="2114550"/>
          <p14:tracePt t="11955" x="6672263" y="2114550"/>
          <p14:tracePt t="11960" x="6696075" y="2114550"/>
          <p14:tracePt t="11968" x="6708775" y="2114550"/>
          <p14:tracePt t="11977" x="6721475" y="2114550"/>
          <p14:tracePt t="11984" x="6734175" y="2114550"/>
          <p14:tracePt t="11992" x="6746875" y="2101850"/>
          <p14:tracePt t="12000" x="6759575" y="2101850"/>
          <p14:tracePt t="12008" x="6784975" y="2101850"/>
          <p14:tracePt t="12016" x="6797675" y="2101850"/>
          <p14:tracePt t="12024" x="6808788" y="2101850"/>
          <p14:tracePt t="12032" x="6834188" y="2101850"/>
          <p14:tracePt t="12040" x="6859588" y="2101850"/>
          <p14:tracePt t="12048" x="6872288" y="2101850"/>
          <p14:tracePt t="12056" x="6897688" y="2101850"/>
          <p14:tracePt t="12064" x="6910388" y="2101850"/>
          <p14:tracePt t="12072" x="6946900" y="2101850"/>
          <p14:tracePt t="12080" x="6972300" y="2101850"/>
          <p14:tracePt t="12089" x="6997700" y="2101850"/>
          <p14:tracePt t="12096" x="7010400" y="2101850"/>
          <p14:tracePt t="12104" x="7034213" y="2101850"/>
          <p14:tracePt t="12112" x="7046913" y="2101850"/>
          <p14:tracePt t="12128" x="7072313" y="2101850"/>
          <p14:tracePt t="12136" x="7085013" y="2101850"/>
          <p14:tracePt t="12144" x="7110413" y="2101850"/>
          <p14:tracePt t="12152" x="7123113" y="2101850"/>
          <p14:tracePt t="12161" x="7146925" y="2101850"/>
          <p14:tracePt t="12168" x="7172325" y="2101850"/>
          <p14:tracePt t="12177" x="7210425" y="2101850"/>
          <p14:tracePt t="12184" x="7223125" y="2101850"/>
          <p14:tracePt t="12192" x="7246938" y="2101850"/>
          <p14:tracePt t="12200" x="7259638" y="2101850"/>
          <p14:tracePt t="12216" x="7272338" y="2101850"/>
          <p14:tracePt t="12224" x="7285038" y="2101850"/>
          <p14:tracePt t="12280" x="7297738" y="2101850"/>
          <p14:tracePt t="12296" x="7323138" y="2089150"/>
          <p14:tracePt t="12904" x="7335838" y="2089150"/>
          <p14:tracePt t="12912" x="7385050" y="2089150"/>
          <p14:tracePt t="12920" x="7448550" y="2114550"/>
          <p14:tracePt t="12941" x="7523163" y="2114550"/>
          <p14:tracePt t="12944" x="7561263" y="2114550"/>
          <p14:tracePt t="12952" x="7585075" y="2114550"/>
          <p14:tracePt t="12960" x="7635875" y="2114550"/>
          <p14:tracePt t="12968" x="7661275" y="2114550"/>
          <p14:tracePt t="12976" x="7685088" y="2114550"/>
          <p14:tracePt t="12984" x="7710488" y="2114550"/>
          <p14:tracePt t="13032" x="7723188" y="2114550"/>
          <p14:tracePt t="13200" x="7735888" y="2114550"/>
          <p14:tracePt t="13208" x="7748588" y="2114550"/>
          <p14:tracePt t="13216" x="7761288" y="2114550"/>
          <p14:tracePt t="13232" x="7785100" y="2114550"/>
          <p14:tracePt t="13248" x="7797800" y="2114550"/>
          <p14:tracePt t="13256" x="7810500" y="2114550"/>
          <p14:tracePt t="13264" x="7823200" y="2114550"/>
          <p14:tracePt t="13272" x="7848600" y="2114550"/>
          <p14:tracePt t="13280" x="7861300" y="2114550"/>
          <p14:tracePt t="13288" x="7874000" y="2114550"/>
          <p14:tracePt t="14968" x="7910513" y="2114550"/>
          <p14:tracePt t="14976" x="8048625" y="2114550"/>
          <p14:tracePt t="14985" x="8235950" y="2114550"/>
          <p14:tracePt t="14992" x="8386763" y="2114550"/>
          <p14:tracePt t="15000" x="8561388" y="2114550"/>
          <p14:tracePt t="15008" x="8750300" y="2114550"/>
          <p14:tracePt t="15016" x="8924925" y="2114550"/>
          <p14:tracePt t="15024" x="9075738" y="2114550"/>
          <p14:tracePt t="15032" x="9224963" y="2114550"/>
          <p14:tracePt t="15040" x="9337675" y="2114550"/>
          <p14:tracePt t="15048" x="9437688" y="2114550"/>
          <p14:tracePt t="15056" x="9501188" y="2114550"/>
          <p14:tracePt t="15064" x="9513888" y="2114550"/>
          <p14:tracePt t="15072" x="9525000" y="2114550"/>
          <p14:tracePt t="15136" x="9537700" y="2114550"/>
          <p14:tracePt t="15152" x="9550400" y="2114550"/>
          <p14:tracePt t="15200" x="9550400" y="2127250"/>
          <p14:tracePt t="15216" x="9550400" y="2152650"/>
          <p14:tracePt t="15224" x="9537700" y="2152650"/>
          <p14:tracePt t="15232" x="9513888" y="2152650"/>
          <p14:tracePt t="15240" x="9488488" y="2152650"/>
          <p14:tracePt t="15248" x="9463088" y="2152650"/>
          <p14:tracePt t="15256" x="9450388" y="2152650"/>
          <p14:tracePt t="15264" x="9437688" y="2152650"/>
          <p14:tracePt t="15272" x="9424988" y="2152650"/>
          <p14:tracePt t="15288" x="9413875" y="2152650"/>
          <p14:tracePt t="15656" x="9388475" y="2152650"/>
          <p14:tracePt t="15952" x="9413875" y="2152650"/>
          <p14:tracePt t="15960" x="9450388" y="2152650"/>
          <p14:tracePt t="15968" x="9475788" y="2152650"/>
          <p14:tracePt t="15976" x="9513888" y="2152650"/>
          <p14:tracePt t="15984" x="9550400" y="2152650"/>
          <p14:tracePt t="15992" x="9563100" y="2152650"/>
          <p14:tracePt t="16000" x="9575800" y="2152650"/>
          <p14:tracePt t="16008" x="9601200" y="2152650"/>
          <p14:tracePt t="16016" x="9626600" y="2152650"/>
          <p14:tracePt t="16033" x="9637713" y="2152650"/>
          <p14:tracePt t="16040" x="9650413" y="2152650"/>
          <p14:tracePt t="16048" x="9663113" y="2152650"/>
          <p14:tracePt t="16088" x="9675813" y="2152650"/>
          <p14:tracePt t="16105" x="9688513" y="2152650"/>
          <p14:tracePt t="16120" x="9701213" y="2152650"/>
          <p14:tracePt t="16152" x="9713913" y="2152650"/>
          <p14:tracePt t="16168" x="9739313" y="2152650"/>
          <p14:tracePt t="16176" x="9750425" y="2152650"/>
          <p14:tracePt t="16184" x="9801225" y="2152650"/>
          <p14:tracePt t="16192" x="9852025" y="2152650"/>
          <p14:tracePt t="16200" x="9901238" y="2152650"/>
          <p14:tracePt t="16208" x="9952038" y="2152650"/>
          <p14:tracePt t="16217" x="10001250" y="2152650"/>
          <p14:tracePt t="16224" x="10064750" y="2152650"/>
          <p14:tracePt t="16232" x="10101263" y="2152650"/>
          <p14:tracePt t="16240" x="10139363" y="2152650"/>
          <p14:tracePt t="16264" x="10152063" y="2152650"/>
          <p14:tracePt t="16328" x="10152063" y="2139950"/>
          <p14:tracePt t="16608" x="10164763" y="2139950"/>
          <p14:tracePt t="16624" x="10188575" y="2139950"/>
          <p14:tracePt t="16632" x="10213975" y="2139950"/>
          <p14:tracePt t="16640" x="10252075" y="2139950"/>
          <p14:tracePt t="16648" x="10313988" y="2139950"/>
          <p14:tracePt t="16657" x="10377488" y="2139950"/>
          <p14:tracePt t="16664" x="10452100" y="2139950"/>
          <p14:tracePt t="16673" x="10490200" y="2139950"/>
          <p14:tracePt t="16680" x="10539413" y="2139950"/>
          <p14:tracePt t="16688" x="10552113" y="2139950"/>
          <p14:tracePt t="16696" x="10577513" y="2139950"/>
          <p14:tracePt t="16704" x="10590213" y="2139950"/>
          <p14:tracePt t="16912" x="10614025" y="2139950"/>
          <p14:tracePt t="16920" x="10639425" y="2139950"/>
          <p14:tracePt t="16928" x="10652125" y="2139950"/>
          <p14:tracePt t="16944" x="10677525" y="2139950"/>
          <p14:tracePt t="16952" x="10690225" y="2127250"/>
          <p14:tracePt t="16960" x="10702925" y="2114550"/>
          <p14:tracePt t="16969" x="10739438" y="2114550"/>
          <p14:tracePt t="16976" x="10802938" y="2101850"/>
          <p14:tracePt t="16984" x="10877550" y="2089150"/>
          <p14:tracePt t="16992" x="10977563" y="2089150"/>
          <p14:tracePt t="17000" x="11077575" y="2065338"/>
          <p14:tracePt t="17008" x="11177588" y="2065338"/>
          <p14:tracePt t="17016" x="11228388" y="2065338"/>
          <p14:tracePt t="17024" x="11290300" y="2065338"/>
          <p14:tracePt t="17032" x="11328400" y="2065338"/>
          <p14:tracePt t="17041" x="11366500" y="2065338"/>
          <p14:tracePt t="17048" x="11377613" y="2065338"/>
          <p14:tracePt t="17056" x="11403013" y="2065338"/>
          <p14:tracePt t="17064" x="11441113" y="2065338"/>
          <p14:tracePt t="17072" x="11466513" y="2065338"/>
          <p14:tracePt t="17080" x="11503025" y="2065338"/>
          <p14:tracePt t="17088" x="11528425" y="2065338"/>
          <p14:tracePt t="17096" x="11541125" y="2065338"/>
          <p14:tracePt t="17104" x="11553825" y="2065338"/>
          <p14:tracePt t="17112" x="11566525" y="2065338"/>
          <p14:tracePt t="17120" x="11579225" y="2065338"/>
          <p14:tracePt t="17296" x="11591925" y="2065338"/>
          <p14:tracePt t="17592" x="11603038" y="2065338"/>
          <p14:tracePt t="17896" x="11591925" y="2065338"/>
          <p14:tracePt t="17904" x="11390313" y="2078038"/>
          <p14:tracePt t="17912" x="11253788" y="2089150"/>
          <p14:tracePt t="17920" x="11102975" y="2114550"/>
          <p14:tracePt t="17928" x="10990263" y="2114550"/>
          <p14:tracePt t="17936" x="10864850" y="2114550"/>
          <p14:tracePt t="17944" x="10764838" y="2127250"/>
          <p14:tracePt t="17952" x="10664825" y="2127250"/>
          <p14:tracePt t="17960" x="10564813" y="2139950"/>
          <p14:tracePt t="17968" x="10490200" y="2152650"/>
          <p14:tracePt t="17977" x="10401300" y="2178050"/>
          <p14:tracePt t="17984" x="10313988" y="2190750"/>
          <p14:tracePt t="17992" x="10239375" y="2201863"/>
          <p14:tracePt t="18000" x="10152063" y="2214563"/>
          <p14:tracePt t="18008" x="10052050" y="2214563"/>
          <p14:tracePt t="18016" x="9926638" y="2239963"/>
          <p14:tracePt t="18024" x="9813925" y="2239963"/>
          <p14:tracePt t="18032" x="9663113" y="2265363"/>
          <p14:tracePt t="18040" x="9513888" y="2265363"/>
          <p14:tracePt t="18048" x="9363075" y="2265363"/>
          <p14:tracePt t="18056" x="9175750" y="2265363"/>
          <p14:tracePt t="18064" x="9012238" y="2265363"/>
          <p14:tracePt t="18072" x="8786813" y="2265363"/>
          <p14:tracePt t="18080" x="8548688" y="2265363"/>
          <p14:tracePt t="18089" x="8274050" y="2265363"/>
          <p14:tracePt t="18096" x="7961313" y="2265363"/>
          <p14:tracePt t="18104" x="7661275" y="2265363"/>
          <p14:tracePt t="18112" x="7385050" y="2265363"/>
          <p14:tracePt t="18120" x="7046913" y="2265363"/>
          <p14:tracePt t="18128" x="6797675" y="2265363"/>
          <p14:tracePt t="18136" x="6534150" y="2265363"/>
          <p14:tracePt t="18144" x="6259513" y="2265363"/>
          <p14:tracePt t="18152" x="5945188" y="2265363"/>
          <p14:tracePt t="18161" x="5770563" y="2265363"/>
          <p14:tracePt t="18168" x="5583238" y="2278063"/>
          <p14:tracePt t="18176" x="5345113" y="2327275"/>
          <p14:tracePt t="18184" x="5081588" y="2352675"/>
          <p14:tracePt t="18192" x="4868863" y="2365375"/>
          <p14:tracePt t="18200" x="4732338" y="2365375"/>
          <p14:tracePt t="18208" x="4619625" y="2365375"/>
          <p14:tracePt t="18216" x="4481513" y="2365375"/>
          <p14:tracePt t="18224" x="4368800" y="2365375"/>
          <p14:tracePt t="18232" x="4256088" y="2365375"/>
          <p14:tracePt t="18240" x="4143375" y="2365375"/>
          <p14:tracePt t="18248" x="4030663" y="2365375"/>
          <p14:tracePt t="18256" x="3956050" y="2365375"/>
          <p14:tracePt t="18264" x="3817938" y="2390775"/>
          <p14:tracePt t="18273" x="3743325" y="2390775"/>
          <p14:tracePt t="18280" x="3643313" y="2403475"/>
          <p14:tracePt t="18288" x="3554413" y="2414588"/>
          <p14:tracePt t="18296" x="3479800" y="2414588"/>
          <p14:tracePt t="18304" x="3405188" y="2414588"/>
          <p14:tracePt t="18312" x="3354388" y="2414588"/>
          <p14:tracePt t="18320" x="3317875" y="2414588"/>
          <p14:tracePt t="18328" x="3292475" y="2414588"/>
          <p14:tracePt t="18336" x="3267075" y="2414588"/>
          <p14:tracePt t="18345" x="3241675" y="2427288"/>
          <p14:tracePt t="18361" x="3228975" y="2427288"/>
          <p14:tracePt t="18376" x="3179763" y="2439988"/>
          <p14:tracePt t="18384" x="3167063" y="2452688"/>
          <p14:tracePt t="18392" x="3116263" y="2452688"/>
          <p14:tracePt t="18400" x="3028950" y="2465388"/>
          <p14:tracePt t="18408" x="2928938" y="2465388"/>
          <p14:tracePt t="18416" x="2828925" y="2465388"/>
          <p14:tracePt t="18424" x="2703513" y="2478088"/>
          <p14:tracePt t="18432" x="2603500" y="2478088"/>
          <p14:tracePt t="18440" x="2528888" y="2478088"/>
          <p14:tracePt t="18448" x="2452688" y="2478088"/>
          <p14:tracePt t="18457" x="2416175" y="2478088"/>
          <p14:tracePt t="18473" x="2390775" y="2478088"/>
          <p14:tracePt t="18480" x="2378075" y="2478088"/>
          <p14:tracePt t="18504" x="2365375" y="2478088"/>
          <p14:tracePt t="18512" x="2339975" y="2478088"/>
          <p14:tracePt t="18520" x="2328863" y="2478088"/>
          <p14:tracePt t="18529" x="2316163" y="2478088"/>
          <p14:tracePt t="18536" x="2303463" y="2478088"/>
          <p14:tracePt t="18545" x="2290763" y="2478088"/>
          <p14:tracePt t="18568" x="2278063" y="2478088"/>
          <p14:tracePt t="18600" x="2265363" y="2478088"/>
          <p14:tracePt t="18608" x="2252663" y="2478088"/>
          <p14:tracePt t="18640" x="2228850" y="2478088"/>
          <p14:tracePt t="18656" x="2216150" y="2478088"/>
          <p14:tracePt t="18672" x="2203450" y="2478088"/>
          <p14:tracePt t="18720" x="2190750" y="2478088"/>
          <p14:tracePt t="18952" x="2203450" y="2478088"/>
          <p14:tracePt t="19064" x="2216150" y="2478088"/>
          <p14:tracePt t="19144" x="2239963" y="2478088"/>
          <p14:tracePt t="19152" x="2252663" y="2478088"/>
          <p14:tracePt t="19160" x="2265363" y="2478088"/>
          <p14:tracePt t="19168" x="2290763" y="2478088"/>
          <p14:tracePt t="19176" x="2328863" y="2478088"/>
          <p14:tracePt t="19184" x="2339975" y="2478088"/>
          <p14:tracePt t="19192" x="2365375" y="2503488"/>
          <p14:tracePt t="19200" x="2378075" y="2503488"/>
          <p14:tracePt t="19209" x="2416175" y="2503488"/>
          <p14:tracePt t="19216" x="2441575" y="2516188"/>
          <p14:tracePt t="19225" x="2465388" y="2516188"/>
          <p14:tracePt t="19232" x="2478088" y="2516188"/>
          <p14:tracePt t="19240" x="2503488" y="2516188"/>
          <p14:tracePt t="19248" x="2516188" y="2516188"/>
          <p14:tracePt t="19256" x="2528888" y="2516188"/>
          <p14:tracePt t="19264" x="2541588" y="2516188"/>
          <p14:tracePt t="19272" x="2554288" y="2516188"/>
          <p14:tracePt t="19281" x="2578100" y="2516188"/>
          <p14:tracePt t="19288" x="2603500" y="2516188"/>
          <p14:tracePt t="19297" x="2641600" y="2516188"/>
          <p14:tracePt t="19304" x="2678113" y="2516188"/>
          <p14:tracePt t="19312" x="2716213" y="2516188"/>
          <p14:tracePt t="19320" x="2741613" y="2516188"/>
          <p14:tracePt t="19328" x="2778125" y="2516188"/>
          <p14:tracePt t="19336" x="2828925" y="2516188"/>
          <p14:tracePt t="19344" x="2854325" y="2516188"/>
          <p14:tracePt t="19352" x="2879725" y="2516188"/>
          <p14:tracePt t="19360" x="2903538" y="2516188"/>
          <p14:tracePt t="19376" x="2916238" y="2516188"/>
          <p14:tracePt t="19432" x="2941638" y="2516188"/>
          <p14:tracePt t="19456" x="2954338" y="2516188"/>
          <p14:tracePt t="19472" x="2979738" y="2516188"/>
          <p14:tracePt t="19497" x="3003550" y="2516188"/>
          <p14:tracePt t="19528" x="3016250" y="2516188"/>
          <p14:tracePt t="19536" x="3067050" y="2516188"/>
          <p14:tracePt t="19552" x="3092450" y="2516188"/>
          <p14:tracePt t="19560" x="3116263" y="2516188"/>
          <p14:tracePt t="19568" x="3128963" y="2516188"/>
          <p14:tracePt t="19576" x="3141663" y="2503488"/>
          <p14:tracePt t="19584" x="3154363" y="2503488"/>
          <p14:tracePt t="19593" x="3167063" y="2503488"/>
          <p14:tracePt t="19624" x="3179763" y="2503488"/>
          <p14:tracePt t="19640" x="3192463" y="2503488"/>
          <p14:tracePt t="19681" x="3205163" y="2490788"/>
          <p14:tracePt t="19784" x="3216275" y="2490788"/>
          <p14:tracePt t="19824" x="3228975" y="2490788"/>
          <p14:tracePt t="19880" x="3241675" y="2490788"/>
          <p14:tracePt t="19928" x="3254375" y="2490788"/>
          <p14:tracePt t="19968" x="3267075" y="2490788"/>
          <p14:tracePt t="19976" x="3279775" y="2478088"/>
          <p14:tracePt t="20008" x="3305175" y="2465388"/>
          <p14:tracePt t="20024" x="3317875" y="2465388"/>
          <p14:tracePt t="20032" x="3341688" y="2465388"/>
          <p14:tracePt t="20040" x="3354388" y="2465388"/>
          <p14:tracePt t="20048" x="3392488" y="2465388"/>
          <p14:tracePt t="20056" x="3429000" y="2465388"/>
          <p14:tracePt t="20064" x="3492500" y="2465388"/>
          <p14:tracePt t="20072" x="3605213" y="2465388"/>
          <p14:tracePt t="20080" x="3743325" y="2465388"/>
          <p14:tracePt t="20088" x="3905250" y="2465388"/>
          <p14:tracePt t="20096" x="4092575" y="2465388"/>
          <p14:tracePt t="20104" x="4256088" y="2465388"/>
          <p14:tracePt t="20112" x="4381500" y="2465388"/>
          <p14:tracePt t="20120" x="4481513" y="2465388"/>
          <p14:tracePt t="20128" x="4568825" y="2452688"/>
          <p14:tracePt t="20136" x="4606925" y="2452688"/>
          <p14:tracePt t="20152" x="4619625" y="2439988"/>
          <p14:tracePt t="20192" x="4630738" y="2439988"/>
          <p14:tracePt t="20200" x="4643438" y="2414588"/>
          <p14:tracePt t="20208" x="4656138" y="2414588"/>
          <p14:tracePt t="20288" x="4681538" y="2414588"/>
          <p14:tracePt t="20296" x="4706938" y="2414588"/>
          <p14:tracePt t="20304" x="4732338" y="2414588"/>
          <p14:tracePt t="20312" x="4743450" y="2403475"/>
          <p14:tracePt t="20320" x="4768850" y="2403475"/>
          <p14:tracePt t="20328" x="4806950" y="2390775"/>
          <p14:tracePt t="20345" x="4819650" y="2378075"/>
          <p14:tracePt t="20360" x="4832350" y="2365375"/>
          <p14:tracePt t="21816" x="4856163" y="2365375"/>
          <p14:tracePt t="24472" x="4894263" y="2365375"/>
          <p14:tracePt t="24480" x="4906963" y="2365375"/>
          <p14:tracePt t="24496" x="4932363" y="2365375"/>
          <p14:tracePt t="24528" x="4945063" y="2365375"/>
          <p14:tracePt t="24600" x="4945063" y="2378075"/>
          <p14:tracePt t="24608" x="4756150" y="2314575"/>
          <p14:tracePt t="24616" x="4430713" y="2178050"/>
          <p14:tracePt t="24624" x="4081463" y="2052638"/>
          <p14:tracePt t="24632" x="3730625" y="1889125"/>
          <p14:tracePt t="24640" x="3405188" y="1739900"/>
          <p14:tracePt t="24648" x="3079750" y="1601788"/>
          <p14:tracePt t="24657" x="2890838" y="1527175"/>
          <p14:tracePt t="24664" x="2741613" y="1439863"/>
          <p14:tracePt t="24672" x="2628900" y="1401763"/>
          <p14:tracePt t="24680" x="2590800" y="1363663"/>
          <p14:tracePt t="24688" x="2565400" y="1350963"/>
          <p14:tracePt t="24696" x="2565400" y="1327150"/>
          <p14:tracePt t="24736" x="2554288" y="1314450"/>
          <p14:tracePt t="24744" x="2490788" y="1314450"/>
          <p14:tracePt t="24752" x="2416175" y="1314450"/>
          <p14:tracePt t="24760" x="2339975" y="1314450"/>
          <p14:tracePt t="24768" x="2265363" y="1289050"/>
          <p14:tracePt t="24776" x="2216150" y="1276350"/>
          <p14:tracePt t="24784" x="2152650" y="1276350"/>
          <p14:tracePt t="24792" x="2103438" y="1263650"/>
          <p14:tracePt t="24800" x="2065338" y="1238250"/>
          <p14:tracePt t="24808" x="2027238" y="1227138"/>
          <p14:tracePt t="24816" x="1990725" y="1227138"/>
          <p14:tracePt t="24824" x="1952625" y="1214438"/>
          <p14:tracePt t="24832" x="1903413" y="1176338"/>
          <p14:tracePt t="24841" x="1827213" y="1163638"/>
          <p14:tracePt t="24848" x="1778000" y="1150938"/>
          <p14:tracePt t="24856" x="1665288" y="1125538"/>
          <p14:tracePt t="24864" x="1577975" y="1101725"/>
          <p14:tracePt t="24872" x="1489075" y="1063625"/>
          <p14:tracePt t="24880" x="1401763" y="1050925"/>
          <p14:tracePt t="24888" x="1352550" y="1025525"/>
          <p14:tracePt t="24896" x="1289050" y="1001713"/>
          <p14:tracePt t="24904" x="1276350" y="1001713"/>
          <p14:tracePt t="24920" x="1263650" y="1001713"/>
          <p14:tracePt t="25064" x="1252538" y="989013"/>
          <p14:tracePt t="25256" x="1263650" y="989013"/>
          <p14:tracePt t="25264" x="1276350" y="989013"/>
          <p14:tracePt t="25272" x="1289050" y="989013"/>
          <p14:tracePt t="25288" x="1314450" y="989013"/>
          <p14:tracePt t="25297" x="1339850" y="1001713"/>
          <p14:tracePt t="25304" x="1376363" y="1014413"/>
          <p14:tracePt t="25312" x="1427163" y="1025525"/>
          <p14:tracePt t="25320" x="1476375" y="1063625"/>
          <p14:tracePt t="25328" x="1552575" y="1089025"/>
          <p14:tracePt t="25336" x="1627188" y="1114425"/>
          <p14:tracePt t="25344" x="1689100" y="1114425"/>
          <p14:tracePt t="25352" x="1765300" y="1114425"/>
          <p14:tracePt t="25360" x="1814513" y="1114425"/>
          <p14:tracePt t="25368" x="1852613" y="1114425"/>
          <p14:tracePt t="25376" x="1903413" y="1114425"/>
          <p14:tracePt t="25384" x="1927225" y="1114425"/>
          <p14:tracePt t="25392" x="1965325" y="1114425"/>
          <p14:tracePt t="25400" x="1990725" y="1114425"/>
          <p14:tracePt t="25409" x="2003425" y="1114425"/>
          <p14:tracePt t="25416" x="2014538" y="1114425"/>
          <p14:tracePt t="25424" x="2027238" y="1114425"/>
          <p14:tracePt t="25432" x="2039938" y="1114425"/>
          <p14:tracePt t="25552" x="2052638" y="1114425"/>
          <p14:tracePt t="25856" x="2052638" y="1089025"/>
          <p14:tracePt t="25872" x="2039938" y="1076325"/>
          <p14:tracePt t="25880" x="2027238" y="1063625"/>
          <p14:tracePt t="25888" x="2003425" y="1063625"/>
          <p14:tracePt t="25968" x="1990725" y="1063625"/>
          <p14:tracePt t="25976" x="1978025" y="1063625"/>
          <p14:tracePt t="25984" x="1965325" y="1050925"/>
          <p14:tracePt t="26008" x="1952625" y="1038225"/>
          <p14:tracePt t="26024" x="1927225" y="1025525"/>
          <p14:tracePt t="26072" x="1914525" y="1014413"/>
          <p14:tracePt t="27728" x="1952625" y="1050925"/>
          <p14:tracePt t="27737" x="1990725" y="1138238"/>
          <p14:tracePt t="27744" x="2065338" y="1276350"/>
          <p14:tracePt t="27752" x="2165350" y="1401763"/>
          <p14:tracePt t="27760" x="2265363" y="1514475"/>
          <p14:tracePt t="27768" x="2390775" y="1639888"/>
          <p14:tracePt t="27776" x="2516188" y="1752600"/>
          <p14:tracePt t="27784" x="2603500" y="1839913"/>
          <p14:tracePt t="27792" x="2678113" y="1865313"/>
          <p14:tracePt t="27800" x="2716213" y="1889125"/>
          <p14:tracePt t="27808" x="2741613" y="1901825"/>
          <p14:tracePt t="27872" x="2728913" y="1927225"/>
          <p14:tracePt t="27880" x="2703513" y="1965325"/>
          <p14:tracePt t="27888" x="2690813" y="1978025"/>
          <p14:tracePt t="27896" x="2641600" y="2014538"/>
          <p14:tracePt t="27904" x="2578100" y="2065338"/>
          <p14:tracePt t="27912" x="2554288" y="2089150"/>
          <p14:tracePt t="27921" x="2516188" y="2114550"/>
          <p14:tracePt t="27928" x="2490788" y="2139950"/>
          <p14:tracePt t="27936" x="2478088" y="2139950"/>
          <p14:tracePt t="27944" x="2452688" y="2178050"/>
          <p14:tracePt t="27952" x="2428875" y="2190750"/>
          <p14:tracePt t="27960" x="2428875" y="2201863"/>
          <p14:tracePt t="27968" x="2428875" y="2227263"/>
          <p14:tracePt t="27976" x="2428875" y="2265363"/>
          <p14:tracePt t="27984" x="2428875" y="2303463"/>
          <p14:tracePt t="27992" x="2428875" y="2339975"/>
          <p14:tracePt t="28000" x="2428875" y="2365375"/>
          <p14:tracePt t="28017" x="2465388" y="2427288"/>
          <p14:tracePt t="28024" x="2490788" y="2439988"/>
          <p14:tracePt t="28032" x="2516188" y="2452688"/>
          <p14:tracePt t="28040" x="2528888" y="2452688"/>
          <p14:tracePt t="28056" x="2541588" y="2452688"/>
          <p14:tracePt t="28064" x="2554288" y="2452688"/>
          <p14:tracePt t="28072" x="2565400" y="2452688"/>
          <p14:tracePt t="28080" x="2578100" y="2452688"/>
          <p14:tracePt t="28088" x="2603500" y="2452688"/>
          <p14:tracePt t="28096" x="2628900" y="2452688"/>
          <p14:tracePt t="28105" x="2667000" y="2452688"/>
          <p14:tracePt t="28112" x="2716213" y="2439988"/>
          <p14:tracePt t="28120" x="2754313" y="2439988"/>
          <p14:tracePt t="28128" x="2790825" y="2414588"/>
          <p14:tracePt t="28144" x="2803525" y="2414588"/>
          <p14:tracePt t="28192" x="2816225" y="2403475"/>
          <p14:tracePt t="28208" x="2828925" y="2403475"/>
          <p14:tracePt t="28264" x="2841625" y="2403475"/>
          <p14:tracePt t="28280" x="2854325" y="2403475"/>
          <p14:tracePt t="28288" x="2867025" y="2403475"/>
          <p14:tracePt t="28296" x="2890838" y="2403475"/>
          <p14:tracePt t="28304" x="2916238" y="2403475"/>
          <p14:tracePt t="28312" x="3003550" y="2403475"/>
          <p14:tracePt t="28320" x="3092450" y="2403475"/>
          <p14:tracePt t="28328" x="3167063" y="2403475"/>
          <p14:tracePt t="28336" x="3292475" y="2427288"/>
          <p14:tracePt t="28344" x="3417888" y="2439988"/>
          <p14:tracePt t="28352" x="3554413" y="2439988"/>
          <p14:tracePt t="28360" x="3692525" y="2439988"/>
          <p14:tracePt t="28368" x="3805238" y="2439988"/>
          <p14:tracePt t="28376" x="3905250" y="2439988"/>
          <p14:tracePt t="28384" x="3992563" y="2439988"/>
          <p14:tracePt t="28392" x="4056063" y="2439988"/>
          <p14:tracePt t="28401" x="4105275" y="2439988"/>
          <p14:tracePt t="28408" x="4143375" y="2439988"/>
          <p14:tracePt t="28416" x="4181475" y="2439988"/>
          <p14:tracePt t="28424" x="4205288" y="2439988"/>
          <p14:tracePt t="28432" x="4230688" y="2439988"/>
          <p14:tracePt t="28448" x="4243388" y="2439988"/>
          <p14:tracePt t="28456" x="4268788" y="2427288"/>
          <p14:tracePt t="28496" x="4281488" y="2414588"/>
          <p14:tracePt t="28528" x="4305300" y="2414588"/>
          <p14:tracePt t="28536" x="4330700" y="2390775"/>
          <p14:tracePt t="28552" x="4368800" y="2390775"/>
          <p14:tracePt t="28560" x="4368800" y="2378075"/>
          <p14:tracePt t="28568" x="4381500" y="2365375"/>
          <p14:tracePt t="28584" x="4394200" y="2365375"/>
          <p14:tracePt t="28624" x="4406900" y="2365375"/>
          <p14:tracePt t="28696" x="4418013" y="2352675"/>
          <p14:tracePt t="28728" x="4430713" y="2352675"/>
          <p14:tracePt t="29448" x="4443413" y="2339975"/>
          <p14:tracePt t="29712" x="4456113" y="2339975"/>
          <p14:tracePt t="30712" x="4406900" y="2339975"/>
          <p14:tracePt t="30720" x="4056063" y="2339975"/>
          <p14:tracePt t="30729" x="3943350" y="2327275"/>
          <p14:tracePt t="30736" x="3767138" y="2303463"/>
          <p14:tracePt t="30744" x="3505200" y="2214563"/>
          <p14:tracePt t="30752" x="3192463" y="2139950"/>
          <p14:tracePt t="30760" x="2954338" y="2052638"/>
          <p14:tracePt t="30768" x="2741613" y="1989138"/>
          <p14:tracePt t="30776" x="2603500" y="1965325"/>
          <p14:tracePt t="30784" x="2490788" y="1914525"/>
          <p14:tracePt t="30792" x="2428875" y="1914525"/>
          <p14:tracePt t="30800" x="2428875" y="1901825"/>
          <p14:tracePt t="30808" x="2403475" y="1889125"/>
          <p14:tracePt t="31128" x="2390775" y="1889125"/>
          <p14:tracePt t="31136" x="2365375" y="1889125"/>
          <p14:tracePt t="31144" x="2352675" y="1889125"/>
          <p14:tracePt t="31152" x="2328863" y="1927225"/>
          <p14:tracePt t="31160" x="2316163" y="1927225"/>
          <p14:tracePt t="31504" x="2203450" y="1939925"/>
          <p14:tracePt t="31512" x="2165350" y="1939925"/>
          <p14:tracePt t="31520" x="2127250" y="1939925"/>
          <p14:tracePt t="31528" x="2116138" y="1939925"/>
          <p14:tracePt t="31544" x="2103438" y="1939925"/>
          <p14:tracePt t="31560" x="2090738" y="1939925"/>
          <p14:tracePt t="31568" x="2052638" y="1927225"/>
          <p14:tracePt t="31576" x="1965325" y="1927225"/>
          <p14:tracePt t="31584" x="1914525" y="1927225"/>
          <p14:tracePt t="31593" x="1878013" y="1927225"/>
          <p14:tracePt t="31600" x="1852613" y="1927225"/>
          <p14:tracePt t="31608" x="1827213" y="1927225"/>
          <p14:tracePt t="31624" x="1814513" y="1939925"/>
          <p14:tracePt t="31720" x="1814513" y="1952625"/>
          <p14:tracePt t="31792" x="1814513" y="1965325"/>
          <p14:tracePt t="31848" x="1801813" y="1965325"/>
          <p14:tracePt t="31856" x="1790700" y="1965325"/>
          <p14:tracePt t="31872" x="1765300" y="1965325"/>
          <p14:tracePt t="31880" x="1739900" y="1965325"/>
          <p14:tracePt t="31888" x="1727200" y="1927225"/>
          <p14:tracePt t="31896" x="1689100" y="1865313"/>
          <p14:tracePt t="31904" x="1665288" y="1789113"/>
          <p14:tracePt t="31912" x="1589088" y="1689100"/>
          <p14:tracePt t="31920" x="1539875" y="1589088"/>
          <p14:tracePt t="31928" x="1476375" y="1476375"/>
          <p14:tracePt t="31945" x="1339850" y="1238250"/>
          <p14:tracePt t="31952" x="1314450" y="1150938"/>
          <p14:tracePt t="31961" x="1276350" y="1076325"/>
          <p14:tracePt t="31968" x="1276350" y="1038225"/>
          <p14:tracePt t="31976" x="1263650" y="1014413"/>
          <p14:tracePt t="31984" x="1263650" y="989013"/>
          <p14:tracePt t="31992" x="1239838" y="950913"/>
          <p14:tracePt t="32000" x="1227138" y="925513"/>
          <p14:tracePt t="32049" x="1189038" y="925513"/>
          <p14:tracePt t="32064" x="1176338" y="925513"/>
          <p14:tracePt t="32072" x="1150938" y="925513"/>
          <p14:tracePt t="32080" x="1114425" y="938213"/>
          <p14:tracePt t="32088" x="1101725" y="938213"/>
          <p14:tracePt t="32096" x="1050925" y="950913"/>
          <p14:tracePt t="32104" x="1014413" y="976313"/>
          <p14:tracePt t="32112" x="950913" y="1001713"/>
          <p14:tracePt t="32120" x="901700" y="1014413"/>
          <p14:tracePt t="32128" x="838200" y="1038225"/>
          <p14:tracePt t="32136" x="801688" y="1050925"/>
          <p14:tracePt t="32145" x="788988" y="1050925"/>
          <p14:tracePt t="32160" x="776288" y="1063625"/>
          <p14:tracePt t="32768" x="801688" y="1114425"/>
          <p14:tracePt t="32776" x="938213" y="1189038"/>
          <p14:tracePt t="32784" x="1063625" y="1276350"/>
          <p14:tracePt t="32792" x="1227138" y="1363663"/>
          <p14:tracePt t="32800" x="1489075" y="1489075"/>
          <p14:tracePt t="32808" x="1714500" y="1639888"/>
          <p14:tracePt t="32816" x="1914525" y="1727200"/>
          <p14:tracePt t="32824" x="2078038" y="1827213"/>
          <p14:tracePt t="32832" x="2216150" y="1889125"/>
          <p14:tracePt t="32840" x="2303463" y="1927225"/>
          <p14:tracePt t="32848" x="2365375" y="1978025"/>
          <p14:tracePt t="32856" x="2378075" y="1989138"/>
          <p14:tracePt t="32864" x="2390775" y="1989138"/>
          <p14:tracePt t="32912" x="2390775" y="2014538"/>
          <p14:tracePt t="32920" x="2390775" y="2027238"/>
          <p14:tracePt t="32928" x="2378075" y="2039938"/>
          <p14:tracePt t="32936" x="2365375" y="2052638"/>
          <p14:tracePt t="32947" x="2365375" y="2065338"/>
          <p14:tracePt t="32952" x="2339975" y="2089150"/>
          <p14:tracePt t="32960" x="2339975" y="2101850"/>
          <p14:tracePt t="32969" x="2328863" y="2127250"/>
          <p14:tracePt t="32984" x="2316163" y="2139950"/>
          <p14:tracePt t="32992" x="2303463" y="2139950"/>
          <p14:tracePt t="33000" x="2303463" y="2152650"/>
          <p14:tracePt t="33008" x="2290763" y="2165350"/>
          <p14:tracePt t="33016" x="2252663" y="2178050"/>
          <p14:tracePt t="33032" x="2216150" y="2190750"/>
          <p14:tracePt t="33040" x="2203450" y="2190750"/>
          <p14:tracePt t="33048" x="2190750" y="2201863"/>
          <p14:tracePt t="33056" x="2178050" y="2201863"/>
          <p14:tracePt t="33168" x="2216150" y="2201863"/>
          <p14:tracePt t="33176" x="2278063" y="2201863"/>
          <p14:tracePt t="33184" x="2339975" y="2165350"/>
          <p14:tracePt t="33192" x="2403475" y="2139950"/>
          <p14:tracePt t="33200" x="2516188" y="2114550"/>
          <p14:tracePt t="33208" x="2578100" y="2078038"/>
          <p14:tracePt t="33216" x="2641600" y="2039938"/>
          <p14:tracePt t="33224" x="2654300" y="2039938"/>
          <p14:tracePt t="33272" x="2654300" y="2027238"/>
          <p14:tracePt t="33280" x="2628900" y="2027238"/>
          <p14:tracePt t="33296" x="2616200" y="2027238"/>
          <p14:tracePt t="33312" x="2603500" y="2027238"/>
          <p14:tracePt t="33472" x="2616200" y="2027238"/>
          <p14:tracePt t="33480" x="2628900" y="2027238"/>
          <p14:tracePt t="33488" x="2641600" y="2039938"/>
          <p14:tracePt t="33504" x="2654300" y="2052638"/>
          <p14:tracePt t="33512" x="2667000" y="2065338"/>
          <p14:tracePt t="33520" x="2678113" y="2065338"/>
          <p14:tracePt t="33536" x="2690813" y="2065338"/>
          <p14:tracePt t="33544" x="2703513" y="2089150"/>
          <p14:tracePt t="33552" x="2716213" y="2089150"/>
          <p14:tracePt t="33576" x="2728913" y="2089150"/>
          <p14:tracePt t="33584" x="2728913" y="2101850"/>
          <p14:tracePt t="33600" x="2741613" y="2101850"/>
          <p14:tracePt t="33608" x="2754313" y="2101850"/>
          <p14:tracePt t="33656" x="2767013" y="2101850"/>
          <p14:tracePt t="33664" x="2790825" y="2114550"/>
          <p14:tracePt t="33688" x="2803525" y="2127250"/>
          <p14:tracePt t="33696" x="2816225" y="2127250"/>
          <p14:tracePt t="33704" x="2828925" y="2127250"/>
          <p14:tracePt t="33712" x="2828925" y="2139950"/>
          <p14:tracePt t="33728" x="2841625" y="2139950"/>
          <p14:tracePt t="33736" x="2854325" y="2139950"/>
          <p14:tracePt t="33752" x="2867025" y="2139950"/>
          <p14:tracePt t="33768" x="2890838" y="2139950"/>
          <p14:tracePt t="33776" x="2916238" y="2139950"/>
          <p14:tracePt t="33784" x="2941638" y="2139950"/>
          <p14:tracePt t="33792" x="2979738" y="2165350"/>
          <p14:tracePt t="33800" x="3016250" y="2178050"/>
          <p14:tracePt t="33808" x="3041650" y="2178050"/>
          <p14:tracePt t="33816" x="3092450" y="2178050"/>
          <p14:tracePt t="33824" x="3116263" y="2178050"/>
          <p14:tracePt t="33832" x="3154363" y="2178050"/>
          <p14:tracePt t="33840" x="3167063" y="2178050"/>
          <p14:tracePt t="33848" x="3179763" y="2178050"/>
          <p14:tracePt t="33856" x="3216275" y="2178050"/>
          <p14:tracePt t="33864" x="3228975" y="2178050"/>
          <p14:tracePt t="33872" x="3267075" y="2178050"/>
          <p14:tracePt t="33880" x="3279775" y="2178050"/>
          <p14:tracePt t="33888" x="3305175" y="2178050"/>
          <p14:tracePt t="33896" x="3317875" y="2178050"/>
          <p14:tracePt t="33905" x="3354388" y="2178050"/>
          <p14:tracePt t="33912" x="3367088" y="2178050"/>
          <p14:tracePt t="33920" x="3392488" y="2178050"/>
          <p14:tracePt t="33952" x="3405188" y="2178050"/>
          <p14:tracePt t="33976" x="3429000" y="2178050"/>
          <p14:tracePt t="33992" x="3454400" y="2178050"/>
          <p14:tracePt t="34000" x="3467100" y="2178050"/>
          <p14:tracePt t="34008" x="3492500" y="2178050"/>
          <p14:tracePt t="34016" x="3517900" y="2178050"/>
          <p14:tracePt t="34033" x="3541713" y="2178050"/>
          <p14:tracePt t="34040" x="3554413" y="2178050"/>
          <p14:tracePt t="34064" x="3567113" y="2178050"/>
          <p14:tracePt t="34080" x="3579813" y="2178050"/>
          <p14:tracePt t="34088" x="3592513" y="2178050"/>
          <p14:tracePt t="34105" x="3605213" y="2178050"/>
          <p14:tracePt t="34112" x="3617913" y="2178050"/>
          <p14:tracePt t="34120" x="3630613" y="2178050"/>
          <p14:tracePt t="34128" x="3643313" y="2178050"/>
          <p14:tracePt t="34144" x="3654425" y="2178050"/>
          <p14:tracePt t="34152" x="3667125" y="2178050"/>
          <p14:tracePt t="34496" x="3679825" y="2165350"/>
          <p14:tracePt t="34504" x="3692525" y="2165350"/>
          <p14:tracePt t="34512" x="3705225" y="2165350"/>
          <p14:tracePt t="34528" x="3717925" y="2165350"/>
          <p14:tracePt t="34544" x="3743325" y="2165350"/>
          <p14:tracePt t="34552" x="3756025" y="2165350"/>
          <p14:tracePt t="34560" x="3792538" y="2165350"/>
          <p14:tracePt t="34568" x="3830638" y="2165350"/>
          <p14:tracePt t="34576" x="3905250" y="2178050"/>
          <p14:tracePt t="34585" x="3956050" y="2178050"/>
          <p14:tracePt t="34592" x="4056063" y="2178050"/>
          <p14:tracePt t="34600" x="4156075" y="2178050"/>
          <p14:tracePt t="34608" x="4268788" y="2178050"/>
          <p14:tracePt t="34616" x="4381500" y="2178050"/>
          <p14:tracePt t="34624" x="4518025" y="2178050"/>
          <p14:tracePt t="34632" x="4606925" y="2165350"/>
          <p14:tracePt t="34640" x="4719638" y="2165350"/>
          <p14:tracePt t="34648" x="4768850" y="2165350"/>
          <p14:tracePt t="34656" x="4832350" y="2165350"/>
          <p14:tracePt t="34672" x="4843463" y="2165350"/>
          <p14:tracePt t="35480" x="4945063" y="2152650"/>
          <p14:tracePt t="35488" x="5157788" y="2101850"/>
          <p14:tracePt t="35496" x="5270500" y="2089150"/>
          <p14:tracePt t="35504" x="5357813" y="2078038"/>
          <p14:tracePt t="35512" x="5407025" y="2078038"/>
          <p14:tracePt t="35520" x="5470525" y="2052638"/>
          <p14:tracePt t="35528" x="5495925" y="2052638"/>
          <p14:tracePt t="35536" x="5507038" y="2052638"/>
          <p14:tracePt t="35728" x="5507038" y="2065338"/>
          <p14:tracePt t="35744" x="5507038" y="2078038"/>
          <p14:tracePt t="35752" x="5495925" y="2078038"/>
          <p14:tracePt t="35760" x="5483225" y="2089150"/>
          <p14:tracePt t="35768" x="5457825" y="2114550"/>
          <p14:tracePt t="35776" x="5445125" y="2127250"/>
          <p14:tracePt t="35784" x="5432425" y="2152650"/>
          <p14:tracePt t="35792" x="5419725" y="2152650"/>
          <p14:tracePt t="35800" x="5394325" y="2152650"/>
          <p14:tracePt t="35808" x="5383213" y="2165350"/>
          <p14:tracePt t="35824" x="5370513" y="2178050"/>
          <p14:tracePt t="35840" x="5357813" y="2178050"/>
          <p14:tracePt t="35960" x="5370513" y="2178050"/>
          <p14:tracePt t="35968" x="5457825" y="2178050"/>
          <p14:tracePt t="35977" x="5545138" y="2165350"/>
          <p14:tracePt t="35984" x="5645150" y="2152650"/>
          <p14:tracePt t="35992" x="5757863" y="2139950"/>
          <p14:tracePt t="36000" x="5832475" y="2139950"/>
          <p14:tracePt t="36008" x="5908675" y="2114550"/>
          <p14:tracePt t="36016" x="5945188" y="2101850"/>
          <p14:tracePt t="36024" x="5983288" y="2101850"/>
          <p14:tracePt t="36032" x="5995988" y="2101850"/>
          <p14:tracePt t="36272" x="5983288" y="2101850"/>
          <p14:tracePt t="36280" x="5970588" y="2101850"/>
          <p14:tracePt t="36296" x="5957888" y="2101850"/>
          <p14:tracePt t="36304" x="5945188" y="2114550"/>
          <p14:tracePt t="36344" x="5921375" y="2114550"/>
          <p14:tracePt t="36352" x="5908675" y="2127250"/>
          <p14:tracePt t="36392" x="5895975" y="2127250"/>
          <p14:tracePt t="36528" x="5921375" y="2127250"/>
          <p14:tracePt t="36536" x="5995988" y="2127250"/>
          <p14:tracePt t="36544" x="6083300" y="2127250"/>
          <p14:tracePt t="36552" x="6183313" y="2127250"/>
          <p14:tracePt t="36560" x="6246813" y="2127250"/>
          <p14:tracePt t="36568" x="6334125" y="2127250"/>
          <p14:tracePt t="36576" x="6421438" y="2127250"/>
          <p14:tracePt t="36584" x="6483350" y="2127250"/>
          <p14:tracePt t="36592" x="6508750" y="2127250"/>
          <p14:tracePt t="36600" x="6521450" y="2127250"/>
          <p14:tracePt t="36776" x="6584950" y="2127250"/>
          <p14:tracePt t="36784" x="6634163" y="2127250"/>
          <p14:tracePt t="36792" x="6684963" y="2127250"/>
          <p14:tracePt t="36800" x="6734175" y="2127250"/>
          <p14:tracePt t="36808" x="6808788" y="2127250"/>
          <p14:tracePt t="36816" x="6859588" y="2127250"/>
          <p14:tracePt t="36824" x="6897688" y="2127250"/>
          <p14:tracePt t="36832" x="6934200" y="2127250"/>
          <p14:tracePt t="36841" x="6946900" y="2127250"/>
          <p14:tracePt t="36848" x="6972300" y="2127250"/>
          <p14:tracePt t="36856" x="6985000" y="2127250"/>
          <p14:tracePt t="36880" x="7010400" y="2127250"/>
          <p14:tracePt t="36904" x="7021513" y="2127250"/>
          <p14:tracePt t="36920" x="7034213" y="2127250"/>
          <p14:tracePt t="36928" x="7046913" y="2127250"/>
          <p14:tracePt t="36941" x="7059613" y="2127250"/>
          <p14:tracePt t="37424" x="7072313" y="2127250"/>
          <p14:tracePt t="37432" x="7085013" y="2127250"/>
          <p14:tracePt t="37488" x="7097713" y="2127250"/>
          <p14:tracePt t="37496" x="7172325" y="2127250"/>
          <p14:tracePt t="37504" x="7223125" y="2127250"/>
          <p14:tracePt t="37512" x="7310438" y="2127250"/>
          <p14:tracePt t="37520" x="7359650" y="2127250"/>
          <p14:tracePt t="37528" x="7435850" y="2127250"/>
          <p14:tracePt t="37536" x="7535863" y="2127250"/>
          <p14:tracePt t="37544" x="7597775" y="2127250"/>
          <p14:tracePt t="37552" x="7648575" y="2127250"/>
          <p14:tracePt t="37560" x="7685088" y="2127250"/>
          <p14:tracePt t="37568" x="7723188" y="2127250"/>
          <p14:tracePt t="37576" x="7735888" y="2127250"/>
          <p14:tracePt t="37832" x="7773988" y="2114550"/>
          <p14:tracePt t="37840" x="7785100" y="2114550"/>
          <p14:tracePt t="37848" x="7823200" y="2114550"/>
          <p14:tracePt t="37856" x="7835900" y="2114550"/>
          <p14:tracePt t="37864" x="7861300" y="2114550"/>
          <p14:tracePt t="37872" x="7874000" y="2114550"/>
          <p14:tracePt t="37880" x="7886700" y="2114550"/>
          <p14:tracePt t="37888" x="7910513" y="2114550"/>
          <p14:tracePt t="37896" x="7923213" y="2101850"/>
          <p14:tracePt t="37904" x="7935913" y="2101850"/>
          <p14:tracePt t="37920" x="7948613" y="2101850"/>
          <p14:tracePt t="39152" x="7986713" y="2101850"/>
          <p14:tracePt t="39160" x="8048625" y="2127250"/>
          <p14:tracePt t="39168" x="8186738" y="2178050"/>
          <p14:tracePt t="39176" x="8348663" y="2214563"/>
          <p14:tracePt t="39184" x="8561388" y="2252663"/>
          <p14:tracePt t="39192" x="8824913" y="2278063"/>
          <p14:tracePt t="39200" x="9199563" y="2278063"/>
          <p14:tracePt t="39208" x="9401175" y="2278063"/>
          <p14:tracePt t="39216" x="9563100" y="2278063"/>
          <p14:tracePt t="39224" x="9713913" y="2278063"/>
          <p14:tracePt t="39232" x="9813925" y="2278063"/>
          <p14:tracePt t="39240" x="9863138" y="2278063"/>
          <p14:tracePt t="39248" x="9888538" y="2278063"/>
          <p14:tracePt t="39256" x="9913938" y="2278063"/>
          <p14:tracePt t="39288" x="9913938" y="2265363"/>
          <p14:tracePt t="39304" x="9913938" y="2252663"/>
          <p14:tracePt t="39312" x="9901238" y="2252663"/>
          <p14:tracePt t="39320" x="9888538" y="2252663"/>
          <p14:tracePt t="39328" x="9875838" y="2252663"/>
          <p14:tracePt t="39336" x="9839325" y="2227263"/>
          <p14:tracePt t="39344" x="9813925" y="2214563"/>
          <p14:tracePt t="39352" x="9775825" y="2214563"/>
          <p14:tracePt t="39360" x="9739313" y="2201863"/>
          <p14:tracePt t="39368" x="9701213" y="2165350"/>
          <p14:tracePt t="39376" x="9663113" y="2165350"/>
          <p14:tracePt t="39384" x="9626600" y="2139950"/>
          <p14:tracePt t="39392" x="9601200" y="2114550"/>
          <p14:tracePt t="39400" x="9588500" y="2114550"/>
          <p14:tracePt t="39408" x="9575800" y="2114550"/>
          <p14:tracePt t="39416" x="9563100" y="2114550"/>
          <p14:tracePt t="39424" x="9550400" y="2114550"/>
          <p14:tracePt t="39432" x="9537700" y="2114550"/>
          <p14:tracePt t="39448" x="9513888" y="2114550"/>
          <p14:tracePt t="39456" x="9501188" y="2114550"/>
          <p14:tracePt t="39465" x="9488488" y="2114550"/>
          <p14:tracePt t="39472" x="9463088" y="2114550"/>
          <p14:tracePt t="39480" x="9424988" y="2114550"/>
          <p14:tracePt t="39488" x="9388475" y="2114550"/>
          <p14:tracePt t="39495" x="9363075" y="2114550"/>
          <p14:tracePt t="39504" x="9324975" y="2114550"/>
          <p14:tracePt t="39512" x="9288463" y="2114550"/>
          <p14:tracePt t="39520" x="9237663" y="2114550"/>
          <p14:tracePt t="39528" x="9199563" y="2114550"/>
          <p14:tracePt t="39536" x="9188450" y="2114550"/>
          <p14:tracePt t="39544" x="9150350" y="2114550"/>
          <p14:tracePt t="39552" x="9137650" y="2114550"/>
          <p14:tracePt t="39560" x="9112250" y="2114550"/>
          <p14:tracePt t="39576" x="9099550" y="2114550"/>
          <p14:tracePt t="39584" x="9063038" y="2127250"/>
          <p14:tracePt t="39600" x="9050338" y="2127250"/>
          <p14:tracePt t="39608" x="9024938" y="2139950"/>
          <p14:tracePt t="39624" x="8975725" y="2139950"/>
          <p14:tracePt t="39640" x="8950325" y="2165350"/>
          <p14:tracePt t="39680" x="8937625" y="2165350"/>
          <p14:tracePt t="39824" x="8975725" y="2165350"/>
          <p14:tracePt t="39832" x="9037638" y="2165350"/>
          <p14:tracePt t="39840" x="9137650" y="2165350"/>
          <p14:tracePt t="39848" x="9224963" y="2165350"/>
          <p14:tracePt t="39856" x="9337675" y="2165350"/>
          <p14:tracePt t="39864" x="9413875" y="2165350"/>
          <p14:tracePt t="39872" x="9488488" y="2165350"/>
          <p14:tracePt t="39880" x="9525000" y="2165350"/>
          <p14:tracePt t="39888" x="9550400" y="2165350"/>
          <p14:tracePt t="39896" x="9563100" y="2165350"/>
          <p14:tracePt t="40080" x="9588500" y="2165350"/>
          <p14:tracePt t="40088" x="9601200" y="2165350"/>
          <p14:tracePt t="40104" x="9613900" y="2165350"/>
          <p14:tracePt t="40112" x="9637713" y="2165350"/>
          <p14:tracePt t="40128" x="9650413" y="2165350"/>
          <p14:tracePt t="40136" x="9663113" y="2165350"/>
          <p14:tracePt t="40144" x="9675813" y="2165350"/>
          <p14:tracePt t="40320" x="9688513" y="2165350"/>
          <p14:tracePt t="40328" x="9701213" y="2165350"/>
          <p14:tracePt t="40336" x="9726613" y="2139950"/>
          <p14:tracePt t="40344" x="9750425" y="2139950"/>
          <p14:tracePt t="40352" x="9801225" y="2127250"/>
          <p14:tracePt t="40360" x="9863138" y="2127250"/>
          <p14:tracePt t="40368" x="9952038" y="2127250"/>
          <p14:tracePt t="40376" x="10052050" y="2127250"/>
          <p14:tracePt t="40384" x="10139363" y="2127250"/>
          <p14:tracePt t="40392" x="10226675" y="2114550"/>
          <p14:tracePt t="40401" x="10288588" y="2114550"/>
          <p14:tracePt t="40408" x="10326688" y="2114550"/>
          <p14:tracePt t="40416" x="10339388" y="2114550"/>
          <p14:tracePt t="40424" x="10352088" y="2101850"/>
          <p14:tracePt t="40664" x="10364788" y="2101850"/>
          <p14:tracePt t="40672" x="10377488" y="2101850"/>
          <p14:tracePt t="40688" x="10401300" y="2101850"/>
          <p14:tracePt t="40696" x="10414000" y="2101850"/>
          <p14:tracePt t="40832" x="10426700" y="2101850"/>
          <p14:tracePt t="40840" x="10452100" y="2101850"/>
          <p14:tracePt t="40857" x="10464800" y="2101850"/>
          <p14:tracePt t="40864" x="10490200" y="2101850"/>
          <p14:tracePt t="40872" x="10502900" y="2101850"/>
          <p14:tracePt t="40880" x="10526713" y="2101850"/>
          <p14:tracePt t="40888" x="10552113" y="2101850"/>
          <p14:tracePt t="40896" x="10614025" y="2101850"/>
          <p14:tracePt t="40904" x="10726738" y="2101850"/>
          <p14:tracePt t="40912" x="10915650" y="2127250"/>
          <p14:tracePt t="40920" x="11090275" y="2127250"/>
          <p14:tracePt t="40937" x="11503025" y="2139950"/>
          <p14:tracePt t="40944" x="11653838" y="2139950"/>
          <p14:tracePt t="40952" x="11766550" y="2139950"/>
          <p14:tracePt t="40960" x="11828463" y="2139950"/>
          <p14:tracePt t="40968" x="11866563" y="2139950"/>
          <p14:tracePt t="41168" x="11879263" y="2139950"/>
          <p14:tracePt t="41192" x="11904663" y="2139950"/>
          <p14:tracePt t="41200" x="11917363" y="2139950"/>
          <p14:tracePt t="41208" x="11917363" y="2127250"/>
          <p14:tracePt t="41224" x="11941175" y="2114550"/>
          <p14:tracePt t="41232" x="11953875" y="2114550"/>
          <p14:tracePt t="41240" x="11966575" y="2089150"/>
          <p14:tracePt t="41248" x="11979275" y="2089150"/>
          <p14:tracePt t="41256" x="11991975" y="2089150"/>
          <p14:tracePt t="41264" x="12004675" y="2078038"/>
          <p14:tracePt t="41272" x="12017375" y="2078038"/>
          <p14:tracePt t="41328" x="12028488" y="2078038"/>
          <p14:tracePt t="41336" x="12028488" y="2065338"/>
          <p14:tracePt t="41352" x="12028488" y="2052638"/>
          <p14:tracePt t="41448" x="12017375" y="2052638"/>
          <p14:tracePt t="41464" x="12004675" y="2052638"/>
          <p14:tracePt t="41472" x="12004675" y="2039938"/>
          <p14:tracePt t="41488" x="11991975" y="2039938"/>
          <p14:tracePt t="41496" x="11966575" y="2039938"/>
          <p14:tracePt t="41512" x="11953875" y="2039938"/>
          <p14:tracePt t="41520" x="11941175" y="2039938"/>
          <p14:tracePt t="41528" x="11928475" y="2039938"/>
          <p14:tracePt t="41535" x="11917363" y="2039938"/>
          <p14:tracePt t="41544" x="11879263" y="2039938"/>
          <p14:tracePt t="41552" x="11853863" y="2039938"/>
          <p14:tracePt t="41560" x="11815763" y="2039938"/>
          <p14:tracePt t="41568" x="11728450" y="2039938"/>
          <p14:tracePt t="41576" x="11641138" y="2039938"/>
          <p14:tracePt t="41584" x="11528425" y="2039938"/>
          <p14:tracePt t="41592" x="11377613" y="2039938"/>
          <p14:tracePt t="41600" x="11102975" y="2039938"/>
          <p14:tracePt t="41608" x="10790238" y="2039938"/>
          <p14:tracePt t="41616" x="10352088" y="2039938"/>
          <p14:tracePt t="41624" x="9839325" y="2039938"/>
          <p14:tracePt t="41632" x="9363075" y="2039938"/>
          <p14:tracePt t="41640" x="8863013" y="2039938"/>
          <p14:tracePt t="41648" x="8412163" y="2039938"/>
          <p14:tracePt t="41656" x="7974013" y="2039938"/>
          <p14:tracePt t="41664" x="7535863" y="2039938"/>
          <p14:tracePt t="41672" x="7159625" y="2039938"/>
          <p14:tracePt t="41680" x="6972300" y="2039938"/>
          <p14:tracePt t="41688" x="6846888" y="2039938"/>
          <p14:tracePt t="41696" x="6721475" y="2039938"/>
          <p14:tracePt t="41704" x="6621463" y="2039938"/>
          <p14:tracePt t="41712" x="6472238" y="2039938"/>
          <p14:tracePt t="41720" x="6308725" y="2039938"/>
          <p14:tracePt t="41728" x="6108700" y="2039938"/>
          <p14:tracePt t="41736" x="5921375" y="2039938"/>
          <p14:tracePt t="41744" x="5708650" y="2089150"/>
          <p14:tracePt t="41752" x="5495925" y="2101850"/>
          <p14:tracePt t="41760" x="5281613" y="2127250"/>
          <p14:tracePt t="41768" x="5106988" y="2127250"/>
          <p14:tracePt t="41776" x="4956175" y="2127250"/>
          <p14:tracePt t="41784" x="4832350" y="2127250"/>
          <p14:tracePt t="41792" x="4706938" y="2127250"/>
          <p14:tracePt t="41800" x="4594225" y="2127250"/>
          <p14:tracePt t="41808" x="4506913" y="2127250"/>
          <p14:tracePt t="41816" x="4430713" y="2127250"/>
          <p14:tracePt t="41824" x="4356100" y="2139950"/>
          <p14:tracePt t="41832" x="4305300" y="2152650"/>
          <p14:tracePt t="41840" x="4230688" y="2152650"/>
          <p14:tracePt t="41848" x="4168775" y="2165350"/>
          <p14:tracePt t="41856" x="4081463" y="2178050"/>
          <p14:tracePt t="41864" x="3992563" y="2178050"/>
          <p14:tracePt t="41872" x="3905250" y="2201863"/>
          <p14:tracePt t="41880" x="3805238" y="2214563"/>
          <p14:tracePt t="41888" x="3730625" y="2227263"/>
          <p14:tracePt t="41896" x="3643313" y="2239963"/>
          <p14:tracePt t="41905" x="3579813" y="2239963"/>
          <p14:tracePt t="41912" x="3505200" y="2265363"/>
          <p14:tracePt t="41920" x="3429000" y="2278063"/>
          <p14:tracePt t="41928" x="3354388" y="2290763"/>
          <p14:tracePt t="41939" x="3267075" y="2303463"/>
          <p14:tracePt t="41944" x="3154363" y="2339975"/>
          <p14:tracePt t="41952" x="3067050" y="2365375"/>
          <p14:tracePt t="41960" x="2928938" y="2403475"/>
          <p14:tracePt t="41968" x="2828925" y="2439988"/>
          <p14:tracePt t="41976" x="2728913" y="2439988"/>
          <p14:tracePt t="41984" x="2628900" y="2465388"/>
          <p14:tracePt t="41992" x="2554288" y="2478088"/>
          <p14:tracePt t="42000" x="2490788" y="2478088"/>
          <p14:tracePt t="42008" x="2428875" y="2478088"/>
          <p14:tracePt t="42016" x="2390775" y="2490788"/>
          <p14:tracePt t="42024" x="2339975" y="2490788"/>
          <p14:tracePt t="42032" x="2316163" y="2516188"/>
          <p14:tracePt t="42040" x="2290763" y="2516188"/>
          <p14:tracePt t="42048" x="2252663" y="2527300"/>
          <p14:tracePt t="42056" x="2228850" y="2527300"/>
          <p14:tracePt t="42064" x="2216150" y="2540000"/>
          <p14:tracePt t="42072" x="2203450" y="2552700"/>
          <p14:tracePt t="42089" x="2190750" y="2552700"/>
          <p14:tracePt t="42632" x="2203450" y="2552700"/>
          <p14:tracePt t="42664" x="2216150" y="2552700"/>
          <p14:tracePt t="42680" x="2228850" y="2552700"/>
          <p14:tracePt t="42696" x="2239963" y="2552700"/>
          <p14:tracePt t="42728" x="2252663" y="2552700"/>
          <p14:tracePt t="42736" x="2265363" y="2552700"/>
          <p14:tracePt t="42744" x="2278063" y="2552700"/>
          <p14:tracePt t="42752" x="2290763" y="2552700"/>
          <p14:tracePt t="42760" x="2316163" y="2552700"/>
          <p14:tracePt t="42768" x="2328863" y="2552700"/>
          <p14:tracePt t="42776" x="2339975" y="2552700"/>
          <p14:tracePt t="42784" x="2365375" y="2552700"/>
          <p14:tracePt t="42792" x="2365375" y="2565400"/>
          <p14:tracePt t="42800" x="2390775" y="2565400"/>
          <p14:tracePt t="42808" x="2403475" y="2565400"/>
          <p14:tracePt t="42824" x="2428875" y="2565400"/>
          <p14:tracePt t="42840" x="2441575" y="2565400"/>
          <p14:tracePt t="42848" x="2465388" y="2565400"/>
          <p14:tracePt t="42872" x="2478088" y="2565400"/>
          <p14:tracePt t="42888" x="2503488" y="2565400"/>
          <p14:tracePt t="42904" x="2516188" y="2565400"/>
          <p14:tracePt t="42912" x="2554288" y="2565400"/>
          <p14:tracePt t="42920" x="2590800" y="2565400"/>
          <p14:tracePt t="42928" x="2603500" y="2552700"/>
          <p14:tracePt t="42944" x="2628900" y="2552700"/>
          <p14:tracePt t="43008" x="2641600" y="2552700"/>
          <p14:tracePt t="43160" x="2667000" y="2552700"/>
          <p14:tracePt t="43168" x="2678113" y="2552700"/>
          <p14:tracePt t="43176" x="2716213" y="2552700"/>
          <p14:tracePt t="43184" x="2778125" y="2552700"/>
          <p14:tracePt t="43192" x="2828925" y="2552700"/>
          <p14:tracePt t="43200" x="2916238" y="2552700"/>
          <p14:tracePt t="43208" x="2967038" y="2552700"/>
          <p14:tracePt t="43216" x="3016250" y="2552700"/>
          <p14:tracePt t="43224" x="3054350" y="2552700"/>
          <p14:tracePt t="43232" x="3103563" y="2552700"/>
          <p14:tracePt t="43240" x="3128963" y="2552700"/>
          <p14:tracePt t="43248" x="3141663" y="2540000"/>
          <p14:tracePt t="43472" x="3154363" y="2540000"/>
          <p14:tracePt t="43504" x="3167063" y="2540000"/>
          <p14:tracePt t="43544" x="3179763" y="2540000"/>
          <p14:tracePt t="43560" x="3192463" y="2540000"/>
          <p14:tracePt t="43576" x="3216275" y="2540000"/>
          <p14:tracePt t="43592" x="3228975" y="2540000"/>
          <p14:tracePt t="43600" x="3241675" y="2540000"/>
          <p14:tracePt t="43608" x="3254375" y="2540000"/>
          <p14:tracePt t="43616" x="3279775" y="2540000"/>
          <p14:tracePt t="43624" x="3305175" y="2540000"/>
          <p14:tracePt t="43632" x="3317875" y="2540000"/>
          <p14:tracePt t="43640" x="3328988" y="2540000"/>
          <p14:tracePt t="43648" x="3341688" y="2540000"/>
          <p14:tracePt t="43656" x="3354388" y="2540000"/>
          <p14:tracePt t="43664" x="3367088" y="2540000"/>
          <p14:tracePt t="43680" x="3379788" y="2540000"/>
          <p14:tracePt t="43688" x="3405188" y="2540000"/>
          <p14:tracePt t="43704" x="3429000" y="2540000"/>
          <p14:tracePt t="43712" x="3441700" y="2540000"/>
          <p14:tracePt t="43720" x="3467100" y="2540000"/>
          <p14:tracePt t="43728" x="3479800" y="2540000"/>
          <p14:tracePt t="43744" x="3492500" y="2540000"/>
          <p14:tracePt t="44072" x="3517900" y="2540000"/>
          <p14:tracePt t="44080" x="3541713" y="2540000"/>
          <p14:tracePt t="44088" x="3579813" y="2540000"/>
          <p14:tracePt t="44096" x="3617913" y="2540000"/>
          <p14:tracePt t="44104" x="3667125" y="2540000"/>
          <p14:tracePt t="44112" x="3730625" y="2540000"/>
          <p14:tracePt t="44120" x="3817938" y="2540000"/>
          <p14:tracePt t="44128" x="3879850" y="2540000"/>
          <p14:tracePt t="44136" x="3956050" y="2540000"/>
          <p14:tracePt t="44145" x="4005263" y="2540000"/>
          <p14:tracePt t="44152" x="4043363" y="2540000"/>
          <p14:tracePt t="44168" x="4056063" y="2540000"/>
          <p14:tracePt t="44256" x="4092575" y="2527300"/>
          <p14:tracePt t="44296" x="4130675" y="2527300"/>
          <p14:tracePt t="44304" x="4156075" y="2516188"/>
          <p14:tracePt t="44312" x="4181475" y="2516188"/>
          <p14:tracePt t="44320" x="4217988" y="2516188"/>
          <p14:tracePt t="44336" x="4230688" y="2516188"/>
          <p14:tracePt t="44344" x="4256088" y="2516188"/>
          <p14:tracePt t="44352" x="4268788" y="2516188"/>
          <p14:tracePt t="44360" x="4294188" y="2516188"/>
          <p14:tracePt t="44368" x="4318000" y="2503488"/>
          <p14:tracePt t="44376" x="4356100" y="2503488"/>
          <p14:tracePt t="44384" x="4368800" y="2490788"/>
          <p14:tracePt t="44392" x="4381500" y="2490788"/>
          <p14:tracePt t="44400" x="4406900" y="2478088"/>
          <p14:tracePt t="44408" x="4443413" y="2478088"/>
          <p14:tracePt t="44424" x="4456113" y="2465388"/>
          <p14:tracePt t="44432" x="4468813" y="2465388"/>
          <p14:tracePt t="44448" x="4481513" y="2465388"/>
          <p14:tracePt t="44488" x="4494213" y="2465388"/>
          <p14:tracePt t="44528" x="4506913" y="2465388"/>
          <p14:tracePt t="44616" x="4518025" y="2465388"/>
          <p14:tracePt t="44664" x="4530725" y="2465388"/>
          <p14:tracePt t="47200" x="4518025" y="2465388"/>
          <p14:tracePt t="47280" x="4506913" y="2465388"/>
          <p14:tracePt t="47288" x="4494213" y="2465388"/>
          <p14:tracePt t="47336" x="4481513" y="2465388"/>
          <p14:tracePt t="47344" x="4468813" y="2465388"/>
          <p14:tracePt t="47376" x="4456113" y="2465388"/>
          <p14:tracePt t="47432" x="4443413" y="2465388"/>
          <p14:tracePt t="47448" x="4418013" y="2465388"/>
          <p14:tracePt t="47456" x="4406900" y="2478088"/>
          <p14:tracePt t="47472" x="4343400" y="2490788"/>
          <p14:tracePt t="47480" x="4230688" y="2516188"/>
          <p14:tracePt t="47488" x="4092575" y="2552700"/>
          <p14:tracePt t="47496" x="3943350" y="2590800"/>
          <p14:tracePt t="47504" x="3805238" y="2640013"/>
          <p14:tracePt t="47512" x="3692525" y="2678113"/>
          <p14:tracePt t="47520" x="3567113" y="2703513"/>
          <p14:tracePt t="47528" x="3479800" y="2740025"/>
          <p14:tracePt t="47536" x="3405188" y="2765425"/>
          <p14:tracePt t="47544" x="3305175" y="2816225"/>
          <p14:tracePt t="47552" x="3167063" y="2840038"/>
          <p14:tracePt t="47560" x="3028950" y="2903538"/>
          <p14:tracePt t="47568" x="2941638" y="2916238"/>
          <p14:tracePt t="47576" x="2816225" y="2952750"/>
          <p14:tracePt t="47584" x="2716213" y="2965450"/>
          <p14:tracePt t="47592" x="2578100" y="2978150"/>
          <p14:tracePt t="47600" x="2441575" y="3003550"/>
          <p14:tracePt t="47608" x="2290763" y="3003550"/>
          <p14:tracePt t="47616" x="2178050" y="3016250"/>
          <p14:tracePt t="47624" x="2078038" y="3028950"/>
          <p14:tracePt t="47632" x="1965325" y="3028950"/>
          <p14:tracePt t="47640" x="1903413" y="3028950"/>
          <p14:tracePt t="47648" x="1839913" y="3028950"/>
          <p14:tracePt t="47656" x="1752600" y="3028950"/>
          <p14:tracePt t="47664" x="1701800" y="3028950"/>
          <p14:tracePt t="47672" x="1639888" y="3028950"/>
          <p14:tracePt t="47680" x="1514475" y="3028950"/>
          <p14:tracePt t="47688" x="1414463" y="3028950"/>
          <p14:tracePt t="47696" x="1314450" y="3028950"/>
          <p14:tracePt t="47704" x="1239838" y="3028950"/>
          <p14:tracePt t="47712" x="1176338" y="3028950"/>
          <p14:tracePt t="47720" x="1101725" y="3028950"/>
          <p14:tracePt t="47728" x="1050925" y="3028950"/>
          <p14:tracePt t="47735" x="1001713" y="3028950"/>
          <p14:tracePt t="47744" x="938213" y="3028950"/>
          <p14:tracePt t="47752" x="914400" y="3028950"/>
          <p14:tracePt t="47760" x="863600" y="3028950"/>
          <p14:tracePt t="47767" x="814388" y="3028950"/>
          <p14:tracePt t="47776" x="776288" y="3028950"/>
          <p14:tracePt t="47783" x="712788" y="3028950"/>
          <p14:tracePt t="47792" x="663575" y="3028950"/>
          <p14:tracePt t="47800" x="612775" y="3028950"/>
          <p14:tracePt t="47808" x="563563" y="3028950"/>
          <p14:tracePt t="47816" x="512763" y="3028950"/>
          <p14:tracePt t="47824" x="476250" y="3028950"/>
          <p14:tracePt t="47832" x="438150" y="3028950"/>
          <p14:tracePt t="47840" x="412750" y="3028950"/>
          <p14:tracePt t="47848" x="400050" y="3028950"/>
          <p14:tracePt t="47856" x="387350" y="3028950"/>
          <p14:tracePt t="47864" x="376238" y="3028950"/>
          <p14:tracePt t="47872" x="363538" y="3028950"/>
          <p14:tracePt t="47880" x="350838" y="3028950"/>
          <p14:tracePt t="47904" x="325438" y="3028950"/>
          <p14:tracePt t="47912" x="312738" y="3028950"/>
          <p14:tracePt t="47928" x="287338" y="3041650"/>
          <p14:tracePt t="47939" x="274638" y="3041650"/>
          <p14:tracePt t="47944" x="250825" y="3054350"/>
          <p14:tracePt t="47952" x="238125" y="3065463"/>
          <p14:tracePt t="47960" x="225425" y="3078163"/>
          <p14:tracePt t="47976" x="212725" y="3090863"/>
          <p14:tracePt t="47992" x="212725" y="3116263"/>
          <p14:tracePt t="47999" x="212725" y="3128963"/>
          <p14:tracePt t="48016" x="212725" y="3154363"/>
          <p14:tracePt t="48024" x="212725" y="3165475"/>
          <p14:tracePt t="48032" x="212725" y="3178175"/>
          <p14:tracePt t="48040" x="238125" y="3203575"/>
          <p14:tracePt t="48048" x="250825" y="3228975"/>
          <p14:tracePt t="48056" x="287338" y="3241675"/>
          <p14:tracePt t="48072" x="325438" y="3267075"/>
          <p14:tracePt t="48080" x="363538" y="3278188"/>
          <p14:tracePt t="48089" x="387350" y="3278188"/>
          <p14:tracePt t="48096" x="425450" y="3290888"/>
          <p14:tracePt t="48103" x="463550" y="3290888"/>
          <p14:tracePt t="48112" x="500063" y="3316288"/>
          <p14:tracePt t="48120" x="538163" y="3316288"/>
          <p14:tracePt t="48128" x="576263" y="3316288"/>
          <p14:tracePt t="48136" x="600075" y="3316288"/>
          <p14:tracePt t="48144" x="612775" y="3316288"/>
          <p14:tracePt t="48152" x="638175" y="3328988"/>
          <p14:tracePt t="48160" x="663575" y="3328988"/>
          <p14:tracePt t="48168" x="676275" y="3328988"/>
          <p14:tracePt t="48176" x="676275" y="3341688"/>
          <p14:tracePt t="48184" x="688975" y="3341688"/>
          <p14:tracePt t="48336" x="712788" y="3341688"/>
          <p14:tracePt t="48400" x="725488" y="3354388"/>
          <p14:tracePt t="48456" x="750888" y="3354388"/>
          <p14:tracePt t="48472" x="763588" y="3367088"/>
          <p14:tracePt t="48488" x="776288" y="3378200"/>
          <p14:tracePt t="48496" x="788988" y="3378200"/>
          <p14:tracePt t="48552" x="801688" y="3378200"/>
          <p14:tracePt t="48568" x="814388" y="3378200"/>
          <p14:tracePt t="48592" x="838200" y="3367088"/>
          <p14:tracePt t="48632" x="850900" y="3367088"/>
          <p14:tracePt t="48640" x="863600" y="3367088"/>
          <p14:tracePt t="48656" x="876300" y="3367088"/>
          <p14:tracePt t="48704" x="889000" y="3354388"/>
          <p14:tracePt t="48728" x="901700" y="3354388"/>
          <p14:tracePt t="50416" x="938213" y="3354388"/>
          <p14:tracePt t="50424" x="1001713" y="3354388"/>
          <p14:tracePt t="50440" x="1014413" y="3354388"/>
          <p14:tracePt t="50456" x="1038225" y="3367088"/>
          <p14:tracePt t="50512" x="1063625" y="3367088"/>
          <p14:tracePt t="50520" x="1089025" y="3367088"/>
          <p14:tracePt t="50528" x="1127125" y="3367088"/>
          <p14:tracePt t="50536" x="1150938" y="3354388"/>
          <p14:tracePt t="50543" x="1189038" y="3290888"/>
          <p14:tracePt t="50552" x="1227138" y="3203575"/>
          <p14:tracePt t="50559" x="1239838" y="3165475"/>
          <p14:tracePt t="50568" x="1252538" y="3103563"/>
          <p14:tracePt t="50575" x="1263650" y="3054350"/>
          <p14:tracePt t="50584" x="1263650" y="3041650"/>
          <p14:tracePt t="50591" x="1263650" y="3016250"/>
          <p14:tracePt t="50608" x="1263650" y="3003550"/>
          <p14:tracePt t="50616" x="1263650" y="2990850"/>
          <p14:tracePt t="50632" x="1263650" y="2978150"/>
          <p14:tracePt t="50648" x="1252538" y="2978150"/>
          <p14:tracePt t="50655" x="1201738" y="2978150"/>
          <p14:tracePt t="50664" x="1127125" y="2978150"/>
          <p14:tracePt t="50672" x="1089025" y="3003550"/>
          <p14:tracePt t="50680" x="1014413" y="3065463"/>
          <p14:tracePt t="50688" x="950913" y="3103563"/>
          <p14:tracePt t="50696" x="876300" y="3141663"/>
          <p14:tracePt t="50704" x="801688" y="3190875"/>
          <p14:tracePt t="50713" x="763588" y="3216275"/>
          <p14:tracePt t="50720" x="712788" y="3254375"/>
          <p14:tracePt t="50727" x="688975" y="3278188"/>
          <p14:tracePt t="50736" x="676275" y="3290888"/>
          <p14:tracePt t="50744" x="676275" y="3303588"/>
          <p14:tracePt t="50768" x="676275" y="3316288"/>
          <p14:tracePt t="50784" x="676275" y="3328988"/>
          <p14:tracePt t="50792" x="676275" y="3341688"/>
          <p14:tracePt t="50800" x="676275" y="3354388"/>
          <p14:tracePt t="50808" x="701675" y="3367088"/>
          <p14:tracePt t="50816" x="750888" y="3378200"/>
          <p14:tracePt t="50824" x="801688" y="3403600"/>
          <p14:tracePt t="50832" x="838200" y="3416300"/>
          <p14:tracePt t="50840" x="901700" y="3429000"/>
          <p14:tracePt t="50848" x="1014413" y="3454400"/>
          <p14:tracePt t="50856" x="1150938" y="3454400"/>
          <p14:tracePt t="50864" x="1314450" y="3454400"/>
          <p14:tracePt t="50872" x="1539875" y="3454400"/>
          <p14:tracePt t="50880" x="1689100" y="3441700"/>
          <p14:tracePt t="50888" x="1890713" y="3403600"/>
          <p14:tracePt t="50897" x="2039938" y="3367088"/>
          <p14:tracePt t="50904" x="2165350" y="3328988"/>
          <p14:tracePt t="50911" x="2278063" y="3303588"/>
          <p14:tracePt t="50920" x="2352675" y="3290888"/>
          <p14:tracePt t="50927" x="2390775" y="3267075"/>
          <p14:tracePt t="50936" x="2403475" y="3267075"/>
          <p14:tracePt t="51047" x="2403475" y="3303588"/>
          <p14:tracePt t="51056" x="2403475" y="3341688"/>
          <p14:tracePt t="51063" x="2403475" y="3367088"/>
          <p14:tracePt t="51072" x="2416175" y="3403600"/>
          <p14:tracePt t="51081" x="2441575" y="3416300"/>
          <p14:tracePt t="51088" x="2441575" y="3441700"/>
          <p14:tracePt t="51095" x="2452688" y="3441700"/>
          <p14:tracePt t="51104" x="2452688" y="3454400"/>
          <p14:tracePt t="51112" x="2465388" y="3454400"/>
          <p14:tracePt t="51120" x="2478088" y="3454400"/>
          <p14:tracePt t="51128" x="2503488" y="3454400"/>
          <p14:tracePt t="51136" x="2528888" y="3454400"/>
          <p14:tracePt t="51143" x="2565400" y="3454400"/>
          <p14:tracePt t="51152" x="2616200" y="3429000"/>
          <p14:tracePt t="51159" x="2628900" y="3403600"/>
          <p14:tracePt t="51168" x="2667000" y="3341688"/>
          <p14:tracePt t="51176" x="2667000" y="3290888"/>
          <p14:tracePt t="51184" x="2667000" y="3228975"/>
          <p14:tracePt t="51192" x="2667000" y="3178175"/>
          <p14:tracePt t="51200" x="2667000" y="3165475"/>
          <p14:tracePt t="51208" x="2667000" y="3128963"/>
          <p14:tracePt t="51216" x="2628900" y="3078163"/>
          <p14:tracePt t="51224" x="2616200" y="3078163"/>
          <p14:tracePt t="51232" x="2578100" y="3054350"/>
          <p14:tracePt t="51239" x="2516188" y="3028950"/>
          <p14:tracePt t="51248" x="2465388" y="3016250"/>
          <p14:tracePt t="51256" x="2403475" y="3016250"/>
          <p14:tracePt t="51264" x="2339975" y="3016250"/>
          <p14:tracePt t="51272" x="2239963" y="3016250"/>
          <p14:tracePt t="51280" x="2139950" y="3016250"/>
          <p14:tracePt t="51288" x="2027238" y="3016250"/>
          <p14:tracePt t="51295" x="1878013" y="3041650"/>
          <p14:tracePt t="51304" x="1739900" y="3054350"/>
          <p14:tracePt t="51311" x="1601788" y="3090863"/>
          <p14:tracePt t="51320" x="1465263" y="3128963"/>
          <p14:tracePt t="51327" x="1414463" y="3165475"/>
          <p14:tracePt t="51336" x="1339850" y="3216275"/>
          <p14:tracePt t="51343" x="1301750" y="3241675"/>
          <p14:tracePt t="51352" x="1301750" y="3267075"/>
          <p14:tracePt t="51360" x="1301750" y="3316288"/>
          <p14:tracePt t="51368" x="1301750" y="3341688"/>
          <p14:tracePt t="51375" x="1301750" y="3378200"/>
          <p14:tracePt t="51384" x="1301750" y="3403600"/>
          <p14:tracePt t="51392" x="1301750" y="3429000"/>
          <p14:tracePt t="51400" x="1352550" y="3479800"/>
          <p14:tracePt t="51408" x="1414463" y="3503613"/>
          <p14:tracePt t="51416" x="1465263" y="3529013"/>
          <p14:tracePt t="51424" x="1539875" y="3567113"/>
          <p14:tracePt t="51432" x="1627188" y="3579813"/>
          <p14:tracePt t="51440" x="1752600" y="3590925"/>
          <p14:tracePt t="51448" x="1852613" y="3590925"/>
          <p14:tracePt t="51456" x="1978025" y="3590925"/>
          <p14:tracePt t="51464" x="2052638" y="3590925"/>
          <p14:tracePt t="51472" x="2178050" y="3590925"/>
          <p14:tracePt t="51480" x="2290763" y="3579813"/>
          <p14:tracePt t="51488" x="2365375" y="3567113"/>
          <p14:tracePt t="51495" x="2403475" y="3554413"/>
          <p14:tracePt t="51504" x="2428875" y="3516313"/>
          <p14:tracePt t="51512" x="2441575" y="3516313"/>
          <p14:tracePt t="51520" x="2452688" y="3503613"/>
          <p14:tracePt t="51527" x="2452688" y="3490913"/>
          <p14:tracePt t="51544" x="2452688" y="3479800"/>
          <p14:tracePt t="51872" x="2452688" y="3467100"/>
          <p14:tracePt t="52112" x="2465388" y="3467100"/>
          <p14:tracePt t="54271" x="2490788" y="3467100"/>
          <p14:tracePt t="54280" x="2516188" y="3467100"/>
          <p14:tracePt t="54287" x="2554288" y="3467100"/>
          <p14:tracePt t="54296" x="2590800" y="3467100"/>
          <p14:tracePt t="54303" x="2603500" y="3467100"/>
          <p14:tracePt t="54704" x="2590800" y="3467100"/>
          <p14:tracePt t="54712" x="2554288" y="3467100"/>
          <p14:tracePt t="54728" x="2541588" y="3467100"/>
          <p14:tracePt t="54744" x="2516188" y="3467100"/>
          <p14:tracePt t="54752" x="2516188" y="3454400"/>
          <p14:tracePt t="54808" x="2503488" y="3441700"/>
          <p14:tracePt t="54872" x="2490788" y="3441700"/>
          <p14:tracePt t="54928" x="2490788" y="3429000"/>
          <p14:tracePt t="54935" x="2478088" y="3429000"/>
          <p14:tracePt t="54944" x="2465388" y="3429000"/>
          <p14:tracePt t="55000" x="2452688" y="3429000"/>
          <p14:tracePt t="55080" x="2452688" y="3416300"/>
          <p14:tracePt t="55112" x="2452688" y="3403600"/>
          <p14:tracePt t="55120" x="2465388" y="3390900"/>
          <p14:tracePt t="55128" x="2478088" y="3390900"/>
          <p14:tracePt t="55144" x="2503488" y="3378200"/>
          <p14:tracePt t="55152" x="2528888" y="3367088"/>
          <p14:tracePt t="55160" x="2565400" y="3354388"/>
          <p14:tracePt t="55176" x="2603500" y="3354388"/>
          <p14:tracePt t="55184" x="2641600" y="3354388"/>
          <p14:tracePt t="55192" x="2690813" y="3316288"/>
          <p14:tracePt t="55200" x="2716213" y="3316288"/>
          <p14:tracePt t="55209" x="2754313" y="3303588"/>
          <p14:tracePt t="55215" x="2790825" y="3303588"/>
          <p14:tracePt t="55223" x="2816225" y="3290888"/>
          <p14:tracePt t="55232" x="2828925" y="3278188"/>
          <p14:tracePt t="55239" x="2841625" y="3278188"/>
          <p14:tracePt t="55272" x="2854325" y="3278188"/>
          <p14:tracePt t="55280" x="2867025" y="3278188"/>
          <p14:tracePt t="55288" x="2879725" y="3267075"/>
          <p14:tracePt t="55296" x="2903538" y="3267075"/>
          <p14:tracePt t="55304" x="2916238" y="3254375"/>
          <p14:tracePt t="55336" x="2941638" y="3254375"/>
          <p14:tracePt t="55424" x="2954338" y="3241675"/>
          <p14:tracePt t="55440" x="2979738" y="3241675"/>
          <p14:tracePt t="55455" x="2992438" y="3241675"/>
          <p14:tracePt t="55464" x="3016250" y="3241675"/>
          <p14:tracePt t="55472" x="3028950" y="3241675"/>
          <p14:tracePt t="55480" x="3054350" y="3241675"/>
          <p14:tracePt t="55487" x="3079750" y="3241675"/>
          <p14:tracePt t="55496" x="3116263" y="3241675"/>
          <p14:tracePt t="55504" x="3154363" y="3241675"/>
          <p14:tracePt t="55512" x="3205163" y="3241675"/>
          <p14:tracePt t="55520" x="3241675" y="3241675"/>
          <p14:tracePt t="55528" x="3292475" y="3241675"/>
          <p14:tracePt t="55535" x="3341688" y="3241675"/>
          <p14:tracePt t="55544" x="3405188" y="3241675"/>
          <p14:tracePt t="55551" x="3467100" y="3241675"/>
          <p14:tracePt t="55560" x="3505200" y="3241675"/>
          <p14:tracePt t="55568" x="3554413" y="3241675"/>
          <p14:tracePt t="55576" x="3579813" y="3241675"/>
          <p14:tracePt t="55584" x="3605213" y="3241675"/>
          <p14:tracePt t="55592" x="3643313" y="3241675"/>
          <p14:tracePt t="55600" x="3654425" y="3241675"/>
          <p14:tracePt t="55607" x="3667125" y="3241675"/>
          <p14:tracePt t="55648" x="3679825" y="3241675"/>
          <p14:tracePt t="55655" x="3705225" y="3241675"/>
          <p14:tracePt t="55672" x="3717925" y="3241675"/>
          <p14:tracePt t="55712" x="3730625" y="3241675"/>
          <p14:tracePt t="55744" x="3743325" y="3241675"/>
          <p14:tracePt t="55760" x="3767138" y="3241675"/>
          <p14:tracePt t="55768" x="3779838" y="3241675"/>
          <p14:tracePt t="55776" x="3817938" y="3241675"/>
          <p14:tracePt t="55784" x="3843338" y="3241675"/>
          <p14:tracePt t="55791" x="3867150" y="3241675"/>
          <p14:tracePt t="55800" x="3892550" y="3241675"/>
          <p14:tracePt t="55808" x="3905250" y="3241675"/>
          <p14:tracePt t="55816" x="3917950" y="3241675"/>
          <p14:tracePt t="55856" x="3930650" y="3241675"/>
          <p14:tracePt t="55872" x="3943350" y="3241675"/>
          <p14:tracePt t="55888" x="3956050" y="3241675"/>
          <p14:tracePt t="55896" x="3979863" y="3241675"/>
          <p14:tracePt t="55904" x="3992563" y="3241675"/>
          <p14:tracePt t="55920" x="4005263" y="3241675"/>
          <p14:tracePt t="55944" x="4017963" y="3241675"/>
          <p14:tracePt t="55999" x="4043363" y="3241675"/>
          <p14:tracePt t="56008" x="4068763" y="3241675"/>
          <p14:tracePt t="56016" x="4105275" y="3241675"/>
          <p14:tracePt t="56024" x="4143375" y="3241675"/>
          <p14:tracePt t="56032" x="4192588" y="3241675"/>
          <p14:tracePt t="56039" x="4217988" y="3241675"/>
          <p14:tracePt t="56048" x="4256088" y="3241675"/>
          <p14:tracePt t="56055" x="4294188" y="3241675"/>
          <p14:tracePt t="56064" x="4330700" y="3241675"/>
          <p14:tracePt t="56071" x="4356100" y="3241675"/>
          <p14:tracePt t="56080" x="4381500" y="3241675"/>
          <p14:tracePt t="56087" x="4394200" y="3241675"/>
          <p14:tracePt t="56096" x="4418013" y="3241675"/>
          <p14:tracePt t="56103" x="4430713" y="3241675"/>
          <p14:tracePt t="56168" x="4456113" y="3241675"/>
          <p14:tracePt t="56184" x="4468813" y="3241675"/>
          <p14:tracePt t="56200" x="4494213" y="3241675"/>
          <p14:tracePt t="56288" x="4506913" y="3241675"/>
          <p14:tracePt t="56328" x="4518025" y="3241675"/>
          <p14:tracePt t="56335" x="4530725" y="3241675"/>
          <p14:tracePt t="56344" x="4543425" y="3241675"/>
          <p14:tracePt t="56352" x="4568825" y="3241675"/>
          <p14:tracePt t="56368" x="4581525" y="3241675"/>
          <p14:tracePt t="56376" x="4594225" y="3254375"/>
          <p14:tracePt t="56384" x="4606925" y="3254375"/>
          <p14:tracePt t="56400" x="4619625" y="3254375"/>
          <p14:tracePt t="56440" x="4643438" y="3278188"/>
          <p14:tracePt t="57128" x="4656138" y="3278188"/>
          <p14:tracePt t="57144" x="4694238" y="3290888"/>
          <p14:tracePt t="57152" x="4706938" y="3290888"/>
          <p14:tracePt t="57160" x="4732338" y="3303588"/>
          <p14:tracePt t="57176" x="4756150" y="3316288"/>
          <p14:tracePt t="57184" x="4768850" y="3316288"/>
          <p14:tracePt t="57200" x="4781550" y="3316288"/>
          <p14:tracePt t="57215" x="4794250" y="3316288"/>
          <p14:tracePt t="57232" x="4806950" y="3316288"/>
          <p14:tracePt t="57248" x="4819650" y="3316288"/>
          <p14:tracePt t="57256" x="4832350" y="3316288"/>
          <p14:tracePt t="57264" x="4843463" y="3316288"/>
          <p14:tracePt t="57272" x="4856163" y="3316288"/>
          <p14:tracePt t="57280" x="4881563" y="3316288"/>
          <p14:tracePt t="57288" x="4906963" y="3316288"/>
          <p14:tracePt t="57295" x="4932363" y="3303588"/>
          <p14:tracePt t="57304" x="4945063" y="3278188"/>
          <p14:tracePt t="57311" x="4956175" y="3278188"/>
          <p14:tracePt t="57320" x="4968875" y="3254375"/>
          <p14:tracePt t="57336" x="4968875" y="3241675"/>
          <p14:tracePt t="57360" x="4968875" y="3228975"/>
          <p14:tracePt t="57552" x="4981575" y="3228975"/>
          <p14:tracePt t="57559" x="4994275" y="3241675"/>
          <p14:tracePt t="57887" x="5006975" y="3267075"/>
          <p14:tracePt t="58032" x="5006975" y="3278188"/>
          <p14:tracePt t="58047" x="5019675" y="3290888"/>
          <p14:tracePt t="58056" x="5032375" y="3303588"/>
          <p14:tracePt t="58072" x="5057775" y="3316288"/>
          <p14:tracePt t="58079" x="5068888" y="3316288"/>
          <p14:tracePt t="58088" x="5081588" y="3316288"/>
          <p14:tracePt t="58096" x="5094288" y="3316288"/>
          <p14:tracePt t="58104" x="5119688" y="3316288"/>
          <p14:tracePt t="58112" x="5157788" y="3316288"/>
          <p14:tracePt t="58120" x="5181600" y="3316288"/>
          <p14:tracePt t="58127" x="5270500" y="3316288"/>
          <p14:tracePt t="58136" x="5332413" y="3316288"/>
          <p14:tracePt t="58144" x="5370513" y="3316288"/>
          <p14:tracePt t="58152" x="5394325" y="3316288"/>
          <p14:tracePt t="58160" x="5419725" y="3316288"/>
          <p14:tracePt t="58168" x="5432425" y="3303588"/>
          <p14:tracePt t="58303" x="5457825" y="3303588"/>
          <p14:tracePt t="58312" x="5519738" y="3290888"/>
          <p14:tracePt t="58320" x="5595938" y="3267075"/>
          <p14:tracePt t="58328" x="5657850" y="3254375"/>
          <p14:tracePt t="58336" x="5719763" y="3241675"/>
          <p14:tracePt t="58344" x="5795963" y="3241675"/>
          <p14:tracePt t="58352" x="5870575" y="3228975"/>
          <p14:tracePt t="58360" x="5932488" y="3228975"/>
          <p14:tracePt t="58367" x="5995988" y="3203575"/>
          <p14:tracePt t="58375" x="6045200" y="3203575"/>
          <p14:tracePt t="58384" x="6096000" y="3203575"/>
          <p14:tracePt t="58392" x="6121400" y="3203575"/>
          <p14:tracePt t="58400" x="6134100" y="3203575"/>
          <p14:tracePt t="58488" x="6146800" y="3203575"/>
          <p14:tracePt t="58496" x="6157913" y="3203575"/>
          <p14:tracePt t="58504" x="6170613" y="3203575"/>
          <p14:tracePt t="59128" x="6183313" y="3203575"/>
          <p14:tracePt t="59136" x="6196013" y="3203575"/>
          <p14:tracePt t="59144" x="6221413" y="3203575"/>
          <p14:tracePt t="59152" x="6221413" y="3216275"/>
          <p14:tracePt t="59160" x="6259513" y="3216275"/>
          <p14:tracePt t="59167" x="6308725" y="3216275"/>
          <p14:tracePt t="59176" x="6334125" y="3216275"/>
          <p14:tracePt t="59183" x="6383338" y="3216275"/>
          <p14:tracePt t="59191" x="6434138" y="3216275"/>
          <p14:tracePt t="59199" x="6508750" y="3216275"/>
          <p14:tracePt t="59208" x="6559550" y="3216275"/>
          <p14:tracePt t="59215" x="6596063" y="3216275"/>
          <p14:tracePt t="59224" x="6621463" y="3216275"/>
          <p14:tracePt t="59231" x="6634163" y="3216275"/>
          <p14:tracePt t="59240" x="6646863" y="3216275"/>
          <p14:tracePt t="59288" x="6672263" y="3216275"/>
          <p14:tracePt t="59295" x="6684963" y="3203575"/>
          <p14:tracePt t="59303" x="6696075" y="3203575"/>
          <p14:tracePt t="59312" x="6721475" y="3190875"/>
          <p14:tracePt t="59320" x="6759575" y="3190875"/>
          <p14:tracePt t="59328" x="6784975" y="3178175"/>
          <p14:tracePt t="59343" x="6797675" y="3178175"/>
          <p14:tracePt t="59351" x="6821488" y="3165475"/>
          <p14:tracePt t="59392" x="6834188" y="3154363"/>
          <p14:tracePt t="59463" x="6846888" y="3154363"/>
          <p14:tracePt t="59479" x="6884988" y="3154363"/>
          <p14:tracePt t="59488" x="6910388" y="3154363"/>
          <p14:tracePt t="59495" x="6946900" y="3154363"/>
          <p14:tracePt t="59503" x="6997700" y="3154363"/>
          <p14:tracePt t="59512" x="7034213" y="3154363"/>
          <p14:tracePt t="59520" x="7046913" y="3154363"/>
          <p14:tracePt t="59527" x="7085013" y="3154363"/>
          <p14:tracePt t="59535" x="7134225" y="3154363"/>
          <p14:tracePt t="59544" x="7159625" y="3165475"/>
          <p14:tracePt t="59551" x="7172325" y="3165475"/>
          <p14:tracePt t="59560" x="7210425" y="3165475"/>
          <p14:tracePt t="59567" x="7235825" y="3178175"/>
          <p14:tracePt t="59576" x="7272338" y="3178175"/>
          <p14:tracePt t="59584" x="7297738" y="3178175"/>
          <p14:tracePt t="59592" x="7335838" y="3178175"/>
          <p14:tracePt t="59599" x="7372350" y="3178175"/>
          <p14:tracePt t="59608" x="7397750" y="3178175"/>
          <p14:tracePt t="59615" x="7423150" y="3203575"/>
          <p14:tracePt t="59624" x="7459663" y="3203575"/>
          <p14:tracePt t="59632" x="7472363" y="3203575"/>
          <p14:tracePt t="59640" x="7485063" y="3203575"/>
          <p14:tracePt t="60168" x="7497763" y="3203575"/>
          <p14:tracePt t="60176" x="7548563" y="3216275"/>
          <p14:tracePt t="60184" x="7572375" y="3228975"/>
          <p14:tracePt t="60192" x="7585075" y="3228975"/>
          <p14:tracePt t="60200" x="7610475" y="3228975"/>
          <p14:tracePt t="60208" x="7623175" y="3228975"/>
          <p14:tracePt t="60215" x="7635875" y="3228975"/>
          <p14:tracePt t="60224" x="7648575" y="3241675"/>
          <p14:tracePt t="60231" x="7661275" y="3241675"/>
          <p14:tracePt t="60272" x="7673975" y="3241675"/>
          <p14:tracePt t="60280" x="7710488" y="3241675"/>
          <p14:tracePt t="60287" x="7748588" y="3241675"/>
          <p14:tracePt t="60296" x="7761288" y="3241675"/>
          <p14:tracePt t="60303" x="7797800" y="3241675"/>
          <p14:tracePt t="60312" x="7835900" y="3241675"/>
          <p14:tracePt t="60319" x="7848600" y="3241675"/>
          <p14:tracePt t="60328" x="7874000" y="3241675"/>
          <p14:tracePt t="60335" x="7886700" y="3241675"/>
          <p14:tracePt t="60344" x="7897813" y="3241675"/>
          <p14:tracePt t="60352" x="7910513" y="3241675"/>
          <p14:tracePt t="60360" x="7923213" y="3241675"/>
          <p14:tracePt t="60367" x="7935913" y="3241675"/>
          <p14:tracePt t="60376" x="7948613" y="3241675"/>
          <p14:tracePt t="60383" x="7961313" y="3241675"/>
          <p14:tracePt t="60392" x="7974013" y="3241675"/>
          <p14:tracePt t="60400" x="7999413" y="3241675"/>
          <p14:tracePt t="60407" x="8010525" y="3241675"/>
          <p14:tracePt t="60415" x="8035925" y="3241675"/>
          <p14:tracePt t="60424" x="8048625" y="3241675"/>
          <p14:tracePt t="60432" x="8074025" y="3241675"/>
          <p14:tracePt t="60448" x="8099425" y="3241675"/>
          <p14:tracePt t="60457" x="8110538" y="3241675"/>
          <p14:tracePt t="60472" x="8123238" y="3241675"/>
          <p14:tracePt t="60488" x="8135938" y="3241675"/>
          <p14:tracePt t="60544" x="8148638" y="3241675"/>
          <p14:tracePt t="60552" x="8199438" y="3241675"/>
          <p14:tracePt t="60560" x="8223250" y="3241675"/>
          <p14:tracePt t="60568" x="8248650" y="3241675"/>
          <p14:tracePt t="60575" x="8274050" y="3241675"/>
          <p14:tracePt t="60584" x="8286750" y="3241675"/>
          <p14:tracePt t="60592" x="8299450" y="3241675"/>
          <p14:tracePt t="60680" x="8324850" y="3241675"/>
          <p14:tracePt t="60696" x="8335963" y="3241675"/>
          <p14:tracePt t="60704" x="8361363" y="3241675"/>
          <p14:tracePt t="60712" x="8374063" y="3241675"/>
          <p14:tracePt t="60719" x="8386763" y="3241675"/>
          <p14:tracePt t="60736" x="8399463" y="3241675"/>
          <p14:tracePt t="60752" x="8412163" y="3241675"/>
          <p14:tracePt t="60767" x="8435975" y="3241675"/>
          <p14:tracePt t="60776" x="8461375" y="3241675"/>
          <p14:tracePt t="60783" x="8499475" y="3241675"/>
          <p14:tracePt t="60792" x="8537575" y="3241675"/>
          <p14:tracePt t="60799" x="8586788" y="3241675"/>
          <p14:tracePt t="60807" x="8650288" y="3241675"/>
          <p14:tracePt t="60816" x="8686800" y="3241675"/>
          <p14:tracePt t="60825" x="8737600" y="3241675"/>
          <p14:tracePt t="60832" x="8750300" y="3241675"/>
          <p14:tracePt t="60840" x="8774113" y="3241675"/>
          <p14:tracePt t="60888" x="8786813" y="3241675"/>
          <p14:tracePt t="60896" x="8812213" y="3241675"/>
          <p14:tracePt t="60903" x="8837613" y="3241675"/>
          <p14:tracePt t="60912" x="8874125" y="3241675"/>
          <p14:tracePt t="60920" x="8912225" y="3241675"/>
          <p14:tracePt t="60928" x="8924925" y="3241675"/>
          <p14:tracePt t="60942" x="8937625" y="3241675"/>
          <p14:tracePt t="60943" x="8950325" y="3241675"/>
          <p14:tracePt t="61007" x="8986838" y="3228975"/>
          <p14:tracePt t="61015" x="8999538" y="3228975"/>
          <p14:tracePt t="61024" x="9050338" y="3228975"/>
          <p14:tracePt t="61031" x="9099550" y="3228975"/>
          <p14:tracePt t="61039" x="9137650" y="3228975"/>
          <p14:tracePt t="61048" x="9175750" y="3228975"/>
          <p14:tracePt t="61055" x="9212263" y="3228975"/>
          <p14:tracePt t="61104" x="9224963" y="3228975"/>
          <p14:tracePt t="61119" x="9263063" y="3228975"/>
          <p14:tracePt t="61128" x="9288463" y="3228975"/>
          <p14:tracePt t="61136" x="9324975" y="3228975"/>
          <p14:tracePt t="61144" x="9375775" y="3228975"/>
          <p14:tracePt t="61151" x="9413875" y="3228975"/>
          <p14:tracePt t="61159" x="9450388" y="3228975"/>
          <p14:tracePt t="61175" x="9463088" y="3228975"/>
          <p14:tracePt t="61192" x="9488488" y="3228975"/>
          <p14:tracePt t="61209" x="9501188" y="3228975"/>
          <p14:tracePt t="61223" x="9525000" y="3228975"/>
          <p14:tracePt t="61232" x="9537700" y="3228975"/>
          <p14:tracePt t="61239" x="9575800" y="3228975"/>
          <p14:tracePt t="61248" x="9601200" y="3228975"/>
          <p14:tracePt t="61255" x="9637713" y="3228975"/>
          <p14:tracePt t="61264" x="9713913" y="3165475"/>
          <p14:tracePt t="61271" x="9726613" y="3141663"/>
          <p14:tracePt t="61280" x="9739313" y="3116263"/>
          <p14:tracePt t="61287" x="9750425" y="3103563"/>
          <p14:tracePt t="61296" x="9750425" y="3054350"/>
          <p14:tracePt t="61304" x="9750425" y="3016250"/>
          <p14:tracePt t="61312" x="9750425" y="2990850"/>
          <p14:tracePt t="61319" x="9750425" y="2952750"/>
          <p14:tracePt t="61328" x="9750425" y="2928938"/>
          <p14:tracePt t="61335" x="9750425" y="2916238"/>
          <p14:tracePt t="61344" x="9750425" y="2878138"/>
          <p14:tracePt t="61352" x="9726613" y="2852738"/>
          <p14:tracePt t="61360" x="9688513" y="2816225"/>
          <p14:tracePt t="61368" x="9663113" y="2803525"/>
          <p14:tracePt t="61376" x="9626600" y="2790825"/>
          <p14:tracePt t="61384" x="9575800" y="2778125"/>
          <p14:tracePt t="61392" x="9525000" y="2778125"/>
          <p14:tracePt t="61400" x="9450388" y="2778125"/>
          <p14:tracePt t="61408" x="9350375" y="2778125"/>
          <p14:tracePt t="61416" x="9288463" y="2778125"/>
          <p14:tracePt t="61423" x="9188450" y="2778125"/>
          <p14:tracePt t="61432" x="9088438" y="2778125"/>
          <p14:tracePt t="61439" x="8999538" y="2778125"/>
          <p14:tracePt t="61448" x="8899525" y="2778125"/>
          <p14:tracePt t="61455" x="8799513" y="2778125"/>
          <p14:tracePt t="61464" x="8737600" y="2778125"/>
          <p14:tracePt t="61471" x="8674100" y="2778125"/>
          <p14:tracePt t="61480" x="8624888" y="2790825"/>
          <p14:tracePt t="61487" x="8586788" y="2816225"/>
          <p14:tracePt t="61496" x="8574088" y="2828925"/>
          <p14:tracePt t="61503" x="8561388" y="2852738"/>
          <p14:tracePt t="61511" x="8561388" y="2890838"/>
          <p14:tracePt t="61520" x="8561388" y="2928938"/>
          <p14:tracePt t="61527" x="8561388" y="2978150"/>
          <p14:tracePt t="61535" x="8586788" y="3016250"/>
          <p14:tracePt t="61544" x="8637588" y="3090863"/>
          <p14:tracePt t="61551" x="8661400" y="3116263"/>
          <p14:tracePt t="61560" x="8712200" y="3165475"/>
          <p14:tracePt t="61568" x="8724900" y="3190875"/>
          <p14:tracePt t="61576" x="8737600" y="3216275"/>
          <p14:tracePt t="61584" x="8763000" y="3241675"/>
          <p14:tracePt t="61592" x="8812213" y="3267075"/>
          <p14:tracePt t="61600" x="8837613" y="3290888"/>
          <p14:tracePt t="61607" x="8899525" y="3328988"/>
          <p14:tracePt t="61615" x="8975725" y="3341688"/>
          <p14:tracePt t="61623" x="9112250" y="3367088"/>
          <p14:tracePt t="61631" x="9250363" y="3390900"/>
          <p14:tracePt t="61640" x="9375775" y="3390900"/>
          <p14:tracePt t="61648" x="9488488" y="3390900"/>
          <p14:tracePt t="61655" x="9588500" y="3390900"/>
          <p14:tracePt t="61664" x="9650413" y="3390900"/>
          <p14:tracePt t="61671" x="9688513" y="3390900"/>
          <p14:tracePt t="61680" x="9701213" y="3378200"/>
          <p14:tracePt t="61688" x="9713913" y="3367088"/>
          <p14:tracePt t="61696" x="9713913" y="3354388"/>
          <p14:tracePt t="61703" x="9726613" y="3341688"/>
          <p14:tracePt t="61712" x="9750425" y="3328988"/>
          <p14:tracePt t="61720" x="9750425" y="3303588"/>
          <p14:tracePt t="61728" x="9763125" y="3290888"/>
          <p14:tracePt t="61743" x="9775825" y="3278188"/>
          <p14:tracePt t="62095" x="9763125" y="3278188"/>
          <p14:tracePt t="62103" x="9750425" y="3278188"/>
          <p14:tracePt t="62120" x="9726613" y="3278188"/>
          <p14:tracePt t="62127" x="9726613" y="3290888"/>
          <p14:tracePt t="62144" x="9713913" y="3290888"/>
          <p14:tracePt t="62200" x="9701213" y="3290888"/>
          <p14:tracePt t="62239" x="9688513" y="3303588"/>
          <p14:tracePt t="62327" x="9675813" y="3303588"/>
          <p14:tracePt t="62343" x="9650413" y="3303588"/>
          <p14:tracePt t="62351" x="9637713" y="3290888"/>
          <p14:tracePt t="62359" x="9626600" y="3290888"/>
          <p14:tracePt t="62375" x="9613900" y="3290888"/>
          <p14:tracePt t="62383" x="9601200" y="3278188"/>
          <p14:tracePt t="62440" x="9575800" y="3278188"/>
          <p14:tracePt t="63168" x="9575800" y="3267075"/>
          <p14:tracePt t="63175" x="9588500" y="3267075"/>
          <p14:tracePt t="63184" x="9601200" y="3267075"/>
          <p14:tracePt t="63192" x="9637713" y="3267075"/>
          <p14:tracePt t="63200" x="9663113" y="3267075"/>
          <p14:tracePt t="63207" x="9701213" y="3267075"/>
          <p14:tracePt t="63216" x="9750425" y="3267075"/>
          <p14:tracePt t="63223" x="9852025" y="3267075"/>
          <p14:tracePt t="63231" x="9952038" y="3278188"/>
          <p14:tracePt t="63239" x="10039350" y="3278188"/>
          <p14:tracePt t="63248" x="10101263" y="3278188"/>
          <p14:tracePt t="63255" x="10152063" y="3278188"/>
          <p14:tracePt t="63265" x="10188575" y="3278188"/>
          <p14:tracePt t="63271" x="10213975" y="3278188"/>
          <p14:tracePt t="63279" x="10239375" y="3278188"/>
          <p14:tracePt t="63511" x="10264775" y="3278188"/>
          <p14:tracePt t="63520" x="10339388" y="3278188"/>
          <p14:tracePt t="63527" x="10364788" y="3278188"/>
          <p14:tracePt t="63536" x="10414000" y="3278188"/>
          <p14:tracePt t="63543" x="10452100" y="3278188"/>
          <p14:tracePt t="63552" x="10490200" y="3278188"/>
          <p14:tracePt t="63559" x="10526713" y="3278188"/>
          <p14:tracePt t="63567" x="10539413" y="3278188"/>
          <p14:tracePt t="63575" x="10552113" y="3278188"/>
          <p14:tracePt t="63583" x="10564813" y="3278188"/>
          <p14:tracePt t="63591" x="10577513" y="3278188"/>
          <p14:tracePt t="63775" x="10602913" y="3278188"/>
          <p14:tracePt t="63784" x="10614025" y="3278188"/>
          <p14:tracePt t="63800" x="10639425" y="3278188"/>
          <p14:tracePt t="63895" x="10652125" y="3278188"/>
          <p14:tracePt t="63911" x="10677525" y="3278188"/>
          <p14:tracePt t="63920" x="10702925" y="3278188"/>
          <p14:tracePt t="63928" x="10726738" y="3278188"/>
          <p14:tracePt t="63936" x="10764838" y="3278188"/>
          <p14:tracePt t="63943" x="10802938" y="3278188"/>
          <p14:tracePt t="63952" x="10852150" y="3278188"/>
          <p14:tracePt t="63959" x="10902950" y="3278188"/>
          <p14:tracePt t="63968" x="10952163" y="3278188"/>
          <p14:tracePt t="63975" x="11002963" y="3278188"/>
          <p14:tracePt t="63984" x="11052175" y="3278188"/>
          <p14:tracePt t="63991" x="11090275" y="3278188"/>
          <p14:tracePt t="64000" x="11128375" y="3278188"/>
          <p14:tracePt t="64007" x="11141075" y="3278188"/>
          <p14:tracePt t="64016" x="11164888" y="3278188"/>
          <p14:tracePt t="64023" x="11190288" y="3278188"/>
          <p14:tracePt t="64031" x="11215688" y="3278188"/>
          <p14:tracePt t="64047" x="11228388" y="3278188"/>
          <p14:tracePt t="64055" x="11241088" y="3278188"/>
          <p14:tracePt t="64063" x="11253788" y="3278188"/>
          <p14:tracePt t="64079" x="11266488" y="3278188"/>
          <p14:tracePt t="64088" x="11277600" y="3278188"/>
          <p14:tracePt t="64104" x="11290300" y="3278188"/>
          <p14:tracePt t="64151" x="11303000" y="3278188"/>
          <p14:tracePt t="64159" x="11328400" y="3278188"/>
          <p14:tracePt t="64168" x="11341100" y="3278188"/>
          <p14:tracePt t="64175" x="11353800" y="3278188"/>
          <p14:tracePt t="64183" x="11366500" y="3278188"/>
          <p14:tracePt t="64191" x="11377613" y="3278188"/>
          <p14:tracePt t="64200" x="11390313" y="3278188"/>
          <p14:tracePt t="64207" x="11403013" y="3278188"/>
          <p14:tracePt t="64216" x="11415713" y="3278188"/>
          <p14:tracePt t="64264" x="11428413" y="3278188"/>
          <p14:tracePt t="64272" x="11453813" y="3278188"/>
          <p14:tracePt t="64288" x="11466513" y="3278188"/>
          <p14:tracePt t="64295" x="11490325" y="3278188"/>
          <p14:tracePt t="64336" x="11503025" y="3278188"/>
          <p14:tracePt t="64383" x="11515725" y="3267075"/>
          <p14:tracePt t="64391" x="11528425" y="3267075"/>
          <p14:tracePt t="64431" x="11541125" y="3241675"/>
          <p14:tracePt t="64464" x="11553825" y="3241675"/>
          <p14:tracePt t="64479" x="11566525" y="3241675"/>
          <p14:tracePt t="65296" x="11528425" y="3241675"/>
          <p14:tracePt t="65303" x="11377613" y="3241675"/>
          <p14:tracePt t="65312" x="11241088" y="3254375"/>
          <p14:tracePt t="65319" x="11077575" y="3267075"/>
          <p14:tracePt t="65328" x="10890250" y="3316288"/>
          <p14:tracePt t="65335" x="10639425" y="3328988"/>
          <p14:tracePt t="65343" x="10026650" y="3354388"/>
          <p14:tracePt t="65351" x="9375775" y="3354388"/>
          <p14:tracePt t="65359" x="8661400" y="3354388"/>
          <p14:tracePt t="65367" x="7961313" y="3354388"/>
          <p14:tracePt t="65375" x="7348538" y="3354388"/>
          <p14:tracePt t="65383" x="6772275" y="3354388"/>
          <p14:tracePt t="65392" x="6196013" y="3354388"/>
          <p14:tracePt t="65399" x="5583238" y="3354388"/>
          <p14:tracePt t="65408" x="5106988" y="3354388"/>
          <p14:tracePt t="65415" x="4594225" y="3354388"/>
          <p14:tracePt t="65423" x="4256088" y="3354388"/>
          <p14:tracePt t="65431" x="4043363" y="3367088"/>
          <p14:tracePt t="65440" x="3867150" y="3390900"/>
          <p14:tracePt t="65447" x="3743325" y="3403600"/>
          <p14:tracePt t="65455" x="3654425" y="3416300"/>
          <p14:tracePt t="65463" x="3592513" y="3429000"/>
          <p14:tracePt t="65471" x="3541713" y="3429000"/>
          <p14:tracePt t="65479" x="3517900" y="3454400"/>
          <p14:tracePt t="65488" x="3467100" y="3454400"/>
          <p14:tracePt t="65495" x="3417888" y="3454400"/>
          <p14:tracePt t="65504" x="3367088" y="3454400"/>
          <p14:tracePt t="65512" x="3279775" y="3454400"/>
          <p14:tracePt t="65520" x="3179763" y="3454400"/>
          <p14:tracePt t="65527" x="3067050" y="3454400"/>
          <p14:tracePt t="65535" x="2928938" y="3454400"/>
          <p14:tracePt t="65544" x="2816225" y="3454400"/>
          <p14:tracePt t="65551" x="2728913" y="3454400"/>
          <p14:tracePt t="65560" x="2678113" y="3454400"/>
          <p14:tracePt t="65567" x="2628900" y="3454400"/>
          <p14:tracePt t="65576" x="2578100" y="3454400"/>
          <p14:tracePt t="65583" x="2554288" y="3454400"/>
          <p14:tracePt t="65592" x="2528888" y="3467100"/>
          <p14:tracePt t="65599" x="2503488" y="3467100"/>
          <p14:tracePt t="65608" x="2490788" y="3467100"/>
          <p14:tracePt t="65615" x="2478088" y="3467100"/>
          <p14:tracePt t="65623" x="2465388" y="3467100"/>
          <p14:tracePt t="65631" x="2452688" y="3467100"/>
          <p14:tracePt t="65639" x="2428875" y="3479800"/>
          <p14:tracePt t="65775" x="2441575" y="3479800"/>
          <p14:tracePt t="65783" x="2452688" y="3479800"/>
          <p14:tracePt t="65792" x="2465388" y="3479800"/>
          <p14:tracePt t="65799" x="2478088" y="3479800"/>
          <p14:tracePt t="65807" x="2490788" y="3479800"/>
          <p14:tracePt t="65815" x="2503488" y="3503613"/>
          <p14:tracePt t="65823" x="2528888" y="3503613"/>
          <p14:tracePt t="65831" x="2554288" y="3516313"/>
          <p14:tracePt t="65839" x="2578100" y="3541713"/>
          <p14:tracePt t="65847" x="2616200" y="3541713"/>
          <p14:tracePt t="65855" x="2641600" y="3541713"/>
          <p14:tracePt t="65863" x="2690813" y="3554413"/>
          <p14:tracePt t="65872" x="2754313" y="3567113"/>
          <p14:tracePt t="65879" x="2841625" y="3603625"/>
          <p14:tracePt t="65888" x="2903538" y="3603625"/>
          <p14:tracePt t="65895" x="2979738" y="3616325"/>
          <p14:tracePt t="65903" x="3054350" y="3629025"/>
          <p14:tracePt t="65911" x="3128963" y="3629025"/>
          <p14:tracePt t="65919" x="3216275" y="3629025"/>
          <p14:tracePt t="65927" x="3317875" y="3629025"/>
          <p14:tracePt t="65939" x="3417888" y="3629025"/>
          <p14:tracePt t="65943" x="3554413" y="3629025"/>
          <p14:tracePt t="65951" x="3654425" y="3629025"/>
          <p14:tracePt t="65960" x="3767138" y="3629025"/>
          <p14:tracePt t="65967" x="3856038" y="3629025"/>
          <p14:tracePt t="65976" x="3917950" y="3629025"/>
          <p14:tracePt t="65983" x="4005263" y="3629025"/>
          <p14:tracePt t="65991" x="4043363" y="3616325"/>
          <p14:tracePt t="65999" x="4068763" y="3603625"/>
          <p14:tracePt t="66007" x="4081463" y="3579813"/>
          <p14:tracePt t="66015" x="4092575" y="3579813"/>
          <p14:tracePt t="66023" x="4105275" y="3554413"/>
          <p14:tracePt t="66127" x="4081463" y="3567113"/>
          <p14:tracePt t="66135" x="4068763" y="3616325"/>
          <p14:tracePt t="66144" x="4068763" y="3654425"/>
          <p14:tracePt t="66151" x="4068763" y="3692525"/>
          <p14:tracePt t="66160" x="4068763" y="3703638"/>
          <p14:tracePt t="66167" x="4092575" y="3767138"/>
          <p14:tracePt t="66176" x="4143375" y="3779838"/>
          <p14:tracePt t="66183" x="4281488" y="3803650"/>
          <p14:tracePt t="66191" x="4343400" y="3816350"/>
          <p14:tracePt t="66199" x="4494213" y="3816350"/>
          <p14:tracePt t="66207" x="4643438" y="3816350"/>
          <p14:tracePt t="66215" x="4794250" y="3816350"/>
          <p14:tracePt t="66223" x="4932363" y="3803650"/>
          <p14:tracePt t="66231" x="5068888" y="3729038"/>
          <p14:tracePt t="66239" x="5145088" y="3679825"/>
          <p14:tracePt t="66247" x="5207000" y="3616325"/>
          <p14:tracePt t="66256" x="5207000" y="3567113"/>
          <p14:tracePt t="66264" x="5207000" y="3529013"/>
          <p14:tracePt t="66272" x="5207000" y="3516313"/>
          <p14:tracePt t="66280" x="5181600" y="3467100"/>
          <p14:tracePt t="66287" x="5119688" y="3429000"/>
          <p14:tracePt t="66295" x="5019675" y="3403600"/>
          <p14:tracePt t="66303" x="4956175" y="3378200"/>
          <p14:tracePt t="66311" x="4881563" y="3354388"/>
          <p14:tracePt t="66319" x="4806950" y="3341688"/>
          <p14:tracePt t="66328" x="4743450" y="3328988"/>
          <p14:tracePt t="66335" x="4681538" y="3316288"/>
          <p14:tracePt t="66344" x="4643438" y="3316288"/>
          <p14:tracePt t="66351" x="4568825" y="3316288"/>
          <p14:tracePt t="66360" x="4518025" y="3290888"/>
          <p14:tracePt t="66368" x="4418013" y="3290888"/>
          <p14:tracePt t="66376" x="4294188" y="3290888"/>
          <p14:tracePt t="66383" x="4168775" y="3290888"/>
          <p14:tracePt t="66392" x="4017963" y="3290888"/>
          <p14:tracePt t="66399" x="3856038" y="3290888"/>
          <p14:tracePt t="66408" x="3705225" y="3290888"/>
          <p14:tracePt t="66415" x="3567113" y="3278188"/>
          <p14:tracePt t="66423" x="3429000" y="3278188"/>
          <p14:tracePt t="66431" x="3328988" y="3278188"/>
          <p14:tracePt t="66440" x="3228975" y="3278188"/>
          <p14:tracePt t="66447" x="3128963" y="3278188"/>
          <p14:tracePt t="66457" x="3067050" y="3278188"/>
          <p14:tracePt t="66464" x="3016250" y="3278188"/>
          <p14:tracePt t="66471" x="2979738" y="3278188"/>
          <p14:tracePt t="66480" x="2954338" y="3278188"/>
          <p14:tracePt t="66487" x="2916238" y="3278188"/>
          <p14:tracePt t="66495" x="2879725" y="3278188"/>
          <p14:tracePt t="66503" x="2841625" y="3278188"/>
          <p14:tracePt t="66512" x="2816225" y="3290888"/>
          <p14:tracePt t="66519" x="2767013" y="3303588"/>
          <p14:tracePt t="66528" x="2728913" y="3303588"/>
          <p14:tracePt t="66535" x="2690813" y="3341688"/>
          <p14:tracePt t="66544" x="2667000" y="3354388"/>
          <p14:tracePt t="66551" x="2628900" y="3367088"/>
          <p14:tracePt t="66559" x="2616200" y="3390900"/>
          <p14:tracePt t="66567" x="2603500" y="3390900"/>
          <p14:tracePt t="66575" x="2590800" y="3403600"/>
          <p14:tracePt t="66583" x="2578100" y="3416300"/>
          <p14:tracePt t="66599" x="2578100" y="3429000"/>
          <p14:tracePt t="66608" x="2578100" y="3454400"/>
          <p14:tracePt t="66615" x="2565400" y="3467100"/>
          <p14:tracePt t="66624" x="2565400" y="3479800"/>
          <p14:tracePt t="66631" x="2565400" y="3503613"/>
          <p14:tracePt t="66640" x="2565400" y="3516313"/>
          <p14:tracePt t="66647" x="2565400" y="3529013"/>
          <p14:tracePt t="66655" x="2578100" y="3554413"/>
          <p14:tracePt t="66663" x="2590800" y="3554413"/>
          <p14:tracePt t="66671" x="2641600" y="3590925"/>
          <p14:tracePt t="66679" x="2667000" y="3590925"/>
          <p14:tracePt t="66687" x="2690813" y="3603625"/>
          <p14:tracePt t="66696" x="2741613" y="3616325"/>
          <p14:tracePt t="66703" x="2828925" y="3616325"/>
          <p14:tracePt t="66712" x="2928938" y="3641725"/>
          <p14:tracePt t="66719" x="3067050" y="3654425"/>
          <p14:tracePt t="66728" x="3192463" y="3654425"/>
          <p14:tracePt t="66735" x="3379788" y="3667125"/>
          <p14:tracePt t="66744" x="3579813" y="3667125"/>
          <p14:tracePt t="66751" x="3792538" y="3667125"/>
          <p14:tracePt t="66760" x="3992563" y="3667125"/>
          <p14:tracePt t="66767" x="4156075" y="3667125"/>
          <p14:tracePt t="66775" x="4305300" y="3667125"/>
          <p14:tracePt t="66783" x="4443413" y="3667125"/>
          <p14:tracePt t="66792" x="4530725" y="3667125"/>
          <p14:tracePt t="66799" x="4630738" y="3667125"/>
          <p14:tracePt t="66808" x="4706938" y="3641725"/>
          <p14:tracePt t="66815" x="4756150" y="3629025"/>
          <p14:tracePt t="66824" x="4819650" y="3603625"/>
          <p14:tracePt t="66832" x="4843463" y="3579813"/>
          <p14:tracePt t="66840" x="4868863" y="3554413"/>
          <p14:tracePt t="66847" x="4894263" y="3541713"/>
          <p14:tracePt t="66855" x="4906963" y="3529013"/>
          <p14:tracePt t="66863" x="4919663" y="3503613"/>
          <p14:tracePt t="66951" x="4894263" y="3503613"/>
          <p14:tracePt t="66968" x="4894263" y="3516313"/>
          <p14:tracePt t="66975" x="4894263" y="3529013"/>
          <p14:tracePt t="67000" x="4894263" y="3541713"/>
          <p14:tracePt t="67599" x="4894263" y="3567113"/>
          <p14:tracePt t="67607" x="4906963" y="3603625"/>
          <p14:tracePt t="67623" x="4906963" y="3616325"/>
          <p14:tracePt t="67631" x="4932363" y="3629025"/>
          <p14:tracePt t="67639" x="4945063" y="3641725"/>
          <p14:tracePt t="67648" x="4956175" y="3641725"/>
          <p14:tracePt t="67655" x="4956175" y="3654425"/>
          <p14:tracePt t="67664" x="4968875" y="3654425"/>
          <p14:tracePt t="67671" x="4994275" y="3667125"/>
          <p14:tracePt t="67687" x="5019675" y="3667125"/>
          <p14:tracePt t="67695" x="5032375" y="3667125"/>
          <p14:tracePt t="67703" x="5057775" y="3667125"/>
          <p14:tracePt t="67711" x="5068888" y="3667125"/>
          <p14:tracePt t="67719" x="5094288" y="3667125"/>
          <p14:tracePt t="67727" x="5106988" y="3667125"/>
          <p14:tracePt t="67735" x="5145088" y="3667125"/>
          <p14:tracePt t="67743" x="5207000" y="3654425"/>
          <p14:tracePt t="67751" x="5219700" y="3629025"/>
          <p14:tracePt t="67760" x="5257800" y="3616325"/>
          <p14:tracePt t="67768" x="5281613" y="3590925"/>
          <p14:tracePt t="67775" x="5294313" y="3579813"/>
          <p14:tracePt t="67783" x="5307013" y="3567113"/>
          <p14:tracePt t="67799" x="5307013" y="3554413"/>
          <p14:tracePt t="67911" x="5332413" y="3541713"/>
          <p14:tracePt t="67919" x="5383213" y="3541713"/>
          <p14:tracePt t="67927" x="5407025" y="3541713"/>
          <p14:tracePt t="67944" x="5495925" y="3541713"/>
          <p14:tracePt t="67951" x="5519738" y="3541713"/>
          <p14:tracePt t="67960" x="5532438" y="3541713"/>
          <p14:tracePt t="67967" x="5557838" y="3541713"/>
          <p14:tracePt t="67975" x="5570538" y="3541713"/>
          <p14:tracePt t="68024" x="5595938" y="3541713"/>
          <p14:tracePt t="68256" x="5607050" y="3529013"/>
          <p14:tracePt t="68264" x="5619750" y="3529013"/>
          <p14:tracePt t="68271" x="5645150" y="3529013"/>
          <p14:tracePt t="68279" x="5683250" y="3529013"/>
          <p14:tracePt t="68287" x="5719763" y="3529013"/>
          <p14:tracePt t="68296" x="5745163" y="3529013"/>
          <p14:tracePt t="68303" x="5783263" y="3529013"/>
          <p14:tracePt t="68319" x="5795963" y="3529013"/>
          <p14:tracePt t="68391" x="5821363" y="3529013"/>
          <p14:tracePt t="68512" x="5832475" y="3529013"/>
          <p14:tracePt t="68527" x="5857875" y="3529013"/>
          <p14:tracePt t="68535" x="5870575" y="3529013"/>
          <p14:tracePt t="68543" x="5908675" y="3529013"/>
          <p14:tracePt t="68551" x="5921375" y="3529013"/>
          <p14:tracePt t="68559" x="5945188" y="3529013"/>
          <p14:tracePt t="68567" x="5983288" y="3529013"/>
          <p14:tracePt t="68575" x="5995988" y="3529013"/>
          <p14:tracePt t="68584" x="6021388" y="3529013"/>
          <p14:tracePt t="68591" x="6057900" y="3529013"/>
          <p14:tracePt t="68600" x="6096000" y="3529013"/>
          <p14:tracePt t="68607" x="6146800" y="3529013"/>
          <p14:tracePt t="68615" x="6196013" y="3529013"/>
          <p14:tracePt t="68623" x="6259513" y="3529013"/>
          <p14:tracePt t="68631" x="6359525" y="3516313"/>
          <p14:tracePt t="68639" x="6421438" y="3503613"/>
          <p14:tracePt t="68647" x="6472238" y="3503613"/>
          <p14:tracePt t="68655" x="6521450" y="3503613"/>
          <p14:tracePt t="68664" x="6572250" y="3503613"/>
          <p14:tracePt t="68671" x="6608763" y="3503613"/>
          <p14:tracePt t="68679" x="6646863" y="3503613"/>
          <p14:tracePt t="68687" x="6672263" y="3503613"/>
          <p14:tracePt t="68696" x="6708775" y="3503613"/>
          <p14:tracePt t="68703" x="6734175" y="3490913"/>
          <p14:tracePt t="68711" x="6746875" y="3490913"/>
          <p14:tracePt t="68768" x="6759575" y="3490913"/>
          <p14:tracePt t="68775" x="6772275" y="3479800"/>
          <p14:tracePt t="68784" x="6784975" y="3479800"/>
          <p14:tracePt t="68791" x="6797675" y="3479800"/>
          <p14:tracePt t="68800" x="6821488" y="3479800"/>
          <p14:tracePt t="68807" x="6846888" y="3479800"/>
          <p14:tracePt t="68815" x="6884988" y="3479800"/>
          <p14:tracePt t="68823" x="6921500" y="3479800"/>
          <p14:tracePt t="68831" x="6959600" y="3479800"/>
          <p14:tracePt t="68839" x="7021513" y="3479800"/>
          <p14:tracePt t="68847" x="7059613" y="3479800"/>
          <p14:tracePt t="68855" x="7110413" y="3479800"/>
          <p14:tracePt t="68863" x="7185025" y="3479800"/>
          <p14:tracePt t="68871" x="7235825" y="3479800"/>
          <p14:tracePt t="68880" x="7297738" y="3479800"/>
          <p14:tracePt t="68887" x="7372350" y="3479800"/>
          <p14:tracePt t="68897" x="7435850" y="3479800"/>
          <p14:tracePt t="68903" x="7523163" y="3479800"/>
          <p14:tracePt t="68911" x="7572375" y="3479800"/>
          <p14:tracePt t="68919" x="7610475" y="3479800"/>
          <p14:tracePt t="68927" x="7623175" y="3479800"/>
          <p14:tracePt t="68935" x="7648575" y="3479800"/>
          <p14:tracePt t="68948" x="7661275" y="3479800"/>
          <p14:tracePt t="69079" x="7673975" y="3479800"/>
          <p14:tracePt t="69087" x="7697788" y="3479800"/>
          <p14:tracePt t="69095" x="7723188" y="3479800"/>
          <p14:tracePt t="69103" x="7735888" y="3479800"/>
          <p14:tracePt t="69111" x="7748588" y="3479800"/>
          <p14:tracePt t="69192" x="7761288" y="3479800"/>
          <p14:tracePt t="69199" x="7773988" y="3479800"/>
          <p14:tracePt t="69511" x="7797800" y="3479800"/>
          <p14:tracePt t="69703" x="7823200" y="3479800"/>
          <p14:tracePt t="69743" x="7848600" y="3479800"/>
          <p14:tracePt t="69751" x="7861300" y="3479800"/>
          <p14:tracePt t="69760" x="7874000" y="3479800"/>
          <p14:tracePt t="69767" x="7886700" y="3479800"/>
          <p14:tracePt t="69775" x="7910513" y="3479800"/>
          <p14:tracePt t="69791" x="7923213" y="3479800"/>
          <p14:tracePt t="69800" x="7935913" y="3479800"/>
          <p14:tracePt t="69807" x="7948613" y="3479800"/>
          <p14:tracePt t="69935" x="7974013" y="3479800"/>
          <p14:tracePt t="69943" x="7986713" y="3479800"/>
          <p14:tracePt t="70151" x="8010525" y="3490913"/>
          <p14:tracePt t="70159" x="8023225" y="3490913"/>
          <p14:tracePt t="70176" x="8048625" y="3503613"/>
          <p14:tracePt t="70191" x="8061325" y="3516313"/>
          <p14:tracePt t="70200" x="8099425" y="3529013"/>
          <p14:tracePt t="70207" x="8110538" y="3529013"/>
          <p14:tracePt t="70215" x="8148638" y="3529013"/>
          <p14:tracePt t="70223" x="8186738" y="3529013"/>
          <p14:tracePt t="70231" x="8248650" y="3529013"/>
          <p14:tracePt t="70239" x="8324850" y="3554413"/>
          <p14:tracePt t="70247" x="8435975" y="3554413"/>
          <p14:tracePt t="70256" x="8524875" y="3554413"/>
          <p14:tracePt t="70263" x="8612188" y="3554413"/>
          <p14:tracePt t="70272" x="8686800" y="3554413"/>
          <p14:tracePt t="70279" x="8737600" y="3554413"/>
          <p14:tracePt t="70288" x="8774113" y="3554413"/>
          <p14:tracePt t="70295" x="8812213" y="3554413"/>
          <p14:tracePt t="70303" x="8837613" y="3554413"/>
          <p14:tracePt t="70311" x="8850313" y="3554413"/>
          <p14:tracePt t="70335" x="8863013" y="3554413"/>
          <p14:tracePt t="70391" x="8874125" y="3554413"/>
          <p14:tracePt t="70440" x="8886825" y="3554413"/>
          <p14:tracePt t="70447" x="8899525" y="3554413"/>
          <p14:tracePt t="70456" x="8924925" y="3554413"/>
          <p14:tracePt t="70463" x="8937625" y="3554413"/>
          <p14:tracePt t="70479" x="8950325" y="3554413"/>
          <p14:tracePt t="70487" x="8963025" y="3554413"/>
          <p14:tracePt t="70495" x="8986838" y="3554413"/>
          <p14:tracePt t="70503" x="9012238" y="3554413"/>
          <p14:tracePt t="70511" x="9037638" y="3554413"/>
          <p14:tracePt t="70519" x="9075738" y="3554413"/>
          <p14:tracePt t="70535" x="9099550" y="3554413"/>
          <p14:tracePt t="70543" x="9112250" y="3554413"/>
          <p14:tracePt t="70551" x="9137650" y="3554413"/>
          <p14:tracePt t="70559" x="9150350" y="3554413"/>
          <p14:tracePt t="70599" x="9163050" y="3541713"/>
          <p14:tracePt t="70623" x="9163050" y="3529013"/>
          <p14:tracePt t="71511" x="9150350" y="3541713"/>
          <p14:tracePt t="71575" x="9137650" y="3554413"/>
          <p14:tracePt t="71912" x="9137650" y="3567113"/>
          <p14:tracePt t="71927" x="9124950" y="3590925"/>
          <p14:tracePt t="71939" x="9112250" y="3603625"/>
          <p14:tracePt t="71943" x="9112250" y="3616325"/>
          <p14:tracePt t="71951" x="9099550" y="3641725"/>
          <p14:tracePt t="71960" x="9088438" y="3654425"/>
          <p14:tracePt t="71967" x="9063038" y="3679825"/>
          <p14:tracePt t="71976" x="9024938" y="3703638"/>
          <p14:tracePt t="71983" x="8986838" y="3729038"/>
          <p14:tracePt t="71991" x="8937625" y="3779838"/>
          <p14:tracePt t="71999" x="8863013" y="3816350"/>
          <p14:tracePt t="72007" x="8812213" y="3854450"/>
          <p14:tracePt t="72015" x="8737600" y="3879850"/>
          <p14:tracePt t="72024" x="8661400" y="3905250"/>
          <p14:tracePt t="72032" x="8612188" y="3916363"/>
          <p14:tracePt t="72039" x="8574088" y="3929063"/>
          <p14:tracePt t="72047" x="8486775" y="3941763"/>
          <p14:tracePt t="72056" x="8361363" y="3941763"/>
          <p14:tracePt t="72063" x="8212138" y="3979863"/>
          <p14:tracePt t="72072" x="8048625" y="3979863"/>
          <p14:tracePt t="72079" x="7935913" y="3979863"/>
          <p14:tracePt t="72087" x="7810500" y="3979863"/>
          <p14:tracePt t="72095" x="7685088" y="3992563"/>
          <p14:tracePt t="72103" x="7535863" y="4029075"/>
          <p14:tracePt t="72111" x="7359650" y="4054475"/>
          <p14:tracePt t="72119" x="7235825" y="4054475"/>
          <p14:tracePt t="72127" x="7072313" y="4067175"/>
          <p14:tracePt t="72135" x="6934200" y="4067175"/>
          <p14:tracePt t="72144" x="6746875" y="4067175"/>
          <p14:tracePt t="72151" x="6646863" y="4067175"/>
          <p14:tracePt t="72160" x="6584950" y="4067175"/>
          <p14:tracePt t="72167" x="6546850" y="4067175"/>
          <p14:tracePt t="72175" x="6508750" y="4067175"/>
          <p14:tracePt t="72183" x="6459538" y="4067175"/>
          <p14:tracePt t="72191" x="6396038" y="4067175"/>
          <p14:tracePt t="72199" x="6370638" y="4067175"/>
          <p14:tracePt t="72207" x="6359525" y="4067175"/>
          <p14:tracePt t="72215" x="6346825" y="4067175"/>
          <p14:tracePt t="72223" x="6334125" y="4067175"/>
          <p14:tracePt t="72231" x="6321425" y="4067175"/>
          <p14:tracePt t="72239" x="6308725" y="4067175"/>
          <p14:tracePt t="72273" x="6296025" y="4067175"/>
          <p14:tracePt t="72279" x="6283325" y="4067175"/>
          <p14:tracePt t="72295" x="6270625" y="4067175"/>
          <p14:tracePt t="72303" x="6259513" y="4067175"/>
          <p14:tracePt t="72344" x="6234113" y="4067175"/>
          <p14:tracePt t="72351" x="6221413" y="4092575"/>
          <p14:tracePt t="72359" x="6221413" y="4117975"/>
          <p14:tracePt t="72367" x="6221413" y="4154488"/>
          <p14:tracePt t="72375" x="6221413" y="4205288"/>
          <p14:tracePt t="72383" x="6234113" y="4230688"/>
          <p14:tracePt t="72391" x="6246813" y="4267200"/>
          <p14:tracePt t="72399" x="6270625" y="4292600"/>
          <p14:tracePt t="72408" x="6270625" y="4341813"/>
          <p14:tracePt t="72415" x="6283325" y="4379913"/>
          <p14:tracePt t="72423" x="6308725" y="4392613"/>
          <p14:tracePt t="72431" x="6308725" y="4405313"/>
          <p14:tracePt t="72440" x="6308725" y="4418013"/>
          <p14:tracePt t="72447" x="6321425" y="4418013"/>
          <p14:tracePt t="72695" x="6308725" y="4405313"/>
          <p14:tracePt t="72703" x="6308725" y="4379913"/>
          <p14:tracePt t="72712" x="6283325" y="4367213"/>
          <p14:tracePt t="72719" x="6283325" y="4354513"/>
          <p14:tracePt t="72728" x="6259513" y="4330700"/>
          <p14:tracePt t="72751" x="6246813" y="4318000"/>
          <p14:tracePt t="72831" x="6246813" y="4305300"/>
          <p14:tracePt t="72863" x="6246813" y="4292600"/>
          <p14:tracePt t="72927" x="6259513" y="4292600"/>
          <p14:tracePt t="72951" x="6270625" y="4292600"/>
          <p14:tracePt t="72967" x="6283325" y="4292600"/>
          <p14:tracePt t="72999" x="6296025" y="4292600"/>
          <p14:tracePt t="73047" x="6308725" y="4279900"/>
          <p14:tracePt t="73055" x="6321425" y="4279900"/>
          <p14:tracePt t="73063" x="6334125" y="4279900"/>
          <p14:tracePt t="73071" x="6359525" y="4279900"/>
          <p14:tracePt t="73080" x="6383338" y="4279900"/>
          <p14:tracePt t="73087" x="6421438" y="4267200"/>
          <p14:tracePt t="73096" x="6434138" y="4267200"/>
          <p14:tracePt t="73103" x="6472238" y="4254500"/>
          <p14:tracePt t="73111" x="6496050" y="4254500"/>
          <p14:tracePt t="73119" x="6521450" y="4241800"/>
          <p14:tracePt t="73135" x="6559550" y="4230688"/>
          <p14:tracePt t="73143" x="6559550" y="4217988"/>
          <p14:tracePt t="73159" x="6572250" y="4217988"/>
          <p14:tracePt t="73175" x="6584950" y="4217988"/>
          <p14:tracePt t="73192" x="6584950" y="4205288"/>
          <p14:tracePt t="73223" x="6596063" y="4205288"/>
          <p14:tracePt t="73311" x="6608763" y="4192588"/>
          <p14:tracePt t="73383" x="6621463" y="4192588"/>
          <p14:tracePt t="73392" x="6634163" y="4192588"/>
          <p14:tracePt t="73415" x="6646863" y="4192588"/>
          <p14:tracePt t="73503" x="6659563" y="4192588"/>
          <p14:tracePt t="73519" x="6672263" y="4179888"/>
          <p14:tracePt t="74087" x="6684963" y="4167188"/>
          <p14:tracePt t="74119" x="6696075" y="4167188"/>
          <p14:tracePt t="74127" x="6734175" y="4154488"/>
          <p14:tracePt t="74143" x="6759575" y="4141788"/>
          <p14:tracePt t="74151" x="6797675" y="4141788"/>
          <p14:tracePt t="74159" x="6797675" y="4129088"/>
          <p14:tracePt t="74167" x="6834188" y="4117975"/>
          <p14:tracePt t="74175" x="6846888" y="4105275"/>
          <p14:tracePt t="74183" x="6872288" y="4079875"/>
          <p14:tracePt t="74191" x="6897688" y="4067175"/>
          <p14:tracePt t="74200" x="6921500" y="4054475"/>
          <p14:tracePt t="74207" x="6934200" y="4041775"/>
          <p14:tracePt t="74216" x="6934200" y="4029075"/>
          <p14:tracePt t="74223" x="6959600" y="4017963"/>
          <p14:tracePt t="74239" x="6972300" y="4005263"/>
          <p14:tracePt t="74247" x="6972300" y="3992563"/>
          <p14:tracePt t="74255" x="6997700" y="3979863"/>
          <p14:tracePt t="74279" x="7010400" y="3954463"/>
          <p14:tracePt t="74287" x="7010400" y="3941763"/>
          <p14:tracePt t="74296" x="7010400" y="3929063"/>
          <p14:tracePt t="74303" x="7010400" y="3916363"/>
          <p14:tracePt t="74335" x="7010400" y="3905250"/>
          <p14:tracePt t="74351" x="7010400" y="3879850"/>
          <p14:tracePt t="74367" x="7010400" y="3867150"/>
          <p14:tracePt t="74375" x="7010400" y="3854450"/>
          <p14:tracePt t="74384" x="7010400" y="3841750"/>
          <p14:tracePt t="74391" x="6997700" y="3803650"/>
          <p14:tracePt t="74400" x="6997700" y="3792538"/>
          <p14:tracePt t="74407" x="6997700" y="3779838"/>
          <p14:tracePt t="74423" x="6985000" y="3754438"/>
          <p14:tracePt t="74431" x="6972300" y="3741738"/>
          <p14:tracePt t="74447" x="6972300" y="3729038"/>
          <p14:tracePt t="74455" x="6959600" y="3716338"/>
          <p14:tracePt t="74471" x="6946900" y="3703638"/>
          <p14:tracePt t="74487" x="6934200" y="3703638"/>
          <p14:tracePt t="74503" x="6921500" y="3703638"/>
          <p14:tracePt t="74543" x="6910388" y="3703638"/>
          <p14:tracePt t="74551" x="6897688" y="3692525"/>
          <p14:tracePt t="74559" x="6884988" y="3692525"/>
          <p14:tracePt t="74584" x="6872288" y="3692525"/>
          <p14:tracePt t="74591" x="6859588" y="3692525"/>
          <p14:tracePt t="74607" x="6846888" y="3692525"/>
          <p14:tracePt t="74631" x="6834188" y="3692525"/>
          <p14:tracePt t="74639" x="6821488" y="3692525"/>
          <p14:tracePt t="74663" x="6797675" y="3692525"/>
          <p14:tracePt t="74671" x="6784975" y="3692525"/>
          <p14:tracePt t="74679" x="6772275" y="3703638"/>
          <p14:tracePt t="74687" x="6772275" y="3729038"/>
          <p14:tracePt t="74696" x="6772275" y="3754438"/>
          <p14:tracePt t="74703" x="6772275" y="3767138"/>
          <p14:tracePt t="74711" x="6772275" y="3803650"/>
          <p14:tracePt t="74719" x="6772275" y="3816350"/>
          <p14:tracePt t="74727" x="6784975" y="3841750"/>
          <p14:tracePt t="74735" x="6784975" y="3854450"/>
          <p14:tracePt t="74743" x="6808788" y="3867150"/>
          <p14:tracePt t="74751" x="6808788" y="3879850"/>
          <p14:tracePt t="74759" x="6821488" y="3892550"/>
          <p14:tracePt t="74775" x="6834188" y="3892550"/>
          <p14:tracePt t="74784" x="6846888" y="3892550"/>
          <p14:tracePt t="74791" x="6859588" y="3892550"/>
          <p14:tracePt t="74799" x="6884988" y="3892550"/>
          <p14:tracePt t="74807" x="6897688" y="3892550"/>
          <p14:tracePt t="74816" x="6959600" y="3879850"/>
          <p14:tracePt t="74823" x="6959600" y="3867150"/>
          <p14:tracePt t="74831" x="6972300" y="3841750"/>
          <p14:tracePt t="74839" x="6972300" y="3829050"/>
          <p14:tracePt t="74847" x="6972300" y="3816350"/>
          <p14:tracePt t="74855" x="6972300" y="3803650"/>
          <p14:tracePt t="74871" x="6972300" y="3792538"/>
          <p14:tracePt t="74943" x="6972300" y="3803650"/>
          <p14:tracePt t="74951" x="6934200" y="3941763"/>
          <p14:tracePt t="74959" x="6921500" y="3992563"/>
          <p14:tracePt t="74968" x="6921500" y="4079875"/>
          <p14:tracePt t="74975" x="6921500" y="4129088"/>
          <p14:tracePt t="74983" x="6910388" y="4167188"/>
          <p14:tracePt t="74991" x="6910388" y="4205288"/>
          <p14:tracePt t="74999" x="6910388" y="4241800"/>
          <p14:tracePt t="75007" x="6910388" y="4254500"/>
          <p14:tracePt t="75015" x="6910388" y="4279900"/>
          <p14:tracePt t="75023" x="6910388" y="4292600"/>
          <p14:tracePt t="75031" x="6921500" y="4305300"/>
          <p14:tracePt t="75047" x="6921500" y="4318000"/>
          <p14:tracePt t="75055" x="6921500" y="4330700"/>
          <p14:tracePt t="76271" x="6934200" y="4318000"/>
          <p14:tracePt t="76279" x="6934200" y="4267200"/>
          <p14:tracePt t="76288" x="6934200" y="4241800"/>
          <p14:tracePt t="76295" x="6934200" y="4205288"/>
          <p14:tracePt t="76303" x="6934200" y="4179888"/>
          <p14:tracePt t="76311" x="6934200" y="4154488"/>
          <p14:tracePt t="76319" x="6934200" y="4117975"/>
          <p14:tracePt t="76327" x="6934200" y="4105275"/>
          <p14:tracePt t="76335" x="6934200" y="4067175"/>
          <p14:tracePt t="76343" x="6934200" y="4054475"/>
          <p14:tracePt t="76351" x="6934200" y="4029075"/>
          <p14:tracePt t="76359" x="6934200" y="4017963"/>
          <p14:tracePt t="76367" x="6934200" y="4005263"/>
          <p14:tracePt t="76375" x="6934200" y="3979863"/>
          <p14:tracePt t="76384" x="6934200" y="3967163"/>
          <p14:tracePt t="76391" x="6921500" y="3954463"/>
          <p14:tracePt t="76400" x="6921500" y="3929063"/>
          <p14:tracePt t="76415" x="6910388" y="3892550"/>
          <p14:tracePt t="76431" x="6897688" y="3867150"/>
          <p14:tracePt t="76439" x="6897688" y="3854450"/>
          <p14:tracePt t="76447" x="6884988" y="3841750"/>
          <p14:tracePt t="76488" x="6884988" y="3829050"/>
          <p14:tracePt t="76535" x="6872288" y="3829050"/>
          <p14:tracePt t="76543" x="6859588" y="3816350"/>
          <p14:tracePt t="76559" x="6859588" y="3803650"/>
          <p14:tracePt t="76567" x="6859588" y="3792538"/>
          <p14:tracePt t="76583" x="6846888" y="3779838"/>
          <p14:tracePt t="76671" x="6872288" y="3779838"/>
          <p14:tracePt t="76687" x="6884988" y="3779838"/>
          <p14:tracePt t="76719" x="6897688" y="3779838"/>
          <p14:tracePt t="76799" x="6897688" y="3792538"/>
          <p14:tracePt t="76919" x="6897688" y="3803650"/>
          <p14:tracePt t="76935" x="6897688" y="3816350"/>
          <p14:tracePt t="77095" x="6897688" y="3829050"/>
          <p14:tracePt t="77103" x="6921500" y="3829050"/>
          <p14:tracePt t="77119" x="6934200" y="3829050"/>
          <p14:tracePt t="77159" x="6946900" y="3829050"/>
          <p14:tracePt t="77911" x="6959600" y="3829050"/>
          <p14:tracePt t="77919" x="6972300" y="3829050"/>
          <p14:tracePt t="77927" x="6985000" y="3829050"/>
          <p14:tracePt t="77935" x="7021513" y="3803650"/>
          <p14:tracePt t="77955" x="7185025" y="3729038"/>
          <p14:tracePt t="77960" x="7323138" y="3667125"/>
          <p14:tracePt t="77967" x="7497763" y="3616325"/>
          <p14:tracePt t="77976" x="7648575" y="3579813"/>
          <p14:tracePt t="77983" x="7810500" y="3529013"/>
          <p14:tracePt t="77991" x="7948613" y="3454400"/>
          <p14:tracePt t="77999" x="8023225" y="3429000"/>
          <p14:tracePt t="78007" x="8123238" y="3367088"/>
          <p14:tracePt t="78015" x="8186738" y="3316288"/>
          <p14:tracePt t="78024" x="8248650" y="3267075"/>
          <p14:tracePt t="78031" x="8261350" y="3254375"/>
          <p14:tracePt t="78039" x="8299450" y="3216275"/>
          <p14:tracePt t="78047" x="8299450" y="3190875"/>
          <p14:tracePt t="78056" x="8312150" y="3178175"/>
          <p14:tracePt t="78063" x="8324850" y="3165475"/>
          <p14:tracePt t="78072" x="8335963" y="3128963"/>
          <p14:tracePt t="78079" x="8348663" y="3128963"/>
          <p14:tracePt t="78087" x="8348663" y="3116263"/>
          <p14:tracePt t="78095" x="8374063" y="3103563"/>
          <p14:tracePt t="78103" x="8374063" y="3090863"/>
          <p14:tracePt t="78111" x="8399463" y="3090863"/>
          <p14:tracePt t="78119" x="8412163" y="3090863"/>
          <p14:tracePt t="78127" x="8424863" y="3078163"/>
          <p14:tracePt t="78207" x="8435975" y="3078163"/>
          <p14:tracePt t="78223" x="8448675" y="3078163"/>
          <p14:tracePt t="78239" x="8461375" y="3078163"/>
          <p14:tracePt t="78247" x="8474075" y="3078163"/>
          <p14:tracePt t="78255" x="8499475" y="3090863"/>
          <p14:tracePt t="78263" x="8512175" y="3103563"/>
          <p14:tracePt t="78271" x="8524875" y="3103563"/>
          <p14:tracePt t="78287" x="8537575" y="3116263"/>
          <p14:tracePt t="78295" x="8548688" y="3128963"/>
          <p14:tracePt t="78303" x="8574088" y="3154363"/>
          <p14:tracePt t="78311" x="8586788" y="3154363"/>
          <p14:tracePt t="78319" x="8599488" y="3178175"/>
          <p14:tracePt t="78328" x="8624888" y="3190875"/>
          <p14:tracePt t="78335" x="8624888" y="3203575"/>
          <p14:tracePt t="78344" x="8650288" y="3228975"/>
          <p14:tracePt t="78351" x="8661400" y="3228975"/>
          <p14:tracePt t="78367" x="8674100" y="3241675"/>
          <p14:tracePt t="78471" x="8674100" y="3254375"/>
          <p14:tracePt t="78479" x="8674100" y="3267075"/>
          <p14:tracePt t="78575" x="8661400" y="3278188"/>
          <p14:tracePt t="78615" x="8661400" y="3290888"/>
          <p14:tracePt t="78647" x="8624888" y="3316288"/>
          <p14:tracePt t="78663" x="8561388" y="3328988"/>
          <p14:tracePt t="78671" x="8524875" y="3341688"/>
          <p14:tracePt t="78679" x="8461375" y="3367088"/>
          <p14:tracePt t="78687" x="8435975" y="3390900"/>
          <p14:tracePt t="79015" x="8424863" y="3390900"/>
          <p14:tracePt t="79023" x="8424863" y="3378200"/>
          <p14:tracePt t="79039" x="8399463" y="3367088"/>
          <p14:tracePt t="79055" x="8386763" y="3354388"/>
          <p14:tracePt t="79071" x="8386763" y="3341688"/>
          <p14:tracePt t="79080" x="8374063" y="3316288"/>
          <p14:tracePt t="79096" x="8361363" y="3303588"/>
          <p14:tracePt t="79112" x="8335963" y="3278188"/>
          <p14:tracePt t="79127" x="8335963" y="3267075"/>
          <p14:tracePt t="79159" x="8335963" y="3254375"/>
          <p14:tracePt t="79167" x="8312150" y="3228975"/>
          <p14:tracePt t="79199" x="8299450" y="3216275"/>
          <p14:tracePt t="79215" x="8286750" y="3203575"/>
          <p14:tracePt t="79223" x="8274050" y="3190875"/>
          <p14:tracePt t="79343" x="8335963" y="3203575"/>
          <p14:tracePt t="79351" x="8399463" y="3216275"/>
          <p14:tracePt t="79359" x="8474075" y="3216275"/>
          <p14:tracePt t="79367" x="8537575" y="3228975"/>
          <p14:tracePt t="79376" x="8624888" y="3254375"/>
          <p14:tracePt t="79383" x="8750300" y="3254375"/>
          <p14:tracePt t="79392" x="8874125" y="3254375"/>
          <p14:tracePt t="79399" x="9024938" y="3254375"/>
          <p14:tracePt t="79407" x="9212263" y="3254375"/>
          <p14:tracePt t="79415" x="9375775" y="3254375"/>
          <p14:tracePt t="79423" x="9513888" y="3254375"/>
          <p14:tracePt t="79431" x="9626600" y="3254375"/>
          <p14:tracePt t="79439" x="9688513" y="3254375"/>
          <p14:tracePt t="79448" x="9713913" y="3254375"/>
          <p14:tracePt t="79455" x="9750425" y="3254375"/>
          <p14:tracePt t="79471" x="9750425" y="3241675"/>
          <p14:tracePt t="79751" x="9726613" y="3216275"/>
          <p14:tracePt t="79759" x="9713913" y="3216275"/>
          <p14:tracePt t="79767" x="9701213" y="3203575"/>
          <p14:tracePt t="79775" x="9688513" y="3190875"/>
          <p14:tracePt t="79783" x="9675813" y="3178175"/>
          <p14:tracePt t="79791" x="9663113" y="3165475"/>
          <p14:tracePt t="79799" x="9637713" y="3165475"/>
          <p14:tracePt t="79815" x="9613900" y="3154363"/>
          <p14:tracePt t="79823" x="9588500" y="3141663"/>
          <p14:tracePt t="79839" x="9563100" y="3128963"/>
          <p14:tracePt t="79855" x="9550400" y="3116263"/>
          <p14:tracePt t="79863" x="9525000" y="3116263"/>
          <p14:tracePt t="79879" x="9525000" y="3103563"/>
          <p14:tracePt t="79887" x="9513888" y="3103563"/>
          <p14:tracePt t="79895" x="9501188" y="3090863"/>
          <p14:tracePt t="79912" x="9501188" y="3078163"/>
          <p14:tracePt t="80023" x="9488488" y="3078163"/>
          <p14:tracePt t="80463" x="9437688" y="3128963"/>
          <p14:tracePt t="80471" x="9063038" y="3290888"/>
          <p14:tracePt t="80479" x="8774113" y="3403600"/>
          <p14:tracePt t="80487" x="8424863" y="3579813"/>
          <p14:tracePt t="80496" x="8074025" y="3716338"/>
          <p14:tracePt t="80503" x="7773988" y="3854450"/>
          <p14:tracePt t="80512" x="7561263" y="3954463"/>
          <p14:tracePt t="80519" x="7410450" y="4029075"/>
          <p14:tracePt t="80527" x="7297738" y="4117975"/>
          <p14:tracePt t="80535" x="7210425" y="4179888"/>
          <p14:tracePt t="80543" x="7123113" y="4254500"/>
          <p14:tracePt t="80551" x="7072313" y="4305300"/>
          <p14:tracePt t="80559" x="7046913" y="4354513"/>
          <p14:tracePt t="80567" x="7010400" y="4418013"/>
          <p14:tracePt t="80575" x="6985000" y="4454525"/>
          <p14:tracePt t="80584" x="6934200" y="4530725"/>
          <p14:tracePt t="80591" x="6921500" y="4567238"/>
          <p14:tracePt t="80599" x="6921500" y="4579938"/>
          <p14:tracePt t="80607" x="6872288" y="4630738"/>
          <p14:tracePt t="80615" x="6872288" y="4643438"/>
          <p14:tracePt t="80623" x="6846888" y="4667250"/>
          <p14:tracePt t="80631" x="6834188" y="4667250"/>
          <p14:tracePt t="80639" x="6808788" y="4679950"/>
          <p14:tracePt t="80703" x="6772275" y="4679950"/>
          <p14:tracePt t="80711" x="6746875" y="4679950"/>
          <p14:tracePt t="80719" x="6708775" y="4679950"/>
          <p14:tracePt t="80727" x="6672263" y="4667250"/>
          <p14:tracePt t="80735" x="6646863" y="4643438"/>
          <p14:tracePt t="80751" x="6621463" y="4630738"/>
          <p14:tracePt t="80759" x="6621463" y="4605338"/>
          <p14:tracePt t="80768" x="6621463" y="4567238"/>
          <p14:tracePt t="80775" x="6621463" y="4530725"/>
          <p14:tracePt t="80784" x="6621463" y="4492625"/>
          <p14:tracePt t="80791" x="6646863" y="4467225"/>
          <p14:tracePt t="80799" x="6672263" y="4405313"/>
          <p14:tracePt t="80807" x="6696075" y="4379913"/>
          <p14:tracePt t="80815" x="6708775" y="4354513"/>
          <p14:tracePt t="80823" x="6746875" y="4330700"/>
          <p14:tracePt t="80831" x="6784975" y="4279900"/>
          <p14:tracePt t="80839" x="6834188" y="4217988"/>
          <p14:tracePt t="80847" x="6846888" y="4217988"/>
          <p14:tracePt t="80855" x="6859588" y="4192588"/>
          <p14:tracePt t="80863" x="6872288" y="4192588"/>
          <p14:tracePt t="80895" x="6872288" y="4179888"/>
          <p14:tracePt t="81895" x="6884988" y="4179888"/>
          <p14:tracePt t="81904" x="6910388" y="4179888"/>
          <p14:tracePt t="81911" x="6946900" y="4179888"/>
          <p14:tracePt t="81919" x="6972300" y="4167188"/>
          <p14:tracePt t="81927" x="7010400" y="4141788"/>
          <p14:tracePt t="81935" x="7059613" y="4105275"/>
          <p14:tracePt t="81950" x="7072313" y="4067175"/>
          <p14:tracePt t="81951" x="7110413" y="4017963"/>
          <p14:tracePt t="81959" x="7123113" y="3967163"/>
          <p14:tracePt t="81967" x="7123113" y="3929063"/>
          <p14:tracePt t="81975" x="7123113" y="3892550"/>
          <p14:tracePt t="81983" x="7123113" y="3854450"/>
          <p14:tracePt t="81991" x="7123113" y="3816350"/>
          <p14:tracePt t="82000" x="7123113" y="3729038"/>
          <p14:tracePt t="82007" x="7110413" y="3679825"/>
          <p14:tracePt t="82016" x="7097713" y="3629025"/>
          <p14:tracePt t="82023" x="7085013" y="3579813"/>
          <p14:tracePt t="82031" x="7085013" y="3541713"/>
          <p14:tracePt t="82039" x="7085013" y="3516313"/>
          <p14:tracePt t="82055" x="7085013" y="3503613"/>
          <p14:tracePt t="82079" x="7059613" y="3479800"/>
          <p14:tracePt t="82088" x="7021513" y="3479800"/>
          <p14:tracePt t="82095" x="6972300" y="3479800"/>
          <p14:tracePt t="82103" x="6897688" y="3467100"/>
          <p14:tracePt t="82111" x="6834188" y="3454400"/>
          <p14:tracePt t="82119" x="6721475" y="3454400"/>
          <p14:tracePt t="82127" x="6608763" y="3416300"/>
          <p14:tracePt t="82135" x="6508750" y="3416300"/>
          <p14:tracePt t="82143" x="6408738" y="3416300"/>
          <p14:tracePt t="82151" x="6321425" y="3403600"/>
          <p14:tracePt t="82159" x="6221413" y="3390900"/>
          <p14:tracePt t="82167" x="6183313" y="3390900"/>
          <p14:tracePt t="82175" x="6157913" y="3390900"/>
          <p14:tracePt t="82183" x="6134100" y="3367088"/>
          <p14:tracePt t="82191" x="6121400" y="3367088"/>
          <p14:tracePt t="82207" x="6096000" y="3367088"/>
          <p14:tracePt t="82247" x="6083300" y="3367088"/>
          <p14:tracePt t="82303" x="6057900" y="3367088"/>
          <p14:tracePt t="82375" x="6045200" y="3367088"/>
          <p14:tracePt t="82535" x="6057900" y="3367088"/>
          <p14:tracePt t="82543" x="6070600" y="3367088"/>
          <p14:tracePt t="82551" x="6083300" y="3367088"/>
          <p14:tracePt t="82559" x="6121400" y="3378200"/>
          <p14:tracePt t="82568" x="6146800" y="3390900"/>
          <p14:tracePt t="82575" x="6183313" y="3390900"/>
          <p14:tracePt t="82583" x="6234113" y="3403600"/>
          <p14:tracePt t="82591" x="6283325" y="3403600"/>
          <p14:tracePt t="82599" x="6334125" y="3416300"/>
          <p14:tracePt t="82607" x="6396038" y="3416300"/>
          <p14:tracePt t="82615" x="6459538" y="3416300"/>
          <p14:tracePt t="82623" x="6508750" y="3416300"/>
          <p14:tracePt t="82631" x="6608763" y="3416300"/>
          <p14:tracePt t="82640" x="6708775" y="3416300"/>
          <p14:tracePt t="82647" x="6808788" y="3416300"/>
          <p14:tracePt t="82656" x="6910388" y="3416300"/>
          <p14:tracePt t="82663" x="7010400" y="3416300"/>
          <p14:tracePt t="82671" x="7110413" y="3416300"/>
          <p14:tracePt t="82679" x="7197725" y="3416300"/>
          <p14:tracePt t="82687" x="7246938" y="3416300"/>
          <p14:tracePt t="82695" x="7335838" y="3416300"/>
          <p14:tracePt t="82703" x="7359650" y="3416300"/>
          <p14:tracePt t="82711" x="7397750" y="3416300"/>
          <p14:tracePt t="82727" x="7423150" y="3416300"/>
          <p14:tracePt t="82751" x="7435850" y="3416300"/>
          <p14:tracePt t="82759" x="7459663" y="3416300"/>
          <p14:tracePt t="82775" x="7485063" y="3416300"/>
          <p14:tracePt t="82783" x="7497763" y="3416300"/>
          <p14:tracePt t="82799" x="7510463" y="3416300"/>
          <p14:tracePt t="82815" x="7523163" y="3416300"/>
          <p14:tracePt t="82824" x="7548563" y="3429000"/>
          <p14:tracePt t="82847" x="7561263" y="3429000"/>
          <p14:tracePt t="82863" x="7572375" y="3429000"/>
          <p14:tracePt t="82911" x="7585075" y="3429000"/>
          <p14:tracePt t="82927" x="7597775" y="3429000"/>
          <p14:tracePt t="82959" x="7610475" y="3429000"/>
          <p14:tracePt t="82975" x="7623175" y="3429000"/>
          <p14:tracePt t="83015" x="7635875" y="3429000"/>
          <p14:tracePt t="83047" x="7648575" y="3429000"/>
          <p14:tracePt t="83311" x="7661275" y="3429000"/>
          <p14:tracePt t="83327" x="7673975" y="3429000"/>
          <p14:tracePt t="83359" x="7685088" y="3429000"/>
          <p14:tracePt t="83767" x="7697788" y="3429000"/>
          <p14:tracePt t="83823" x="7710488" y="3429000"/>
          <p14:tracePt t="85768" x="7697788" y="3429000"/>
          <p14:tracePt t="85775" x="7661275" y="3429000"/>
          <p14:tracePt t="85783" x="7535863" y="3429000"/>
          <p14:tracePt t="85791" x="7372350" y="3429000"/>
          <p14:tracePt t="85799" x="7159625" y="3390900"/>
          <p14:tracePt t="85807" x="6572250" y="3203575"/>
          <p14:tracePt t="85816" x="5921375" y="2890838"/>
          <p14:tracePt t="85823" x="5132388" y="2578100"/>
          <p14:tracePt t="85832" x="4506913" y="2303463"/>
          <p14:tracePt t="85839" x="3879850" y="2052638"/>
          <p14:tracePt t="85848" x="3417888" y="1827213"/>
          <p14:tracePt t="85855" x="3128963" y="1663700"/>
          <p14:tracePt t="85863" x="2992438" y="1589088"/>
          <p14:tracePt t="85871" x="2841625" y="1501775"/>
          <p14:tracePt t="85879" x="2741613" y="1450975"/>
          <p14:tracePt t="85887" x="2678113" y="1414463"/>
          <p14:tracePt t="85895" x="2641600" y="1389063"/>
          <p14:tracePt t="85903" x="2590800" y="1376363"/>
          <p14:tracePt t="85911" x="2503488" y="1376363"/>
          <p14:tracePt t="85919" x="2378075" y="1350963"/>
          <p14:tracePt t="85927" x="2252663" y="1350963"/>
          <p14:tracePt t="85935" x="2103438" y="1350963"/>
          <p14:tracePt t="85945" x="1952625" y="1350963"/>
          <p14:tracePt t="85951" x="1801813" y="1350963"/>
          <p14:tracePt t="85959" x="1639888" y="1339850"/>
          <p14:tracePt t="85967" x="1489075" y="1339850"/>
          <p14:tracePt t="85975" x="1363663" y="1327150"/>
          <p14:tracePt t="85983" x="1263650" y="1327150"/>
          <p14:tracePt t="85991" x="1176338" y="1327150"/>
          <p14:tracePt t="85999" x="1127125" y="1327150"/>
          <p14:tracePt t="86007" x="1101725" y="1327150"/>
          <p14:tracePt t="86016" x="1076325" y="1327150"/>
          <p14:tracePt t="86023" x="1063625" y="1327150"/>
          <p14:tracePt t="86032" x="1050925" y="1327150"/>
          <p14:tracePt t="86039" x="1027113" y="1327150"/>
          <p14:tracePt t="86055" x="989013" y="1327150"/>
          <p14:tracePt t="86071" x="963613" y="1327150"/>
          <p14:tracePt t="86079" x="938213" y="1327150"/>
          <p14:tracePt t="86087" x="901700" y="1327150"/>
          <p14:tracePt t="86095" x="889000" y="1327150"/>
          <p14:tracePt t="86103" x="850900" y="1327150"/>
          <p14:tracePt t="86111" x="814388" y="1327150"/>
          <p14:tracePt t="86119" x="750888" y="1263650"/>
          <p14:tracePt t="86128" x="688975" y="1214438"/>
          <p14:tracePt t="86135" x="663575" y="1176338"/>
          <p14:tracePt t="86143" x="625475" y="1125538"/>
          <p14:tracePt t="86151" x="600075" y="1101725"/>
          <p14:tracePt t="86159" x="588963" y="1063625"/>
          <p14:tracePt t="86167" x="563563" y="1038225"/>
          <p14:tracePt t="86175" x="563563" y="1025525"/>
          <p14:tracePt t="86183" x="563563" y="1014413"/>
          <p14:tracePt t="86263" x="538163" y="1050925"/>
          <p14:tracePt t="86271" x="538163" y="1101725"/>
          <p14:tracePt t="86279" x="538163" y="1150938"/>
          <p14:tracePt t="86287" x="538163" y="1214438"/>
          <p14:tracePt t="86295" x="538163" y="1238250"/>
          <p14:tracePt t="86303" x="538163" y="1250950"/>
          <p14:tracePt t="86311" x="550863" y="1263650"/>
          <p14:tracePt t="86455" x="550863" y="1227138"/>
          <p14:tracePt t="86519" x="538163" y="1263650"/>
          <p14:tracePt t="86527" x="538163" y="1363663"/>
          <p14:tracePt t="86535" x="550863" y="1489075"/>
          <p14:tracePt t="86543" x="563563" y="1589088"/>
          <p14:tracePt t="86551" x="638175" y="1701800"/>
          <p14:tracePt t="86559" x="701675" y="1789113"/>
          <p14:tracePt t="86567" x="776288" y="1865313"/>
          <p14:tracePt t="86575" x="889000" y="1939925"/>
          <p14:tracePt t="86584" x="1001713" y="1965325"/>
          <p14:tracePt t="86591" x="1127125" y="2001838"/>
          <p14:tracePt t="86600" x="1289050" y="2001838"/>
          <p14:tracePt t="86607" x="1427163" y="2001838"/>
          <p14:tracePt t="86615" x="1589088" y="2001838"/>
          <p14:tracePt t="86623" x="1727200" y="2001838"/>
          <p14:tracePt t="86631" x="1827213" y="1952625"/>
          <p14:tracePt t="86639" x="1878013" y="1889125"/>
          <p14:tracePt t="86647" x="1903413" y="1814513"/>
          <p14:tracePt t="86655" x="1903413" y="1727200"/>
          <p14:tracePt t="86663" x="1903413" y="1614488"/>
          <p14:tracePt t="86671" x="1903413" y="1514475"/>
          <p14:tracePt t="86679" x="1827213" y="1401763"/>
          <p14:tracePt t="86687" x="1727200" y="1314450"/>
          <p14:tracePt t="86696" x="1601788" y="1227138"/>
          <p14:tracePt t="86703" x="1414463" y="1138238"/>
          <p14:tracePt t="86711" x="1276350" y="1076325"/>
          <p14:tracePt t="86719" x="1114425" y="1038225"/>
          <p14:tracePt t="86727" x="938213" y="1001713"/>
          <p14:tracePt t="86735" x="801688" y="976313"/>
          <p14:tracePt t="86743" x="688975" y="976313"/>
          <p14:tracePt t="86751" x="576263" y="938213"/>
          <p14:tracePt t="86759" x="488950" y="925513"/>
          <p14:tracePt t="86768" x="412750" y="925513"/>
          <p14:tracePt t="86775" x="363538" y="925513"/>
          <p14:tracePt t="86784" x="325438" y="925513"/>
          <p14:tracePt t="86791" x="287338" y="925513"/>
          <p14:tracePt t="86799" x="238125" y="925513"/>
          <p14:tracePt t="86807" x="225425" y="950913"/>
          <p14:tracePt t="86815" x="187325" y="989013"/>
          <p14:tracePt t="86823" x="163513" y="1050925"/>
          <p14:tracePt t="86832" x="125413" y="1138238"/>
          <p14:tracePt t="86839" x="112713" y="1201738"/>
          <p14:tracePt t="86847" x="100013" y="1276350"/>
          <p14:tracePt t="86855" x="100013" y="1339850"/>
          <p14:tracePt t="86863" x="100013" y="1376363"/>
          <p14:tracePt t="86871" x="100013" y="1414463"/>
          <p14:tracePt t="86880" x="100013" y="1439863"/>
          <p14:tracePt t="86887" x="112713" y="1463675"/>
          <p14:tracePt t="86895" x="125413" y="1476375"/>
          <p14:tracePt t="86903" x="125413" y="1489075"/>
          <p14:tracePt t="86911" x="150813" y="1514475"/>
          <p14:tracePt t="86919" x="163513" y="1514475"/>
          <p14:tracePt t="86927" x="174625" y="1539875"/>
          <p14:tracePt t="86936" x="200025" y="1552575"/>
          <p14:tracePt t="86943" x="250825" y="1589088"/>
          <p14:tracePt t="86952" x="287338" y="1627188"/>
          <p14:tracePt t="86959" x="350838" y="1663700"/>
          <p14:tracePt t="86968" x="400050" y="1701800"/>
          <p14:tracePt t="86975" x="500063" y="1739900"/>
          <p14:tracePt t="86983" x="588963" y="1765300"/>
          <p14:tracePt t="86991" x="701675" y="1776413"/>
          <p14:tracePt t="86999" x="788988" y="1789113"/>
          <p14:tracePt t="87007" x="876300" y="1789113"/>
          <p14:tracePt t="87015" x="914400" y="1789113"/>
          <p14:tracePt t="87023" x="950913" y="1776413"/>
          <p14:tracePt t="87031" x="976313" y="1765300"/>
          <p14:tracePt t="87039" x="1001713" y="1701800"/>
          <p14:tracePt t="87047" x="1038225" y="1627188"/>
          <p14:tracePt t="87055" x="1050925" y="1552575"/>
          <p14:tracePt t="87064" x="1089025" y="1427163"/>
          <p14:tracePt t="87071" x="1089025" y="1314450"/>
          <p14:tracePt t="87079" x="1089025" y="1227138"/>
          <p14:tracePt t="87087" x="1089025" y="1150938"/>
          <p14:tracePt t="87095" x="1089025" y="1076325"/>
          <p14:tracePt t="87103" x="1076325" y="1025525"/>
          <p14:tracePt t="87111" x="1063625" y="976313"/>
          <p14:tracePt t="87119" x="1027113" y="963613"/>
          <p14:tracePt t="87127" x="989013" y="938213"/>
          <p14:tracePt t="87136" x="938213" y="912813"/>
          <p14:tracePt t="87143" x="876300" y="912813"/>
          <p14:tracePt t="87152" x="838200" y="912813"/>
          <p14:tracePt t="87159" x="801688" y="912813"/>
          <p14:tracePt t="87167" x="788988" y="912813"/>
          <p14:tracePt t="87175" x="776288" y="912813"/>
          <p14:tracePt t="87183" x="738188" y="912813"/>
          <p14:tracePt t="87191" x="701675" y="938213"/>
          <p14:tracePt t="87199" x="676275" y="963613"/>
          <p14:tracePt t="87207" x="650875" y="989013"/>
          <p14:tracePt t="87215" x="625475" y="1025525"/>
          <p14:tracePt t="87223" x="612775" y="1076325"/>
          <p14:tracePt t="87231" x="600075" y="1114425"/>
          <p14:tracePt t="87239" x="588963" y="1150938"/>
          <p14:tracePt t="87248" x="588963" y="1163638"/>
          <p14:tracePt t="87255" x="588963" y="1189038"/>
          <p14:tracePt t="87264" x="588963" y="1214438"/>
          <p14:tracePt t="87271" x="588963" y="1238250"/>
          <p14:tracePt t="87279" x="588963" y="1250950"/>
          <p14:tracePt t="87287" x="588963" y="1276350"/>
          <p14:tracePt t="87295" x="612775" y="1301750"/>
          <p14:tracePt t="87303" x="638175" y="1339850"/>
          <p14:tracePt t="87311" x="650875" y="1363663"/>
          <p14:tracePt t="87319" x="688975" y="1414463"/>
          <p14:tracePt t="87327" x="712788" y="1427163"/>
          <p14:tracePt t="87336" x="763588" y="1489075"/>
          <p14:tracePt t="87343" x="788988" y="1501775"/>
          <p14:tracePt t="87351" x="850900" y="1552575"/>
          <p14:tracePt t="87359" x="889000" y="1563688"/>
          <p14:tracePt t="87367" x="963613" y="1589088"/>
          <p14:tracePt t="87375" x="1014413" y="1614488"/>
          <p14:tracePt t="87383" x="1089025" y="1627188"/>
          <p14:tracePt t="87391" x="1176338" y="1627188"/>
          <p14:tracePt t="87399" x="1263650" y="1639888"/>
          <p14:tracePt t="87407" x="1327150" y="1652588"/>
          <p14:tracePt t="87415" x="1427163" y="1652588"/>
          <p14:tracePt t="87423" x="1501775" y="1652588"/>
          <p14:tracePt t="87431" x="1589088" y="1639888"/>
          <p14:tracePt t="87439" x="1677988" y="1589088"/>
          <p14:tracePt t="87448" x="1714500" y="1539875"/>
          <p14:tracePt t="87455" x="1765300" y="1463675"/>
          <p14:tracePt t="87463" x="1765300" y="1414463"/>
          <p14:tracePt t="87471" x="1765300" y="1339850"/>
          <p14:tracePt t="87479" x="1765300" y="1238250"/>
          <p14:tracePt t="87487" x="1765300" y="1176338"/>
          <p14:tracePt t="87495" x="1739900" y="1125538"/>
          <p14:tracePt t="87503" x="1714500" y="1089025"/>
          <p14:tracePt t="87511" x="1677988" y="1050925"/>
          <p14:tracePt t="87520" x="1639888" y="1050925"/>
          <p14:tracePt t="87527" x="1601788" y="1050925"/>
          <p14:tracePt t="87535" x="1577975" y="1025525"/>
          <p14:tracePt t="87543" x="1552575" y="1025525"/>
          <p14:tracePt t="87551" x="1539875" y="1025525"/>
          <p14:tracePt t="87559" x="1514475" y="1025525"/>
          <p14:tracePt t="87567" x="1489075" y="1025525"/>
          <p14:tracePt t="87575" x="1414463" y="1089025"/>
          <p14:tracePt t="87583" x="1339850" y="1138238"/>
          <p14:tracePt t="87591" x="1252538" y="1214438"/>
          <p14:tracePt t="87599" x="1163638" y="1289050"/>
          <p14:tracePt t="87607" x="1101725" y="1376363"/>
          <p14:tracePt t="87615" x="1038225" y="1476375"/>
          <p14:tracePt t="87623" x="989013" y="1576388"/>
          <p14:tracePt t="87632" x="938213" y="1676400"/>
          <p14:tracePt t="87639" x="938213" y="1739900"/>
          <p14:tracePt t="87647" x="925513" y="1827213"/>
          <p14:tracePt t="87655" x="925513" y="1876425"/>
          <p14:tracePt t="87663" x="925513" y="1901825"/>
          <p14:tracePt t="87671" x="938213" y="1952625"/>
          <p14:tracePt t="87679" x="950913" y="1965325"/>
          <p14:tracePt t="87687" x="989013" y="1989138"/>
          <p14:tracePt t="87695" x="1014413" y="1989138"/>
          <p14:tracePt t="87711" x="1027113" y="1989138"/>
          <p14:tracePt t="88080" x="1050925" y="1989138"/>
          <p14:tracePt t="88088" x="1127125" y="2039938"/>
          <p14:tracePt t="88095" x="1201738" y="2078038"/>
          <p14:tracePt t="88103" x="1239838" y="2101850"/>
          <p14:tracePt t="88111" x="1427163" y="2201863"/>
          <p14:tracePt t="88119" x="1665288" y="2352675"/>
          <p14:tracePt t="88127" x="1965325" y="2503488"/>
          <p14:tracePt t="88135" x="2290763" y="2690813"/>
          <p14:tracePt t="88143" x="2590800" y="2878138"/>
          <p14:tracePt t="88151" x="2879725" y="3016250"/>
          <p14:tracePt t="88159" x="3092450" y="3154363"/>
          <p14:tracePt t="88167" x="3305175" y="3254375"/>
          <p14:tracePt t="88175" x="3530600" y="3354388"/>
          <p14:tracePt t="88183" x="3730625" y="3467100"/>
          <p14:tracePt t="88191" x="3867150" y="3554413"/>
          <p14:tracePt t="88200" x="3992563" y="3603625"/>
          <p14:tracePt t="88207" x="4092575" y="3641725"/>
          <p14:tracePt t="88215" x="4192588" y="3667125"/>
          <p14:tracePt t="88223" x="4281488" y="3692525"/>
          <p14:tracePt t="88231" x="4356100" y="3703638"/>
          <p14:tracePt t="88239" x="4418013" y="3741738"/>
          <p14:tracePt t="88247" x="4468813" y="3754438"/>
          <p14:tracePt t="88255" x="4530725" y="3767138"/>
          <p14:tracePt t="92343" x="4543425" y="3767138"/>
          <p14:tracePt t="92351" x="4556125" y="3767138"/>
          <p14:tracePt t="92983" x="4568825" y="3767138"/>
          <p14:tracePt t="93951" x="4581525" y="3779838"/>
          <p14:tracePt t="93959" x="4581525" y="3792538"/>
          <p14:tracePt t="93991" x="4581525" y="3816350"/>
          <p14:tracePt t="94015" x="4581525" y="3829050"/>
          <p14:tracePt t="94023" x="4581525" y="3841750"/>
          <p14:tracePt t="94031" x="4581525" y="3854450"/>
          <p14:tracePt t="94039" x="4581525" y="3879850"/>
          <p14:tracePt t="94047" x="4581525" y="3916363"/>
          <p14:tracePt t="94055" x="4581525" y="3941763"/>
          <p14:tracePt t="94063" x="4581525" y="3967163"/>
          <p14:tracePt t="94071" x="4581525" y="4005263"/>
          <p14:tracePt t="94079" x="4581525" y="4054475"/>
          <p14:tracePt t="94088" x="4581525" y="4105275"/>
          <p14:tracePt t="94095" x="4581525" y="4205288"/>
          <p14:tracePt t="94103" x="4581525" y="4292600"/>
          <p14:tracePt t="94111" x="4581525" y="4392613"/>
          <p14:tracePt t="94119" x="4581525" y="4467225"/>
          <p14:tracePt t="94127" x="4568825" y="4543425"/>
          <p14:tracePt t="94135" x="4568825" y="4592638"/>
          <p14:tracePt t="94143" x="4556125" y="4656138"/>
          <p14:tracePt t="94151" x="4556125" y="4692650"/>
          <p14:tracePt t="94159" x="4543425" y="4718050"/>
          <p14:tracePt t="94167" x="4543425" y="4730750"/>
          <p14:tracePt t="94175" x="4543425" y="4743450"/>
          <p14:tracePt t="94183" x="4543425" y="4756150"/>
          <p14:tracePt t="94191" x="4543425" y="4768850"/>
          <p14:tracePt t="94207" x="4543425" y="4779963"/>
          <p14:tracePt t="94215" x="4543425" y="4792663"/>
          <p14:tracePt t="94231" x="4543425" y="4805363"/>
          <p14:tracePt t="94239" x="4543425" y="4830763"/>
          <p14:tracePt t="94247" x="4543425" y="4843463"/>
          <p14:tracePt t="94255" x="4543425" y="4856163"/>
          <p14:tracePt t="94263" x="4543425" y="4868863"/>
          <p14:tracePt t="94272" x="4543425" y="4879975"/>
          <p14:tracePt t="94287" x="4530725" y="4892675"/>
          <p14:tracePt t="94295" x="4481513" y="4892675"/>
          <p14:tracePt t="94303" x="4406900" y="4892675"/>
          <p14:tracePt t="94311" x="4294188" y="4892675"/>
          <p14:tracePt t="94319" x="4143375" y="4892675"/>
          <p14:tracePt t="94327" x="3968750" y="4892675"/>
          <p14:tracePt t="94335" x="3792538" y="4892675"/>
          <p14:tracePt t="94343" x="3579813" y="4843463"/>
          <p14:tracePt t="94351" x="3328988" y="4756150"/>
          <p14:tracePt t="94359" x="3128963" y="4718050"/>
          <p14:tracePt t="94367" x="2992438" y="4667250"/>
          <p14:tracePt t="94375" x="2867025" y="4630738"/>
          <p14:tracePt t="94384" x="2767013" y="4605338"/>
          <p14:tracePt t="94391" x="2678113" y="4579938"/>
          <p14:tracePt t="94399" x="2603500" y="4554538"/>
          <p14:tracePt t="94407" x="2578100" y="4554538"/>
          <p14:tracePt t="94415" x="2528888" y="4543425"/>
          <p14:tracePt t="94423" x="2490788" y="4543425"/>
          <p14:tracePt t="94431" x="2465388" y="4543425"/>
          <p14:tracePt t="94439" x="2428875" y="4518025"/>
          <p14:tracePt t="94447" x="2390775" y="4505325"/>
          <p14:tracePt t="94456" x="2339975" y="4492625"/>
          <p14:tracePt t="94463" x="2290763" y="4492625"/>
          <p14:tracePt t="94472" x="2228850" y="4492625"/>
          <p14:tracePt t="94479" x="2165350" y="4467225"/>
          <p14:tracePt t="94487" x="2103438" y="4467225"/>
          <p14:tracePt t="94495" x="2052638" y="4467225"/>
          <p14:tracePt t="94503" x="1990725" y="4467225"/>
          <p14:tracePt t="94511" x="1952625" y="4467225"/>
          <p14:tracePt t="94519" x="1927225" y="4467225"/>
          <p14:tracePt t="94527" x="1890713" y="4467225"/>
          <p14:tracePt t="94535" x="1852613" y="4467225"/>
          <p14:tracePt t="94543" x="1814513" y="4467225"/>
          <p14:tracePt t="94551" x="1765300" y="4467225"/>
          <p14:tracePt t="94559" x="1727200" y="4467225"/>
          <p14:tracePt t="94568" x="1677988" y="4467225"/>
          <p14:tracePt t="94575" x="1627188" y="4467225"/>
          <p14:tracePt t="94583" x="1577975" y="4467225"/>
          <p14:tracePt t="94591" x="1527175" y="4479925"/>
          <p14:tracePt t="94599" x="1489075" y="4479925"/>
          <p14:tracePt t="94607" x="1439863" y="4518025"/>
          <p14:tracePt t="94615" x="1414463" y="4530725"/>
          <p14:tracePt t="94623" x="1376363" y="4579938"/>
          <p14:tracePt t="94631" x="1352550" y="4592638"/>
          <p14:tracePt t="94640" x="1339850" y="4618038"/>
          <p14:tracePt t="94647" x="1339850" y="4656138"/>
          <p14:tracePt t="94656" x="1339850" y="4692650"/>
          <p14:tracePt t="94663" x="1314450" y="4730750"/>
          <p14:tracePt t="94671" x="1301750" y="4768850"/>
          <p14:tracePt t="94679" x="1301750" y="4805363"/>
          <p14:tracePt t="94687" x="1301750" y="4843463"/>
          <p14:tracePt t="94695" x="1301750" y="4879975"/>
          <p14:tracePt t="94703" x="1301750" y="4905375"/>
          <p14:tracePt t="94711" x="1301750" y="4930775"/>
          <p14:tracePt t="94719" x="1301750" y="4943475"/>
          <p14:tracePt t="94727" x="1301750" y="4981575"/>
          <p14:tracePt t="94743" x="1301750" y="4992688"/>
          <p14:tracePt t="94759" x="1301750" y="5005388"/>
          <p14:tracePt t="94783" x="1301750" y="5030788"/>
          <p14:tracePt t="94791" x="1301750" y="5043488"/>
          <p14:tracePt t="94807" x="1301750" y="5056188"/>
          <p14:tracePt t="94919" x="1301750" y="5081588"/>
          <p14:tracePt t="94927" x="1301750" y="5092700"/>
          <p14:tracePt t="94935" x="1314450" y="5105400"/>
          <p14:tracePt t="94952" x="1327150" y="5130800"/>
          <p14:tracePt t="94959" x="1339850" y="5130800"/>
          <p14:tracePt t="94967" x="1352550" y="5143500"/>
          <p14:tracePt t="94983" x="1363663" y="5156200"/>
          <p14:tracePt t="94991" x="1363663" y="5168900"/>
          <p14:tracePt t="94999" x="1376363" y="5168900"/>
          <p14:tracePt t="95024" x="1389063" y="5194300"/>
          <p14:tracePt t="95031" x="1414463" y="5205413"/>
          <p14:tracePt t="95039" x="1427163" y="5218113"/>
          <p14:tracePt t="95047" x="1439863" y="5243513"/>
          <p14:tracePt t="95055" x="1476375" y="5268913"/>
          <p14:tracePt t="95063" x="1501775" y="5318125"/>
          <p14:tracePt t="95071" x="1539875" y="5356225"/>
          <p14:tracePt t="95079" x="1577975" y="5394325"/>
          <p14:tracePt t="95087" x="1627188" y="5418138"/>
          <p14:tracePt t="95095" x="1652588" y="5430838"/>
          <p14:tracePt t="95103" x="1689100" y="5443538"/>
          <p14:tracePt t="95111" x="1727200" y="5443538"/>
          <p14:tracePt t="95119" x="1752600" y="5468938"/>
          <p14:tracePt t="95127" x="1765300" y="5468938"/>
          <p14:tracePt t="95136" x="1778000" y="5468938"/>
          <p14:tracePt t="95151" x="1790700" y="5468938"/>
          <p14:tracePt t="95423" x="1801813" y="5468938"/>
          <p14:tracePt t="95495" x="1814513" y="5468938"/>
          <p14:tracePt t="95551" x="1827213" y="5468938"/>
          <p14:tracePt t="95567" x="1839913" y="5468938"/>
          <p14:tracePt t="95583" x="1852613" y="5468938"/>
          <p14:tracePt t="95615" x="1865313" y="5468938"/>
          <p14:tracePt t="95807" x="1878013" y="5468938"/>
          <p14:tracePt t="96159" x="1878013" y="5443538"/>
          <p14:tracePt t="96168" x="1878013" y="5394325"/>
          <p14:tracePt t="96175" x="1890713" y="5343525"/>
          <p14:tracePt t="96183" x="1939925" y="5268913"/>
          <p14:tracePt t="96191" x="1965325" y="5205413"/>
          <p14:tracePt t="96199" x="2003425" y="5156200"/>
          <p14:tracePt t="96207" x="2014538" y="5092700"/>
          <p14:tracePt t="96215" x="2027238" y="5043488"/>
          <p14:tracePt t="96223" x="2027238" y="5005388"/>
          <p14:tracePt t="96231" x="2027238" y="4981575"/>
          <p14:tracePt t="96239" x="2027238" y="4956175"/>
          <p14:tracePt t="96247" x="2014538" y="4930775"/>
          <p14:tracePt t="96263" x="2003425" y="4905375"/>
          <p14:tracePt t="96271" x="2003425" y="4879975"/>
          <p14:tracePt t="96279" x="1990725" y="4856163"/>
          <p14:tracePt t="96287" x="1978025" y="4830763"/>
          <p14:tracePt t="96295" x="1978025" y="4818063"/>
          <p14:tracePt t="96303" x="1965325" y="4792663"/>
          <p14:tracePt t="96311" x="1965325" y="4779963"/>
          <p14:tracePt t="96319" x="1965325" y="4768850"/>
          <p14:tracePt t="96328" x="1965325" y="4743450"/>
          <p14:tracePt t="96344" x="1965325" y="4730750"/>
          <p14:tracePt t="96351" x="1965325" y="4718050"/>
          <p14:tracePt t="96359" x="1965325" y="4705350"/>
          <p14:tracePt t="96367" x="1965325" y="4692650"/>
          <p14:tracePt t="96383" x="1965325" y="4667250"/>
          <p14:tracePt t="96399" x="1952625" y="4667250"/>
          <p14:tracePt t="96415" x="1952625" y="4656138"/>
          <p14:tracePt t="96423" x="1939925" y="4656138"/>
          <p14:tracePt t="96431" x="1927225" y="4656138"/>
          <p14:tracePt t="96447" x="1914525" y="4656138"/>
          <p14:tracePt t="96455" x="1903413" y="4656138"/>
          <p14:tracePt t="96471" x="1890713" y="4656138"/>
          <p14:tracePt t="96479" x="1878013" y="4656138"/>
          <p14:tracePt t="96487" x="1865313" y="4656138"/>
          <p14:tracePt t="96503" x="1852613" y="4656138"/>
          <p14:tracePt t="96512" x="1827213" y="4656138"/>
          <p14:tracePt t="96528" x="1814513" y="4656138"/>
          <p14:tracePt t="96535" x="1801813" y="4656138"/>
          <p14:tracePt t="96543" x="1790700" y="4656138"/>
          <p14:tracePt t="96559" x="1778000" y="4656138"/>
          <p14:tracePt t="96759" x="1765300" y="4656138"/>
          <p14:tracePt t="96775" x="1752600" y="4656138"/>
          <p14:tracePt t="96799" x="1739900" y="4656138"/>
          <p14:tracePt t="96815" x="1714500" y="4656138"/>
          <p14:tracePt t="96823" x="1701800" y="4667250"/>
          <p14:tracePt t="96831" x="1665288" y="4667250"/>
          <p14:tracePt t="96839" x="1614488" y="4679950"/>
          <p14:tracePt t="96847" x="1577975" y="4679950"/>
          <p14:tracePt t="96855" x="1527175" y="4679950"/>
          <p14:tracePt t="96863" x="1476375" y="4705350"/>
          <p14:tracePt t="96871" x="1452563" y="4705350"/>
          <p14:tracePt t="96879" x="1414463" y="4705350"/>
          <p14:tracePt t="96887" x="1389063" y="4705350"/>
          <p14:tracePt t="96903" x="1376363" y="4705350"/>
          <p14:tracePt t="96919" x="1363663" y="4705350"/>
          <p14:tracePt t="96935" x="1352550" y="4705350"/>
          <p14:tracePt t="96943" x="1339850" y="4705350"/>
          <p14:tracePt t="96959" x="1289050" y="4705350"/>
          <p14:tracePt t="96967" x="1263650" y="4705350"/>
          <p14:tracePt t="96975" x="1252538" y="4705350"/>
          <p14:tracePt t="96983" x="1227138" y="4705350"/>
          <p14:tracePt t="96991" x="1214438" y="4705350"/>
          <p14:tracePt t="96999" x="1189038" y="4705350"/>
          <p14:tracePt t="97008" x="1176338" y="4705350"/>
          <p14:tracePt t="97015" x="1163638" y="4705350"/>
          <p14:tracePt t="97023" x="1150938" y="4705350"/>
          <p14:tracePt t="97031" x="1139825" y="4705350"/>
          <p14:tracePt t="97055" x="1127125" y="4705350"/>
          <p14:tracePt t="97063" x="1101725" y="4705350"/>
          <p14:tracePt t="97071" x="1089025" y="4705350"/>
          <p14:tracePt t="97080" x="1076325" y="4705350"/>
          <p14:tracePt t="97087" x="1050925" y="4705350"/>
          <p14:tracePt t="97096" x="1027113" y="4705350"/>
          <p14:tracePt t="97111" x="1014413" y="4705350"/>
          <p14:tracePt t="97119" x="976313" y="4692650"/>
          <p14:tracePt t="97127" x="963613" y="4692650"/>
          <p14:tracePt t="97135" x="950913" y="4692650"/>
          <p14:tracePt t="97143" x="938213" y="4692650"/>
          <p14:tracePt t="97151" x="925513" y="4679950"/>
          <p14:tracePt t="97167" x="914400" y="4679950"/>
          <p14:tracePt t="97175" x="901700" y="4679950"/>
          <p14:tracePt t="97183" x="889000" y="4679950"/>
          <p14:tracePt t="97192" x="876300" y="4679950"/>
          <p14:tracePt t="97199" x="863600" y="4679950"/>
          <p14:tracePt t="97207" x="850900" y="4679950"/>
          <p14:tracePt t="97215" x="838200" y="4679950"/>
          <p14:tracePt t="97223" x="825500" y="4679950"/>
          <p14:tracePt t="97231" x="814388" y="4679950"/>
          <p14:tracePt t="97247" x="801688" y="4679950"/>
          <p14:tracePt t="97255" x="788988" y="4679950"/>
          <p14:tracePt t="97264" x="776288" y="4667250"/>
          <p14:tracePt t="97271" x="750888" y="4667250"/>
          <p14:tracePt t="97287" x="738188" y="4667250"/>
          <p14:tracePt t="97295" x="712788" y="4667250"/>
          <p14:tracePt t="97311" x="701675" y="4667250"/>
          <p14:tracePt t="97319" x="676275" y="4667250"/>
          <p14:tracePt t="97335" x="663575" y="4656138"/>
          <p14:tracePt t="97351" x="638175" y="4656138"/>
          <p14:tracePt t="97407" x="625475" y="4656138"/>
          <p14:tracePt t="97455" x="612775" y="4656138"/>
          <p14:tracePt t="97567" x="600075" y="4656138"/>
          <p14:tracePt t="98839" x="600075" y="4667250"/>
          <p14:tracePt t="98847" x="600075" y="4705350"/>
          <p14:tracePt t="98855" x="600075" y="4718050"/>
          <p14:tracePt t="98863" x="600075" y="4730750"/>
          <p14:tracePt t="98871" x="600075" y="4743450"/>
          <p14:tracePt t="98880" x="612775" y="4743450"/>
          <p14:tracePt t="98887" x="625475" y="4768850"/>
          <p14:tracePt t="98895" x="638175" y="4768850"/>
          <p14:tracePt t="98903" x="663575" y="4768850"/>
          <p14:tracePt t="98919" x="676275" y="4768850"/>
          <p14:tracePt t="98947" x="712788" y="4768850"/>
          <p14:tracePt t="98951" x="763588" y="4768850"/>
          <p14:tracePt t="98959" x="801688" y="4768850"/>
          <p14:tracePt t="98968" x="850900" y="4768850"/>
          <p14:tracePt t="98975" x="901700" y="4768850"/>
          <p14:tracePt t="98983" x="950913" y="4768850"/>
          <p14:tracePt t="98991" x="976313" y="4743450"/>
          <p14:tracePt t="98999" x="1001713" y="4730750"/>
          <p14:tracePt t="99007" x="1001713" y="4718050"/>
          <p14:tracePt t="99015" x="1001713" y="4692650"/>
          <p14:tracePt t="99023" x="1001713" y="4679950"/>
          <p14:tracePt t="99031" x="1001713" y="4667250"/>
          <p14:tracePt t="99039" x="989013" y="4643438"/>
          <p14:tracePt t="99047" x="976313" y="4618038"/>
          <p14:tracePt t="99055" x="938213" y="4605338"/>
          <p14:tracePt t="99064" x="901700" y="4605338"/>
          <p14:tracePt t="99071" x="838200" y="4579938"/>
          <p14:tracePt t="99079" x="801688" y="4567238"/>
          <p14:tracePt t="99087" x="750888" y="4567238"/>
          <p14:tracePt t="99095" x="701675" y="4567238"/>
          <p14:tracePt t="99103" x="650875" y="4567238"/>
          <p14:tracePt t="99111" x="600075" y="4567238"/>
          <p14:tracePt t="99119" x="588963" y="4567238"/>
          <p14:tracePt t="99127" x="538163" y="4567238"/>
          <p14:tracePt t="99136" x="538163" y="4618038"/>
          <p14:tracePt t="99143" x="538163" y="4667250"/>
          <p14:tracePt t="99152" x="512763" y="4718050"/>
          <p14:tracePt t="99159" x="512763" y="4768850"/>
          <p14:tracePt t="99167" x="512763" y="4818063"/>
          <p14:tracePt t="99175" x="512763" y="4856163"/>
          <p14:tracePt t="99183" x="512763" y="4892675"/>
          <p14:tracePt t="99191" x="512763" y="4930775"/>
          <p14:tracePt t="99199" x="563563" y="4956175"/>
          <p14:tracePt t="99207" x="588963" y="4981575"/>
          <p14:tracePt t="99215" x="638175" y="5005388"/>
          <p14:tracePt t="99223" x="712788" y="5018088"/>
          <p14:tracePt t="99231" x="763588" y="5030788"/>
          <p14:tracePt t="99239" x="838200" y="5043488"/>
          <p14:tracePt t="99248" x="876300" y="5043488"/>
          <p14:tracePt t="99255" x="889000" y="5043488"/>
          <p14:tracePt t="99271" x="901700" y="5043488"/>
          <p14:tracePt t="99279" x="901700" y="5030788"/>
          <p14:tracePt t="99287" x="901700" y="5005388"/>
          <p14:tracePt t="99295" x="901700" y="4968875"/>
          <p14:tracePt t="99303" x="901700" y="4930775"/>
          <p14:tracePt t="99311" x="901700" y="4879975"/>
          <p14:tracePt t="99319" x="876300" y="4830763"/>
          <p14:tracePt t="99327" x="876300" y="4805363"/>
          <p14:tracePt t="99336" x="876300" y="4792663"/>
          <p14:tracePt t="99343" x="850900" y="4779963"/>
          <p14:tracePt t="99351" x="850900" y="4768850"/>
          <p14:tracePt t="99591" x="850900" y="4756150"/>
          <p14:tracePt t="99639" x="863600" y="4756150"/>
          <p14:tracePt t="100167" x="889000" y="4756150"/>
          <p14:tracePt t="100175" x="914400" y="4756150"/>
          <p14:tracePt t="100183" x="950913" y="4756150"/>
          <p14:tracePt t="100191" x="989013" y="4756150"/>
          <p14:tracePt t="100200" x="1050925" y="4756150"/>
          <p14:tracePt t="100207" x="1127125" y="4756150"/>
          <p14:tracePt t="100215" x="1252538" y="4756150"/>
          <p14:tracePt t="100223" x="1376363" y="4756150"/>
          <p14:tracePt t="100231" x="1527175" y="4756150"/>
          <p14:tracePt t="100239" x="1627188" y="4756150"/>
          <p14:tracePt t="100247" x="1677988" y="4756150"/>
          <p14:tracePt t="100255" x="1701800" y="4743450"/>
          <p14:tracePt t="100272" x="1714500" y="4743450"/>
          <p14:tracePt t="100391" x="1701800" y="4743450"/>
          <p14:tracePt t="100399" x="1677988" y="4743450"/>
          <p14:tracePt t="100407" x="1652588" y="4743450"/>
          <p14:tracePt t="100415" x="1639888" y="4730750"/>
          <p14:tracePt t="100423" x="1627188" y="4718050"/>
          <p14:tracePt t="100431" x="1601788" y="4705350"/>
          <p14:tracePt t="100447" x="1589088" y="4692650"/>
          <p14:tracePt t="100456" x="1565275" y="4656138"/>
          <p14:tracePt t="100463" x="1565275" y="4618038"/>
          <p14:tracePt t="100471" x="1565275" y="4579938"/>
          <p14:tracePt t="100479" x="1552575" y="4530725"/>
          <p14:tracePt t="100487" x="1539875" y="4492625"/>
          <p14:tracePt t="100495" x="1539875" y="4467225"/>
          <p14:tracePt t="100503" x="1539875" y="4430713"/>
          <p14:tracePt t="100511" x="1539875" y="4392613"/>
          <p14:tracePt t="100519" x="1539875" y="4341813"/>
          <p14:tracePt t="100527" x="1539875" y="4305300"/>
          <p14:tracePt t="100535" x="1514475" y="4254500"/>
          <p14:tracePt t="100543" x="1514475" y="4205288"/>
          <p14:tracePt t="100551" x="1514475" y="4141788"/>
          <p14:tracePt t="100559" x="1514475" y="4092575"/>
          <p14:tracePt t="100568" x="1514475" y="4079875"/>
          <p14:tracePt t="100575" x="1514475" y="4041775"/>
          <p14:tracePt t="100583" x="1514475" y="4029075"/>
          <p14:tracePt t="100607" x="1501775" y="4017963"/>
          <p14:tracePt t="101007" x="1501775" y="4079875"/>
          <p14:tracePt t="101015" x="1552575" y="4330700"/>
          <p14:tracePt t="101024" x="1701800" y="4567238"/>
          <p14:tracePt t="101031" x="1814513" y="4692650"/>
          <p14:tracePt t="101039" x="1990725" y="4843463"/>
          <p14:tracePt t="101047" x="2127250" y="4968875"/>
          <p14:tracePt t="101055" x="2252663" y="5030788"/>
          <p14:tracePt t="101063" x="2339975" y="5068888"/>
          <p14:tracePt t="101071" x="2390775" y="5105400"/>
          <p14:tracePt t="101127" x="2403475" y="5118100"/>
          <p14:tracePt t="101135" x="2403475" y="5143500"/>
          <p14:tracePt t="101151" x="2378075" y="5143500"/>
          <p14:tracePt t="101159" x="2352675" y="5143500"/>
          <p14:tracePt t="101167" x="2328863" y="5143500"/>
          <p14:tracePt t="101175" x="2303463" y="5143500"/>
          <p14:tracePt t="101183" x="2278063" y="5118100"/>
          <p14:tracePt t="101191" x="2265363" y="5105400"/>
          <p14:tracePt t="101199" x="2252663" y="5068888"/>
          <p14:tracePt t="101208" x="2216150" y="5030788"/>
          <p14:tracePt t="101215" x="2190750" y="4981575"/>
          <p14:tracePt t="101223" x="2152650" y="4943475"/>
          <p14:tracePt t="101231" x="2127250" y="4918075"/>
          <p14:tracePt t="101239" x="2090738" y="4868863"/>
          <p14:tracePt t="101247" x="2065338" y="4843463"/>
          <p14:tracePt t="101255" x="2052638" y="4830763"/>
          <p14:tracePt t="101263" x="2014538" y="4792663"/>
          <p14:tracePt t="101271" x="1990725" y="4768850"/>
          <p14:tracePt t="101279" x="1978025" y="4756150"/>
          <p14:tracePt t="101287" x="1939925" y="4730750"/>
          <p14:tracePt t="101303" x="1914525" y="4705350"/>
          <p14:tracePt t="101311" x="1890713" y="4705350"/>
          <p14:tracePt t="101320" x="1878013" y="4692650"/>
          <p14:tracePt t="101327" x="1865313" y="4692650"/>
          <p14:tracePt t="101335" x="1852613" y="4679950"/>
          <p14:tracePt t="101383" x="1839913" y="4679950"/>
          <p14:tracePt t="101463" x="1827213" y="4679950"/>
          <p14:tracePt t="101479" x="1814513" y="4679950"/>
          <p14:tracePt t="101519" x="1801813" y="4679950"/>
          <p14:tracePt t="101551" x="1790700" y="4679950"/>
          <p14:tracePt t="101791" x="1801813" y="4679950"/>
          <p14:tracePt t="101807" x="1814513" y="4679950"/>
          <p14:tracePt t="101815" x="1852613" y="4679950"/>
          <p14:tracePt t="101831" x="1878013" y="4679950"/>
          <p14:tracePt t="101839" x="1890713" y="4679950"/>
          <p14:tracePt t="101847" x="1903413" y="4679950"/>
          <p14:tracePt t="101855" x="1927225" y="4679950"/>
          <p14:tracePt t="101863" x="1939925" y="4679950"/>
          <p14:tracePt t="101879" x="1952625" y="4679950"/>
          <p14:tracePt t="101888" x="1965325" y="4679950"/>
          <p14:tracePt t="101903" x="1978025" y="4679950"/>
          <p14:tracePt t="101911" x="1990725" y="4679950"/>
          <p14:tracePt t="101919" x="2014538" y="4679950"/>
          <p14:tracePt t="101927" x="2039938" y="4679950"/>
          <p14:tracePt t="101943" x="2052638" y="4679950"/>
          <p14:tracePt t="101956" x="2078038" y="4705350"/>
          <p14:tracePt t="101967" x="2090738" y="4705350"/>
          <p14:tracePt t="101983" x="2103438" y="4705350"/>
          <p14:tracePt t="101991" x="2116138" y="4705350"/>
          <p14:tracePt t="101999" x="2127250" y="4705350"/>
          <p14:tracePt t="102015" x="2152650" y="4705350"/>
          <p14:tracePt t="102023" x="2165350" y="4705350"/>
          <p14:tracePt t="102031" x="2178050" y="4705350"/>
          <p14:tracePt t="102039" x="2190750" y="4705350"/>
          <p14:tracePt t="102047" x="2203450" y="4705350"/>
          <p14:tracePt t="102055" x="2216150" y="4705350"/>
          <p14:tracePt t="102135" x="2228850" y="4705350"/>
          <p14:tracePt t="102151" x="2239963" y="4705350"/>
          <p14:tracePt t="102167" x="2252663" y="4705350"/>
          <p14:tracePt t="102183" x="2265363" y="4705350"/>
          <p14:tracePt t="102199" x="2278063" y="4705350"/>
          <p14:tracePt t="102215" x="2328863" y="4705350"/>
          <p14:tracePt t="102223" x="2365375" y="4705350"/>
          <p14:tracePt t="102231" x="2428875" y="4718050"/>
          <p14:tracePt t="102239" x="2503488" y="4730750"/>
          <p14:tracePt t="102247" x="2578100" y="4730750"/>
          <p14:tracePt t="102256" x="2667000" y="4730750"/>
          <p14:tracePt t="102263" x="2728913" y="4730750"/>
          <p14:tracePt t="102271" x="2790825" y="4730750"/>
          <p14:tracePt t="102279" x="2841625" y="4730750"/>
          <p14:tracePt t="102287" x="2879725" y="4730750"/>
          <p14:tracePt t="102639" x="2890838" y="4730750"/>
          <p14:tracePt t="102647" x="2916238" y="4730750"/>
          <p14:tracePt t="102655" x="2941638" y="4730750"/>
          <p14:tracePt t="102663" x="2979738" y="4730750"/>
          <p14:tracePt t="102671" x="3054350" y="4730750"/>
          <p14:tracePt t="102679" x="3205163" y="4730750"/>
          <p14:tracePt t="102687" x="3367088" y="4730750"/>
          <p14:tracePt t="102695" x="3517900" y="4730750"/>
          <p14:tracePt t="102703" x="3654425" y="4730750"/>
          <p14:tracePt t="102712" x="3756025" y="4730750"/>
          <p14:tracePt t="102719" x="3830638" y="4730750"/>
          <p14:tracePt t="102727" x="3905250" y="4730750"/>
          <p14:tracePt t="102735" x="3956050" y="4730750"/>
          <p14:tracePt t="102743" x="3968750" y="4730750"/>
          <p14:tracePt t="102991" x="3930650" y="4730750"/>
          <p14:tracePt t="102999" x="3917950" y="4730750"/>
          <p14:tracePt t="103007" x="3867150" y="4756150"/>
          <p14:tracePt t="103015" x="3843338" y="4756150"/>
          <p14:tracePt t="103023" x="3817938" y="4756150"/>
          <p14:tracePt t="103031" x="3767138" y="4756150"/>
          <p14:tracePt t="103039" x="3730625" y="4756150"/>
          <p14:tracePt t="103047" x="3679825" y="4756150"/>
          <p14:tracePt t="103063" x="3667125" y="4756150"/>
          <p14:tracePt t="103647" x="3679825" y="4756150"/>
          <p14:tracePt t="103655" x="3717925" y="4756150"/>
          <p14:tracePt t="103663" x="3767138" y="4756150"/>
          <p14:tracePt t="103671" x="3805238" y="4756150"/>
          <p14:tracePt t="103679" x="3867150" y="4756150"/>
          <p14:tracePt t="103687" x="3917950" y="4756150"/>
          <p14:tracePt t="103695" x="3968750" y="4756150"/>
          <p14:tracePt t="103703" x="3979863" y="4756150"/>
          <p14:tracePt t="103711" x="4005263" y="4756150"/>
          <p14:tracePt t="103719" x="4017963" y="4756150"/>
          <p14:tracePt t="103759" x="4030663" y="4756150"/>
          <p14:tracePt t="103775" x="4043363" y="4756150"/>
          <p14:tracePt t="103847" x="4056063" y="4743450"/>
          <p14:tracePt t="103863" x="4068763" y="4730750"/>
          <p14:tracePt t="103895" x="4068763" y="4718050"/>
          <p14:tracePt t="103903" x="4081463" y="4718050"/>
          <p14:tracePt t="103919" x="4081463" y="4705350"/>
          <p14:tracePt t="104615" x="4092575" y="4705350"/>
          <p14:tracePt t="104623" x="4117975" y="4705350"/>
          <p14:tracePt t="104631" x="4130675" y="4705350"/>
          <p14:tracePt t="104639" x="4168775" y="4705350"/>
          <p14:tracePt t="104647" x="4181475" y="4705350"/>
          <p14:tracePt t="104655" x="4217988" y="4705350"/>
          <p14:tracePt t="104783" x="4230688" y="4705350"/>
          <p14:tracePt t="104799" x="4243388" y="4705350"/>
          <p14:tracePt t="104823" x="4256088" y="4705350"/>
          <p14:tracePt t="104831" x="4281488" y="4705350"/>
          <p14:tracePt t="104839" x="4305300" y="4705350"/>
          <p14:tracePt t="104847" x="4356100" y="4679950"/>
          <p14:tracePt t="104855" x="4418013" y="4679950"/>
          <p14:tracePt t="104863" x="4468813" y="4667250"/>
          <p14:tracePt t="104871" x="4506913" y="4656138"/>
          <p14:tracePt t="104880" x="4556125" y="4656138"/>
          <p14:tracePt t="104887" x="4581525" y="4630738"/>
          <p14:tracePt t="104895" x="4606925" y="4630738"/>
          <p14:tracePt t="104911" x="4630738" y="4630738"/>
          <p14:tracePt t="105159" x="4643438" y="4630738"/>
          <p14:tracePt t="105167" x="4681538" y="4630738"/>
          <p14:tracePt t="105175" x="4706938" y="4630738"/>
          <p14:tracePt t="105183" x="4743450" y="4630738"/>
          <p14:tracePt t="105191" x="4768850" y="4630738"/>
          <p14:tracePt t="105199" x="4781550" y="4630738"/>
          <p14:tracePt t="105207" x="4806950" y="4630738"/>
          <p14:tracePt t="105215" x="4819650" y="4630738"/>
          <p14:tracePt t="105223" x="4856163" y="4630738"/>
          <p14:tracePt t="105231" x="4856163" y="4618038"/>
          <p14:tracePt t="105239" x="4868863" y="4618038"/>
          <p14:tracePt t="105248" x="4881563" y="4618038"/>
          <p14:tracePt t="105343" x="4894263" y="4618038"/>
          <p14:tracePt t="105351" x="4906963" y="4605338"/>
          <p14:tracePt t="105455" x="4919663" y="4605338"/>
          <p14:tracePt t="105503" x="4932363" y="4605338"/>
          <p14:tracePt t="105511" x="4945063" y="4605338"/>
          <p14:tracePt t="105799" x="4906963" y="4592638"/>
          <p14:tracePt t="105807" x="4768850" y="4592638"/>
          <p14:tracePt t="105815" x="4568825" y="4592638"/>
          <p14:tracePt t="105823" x="4205288" y="4643438"/>
          <p14:tracePt t="105831" x="3943350" y="4718050"/>
          <p14:tracePt t="105839" x="3567113" y="4792663"/>
          <p14:tracePt t="105847" x="3179763" y="4843463"/>
          <p14:tracePt t="105855" x="2928938" y="4868863"/>
          <p14:tracePt t="105863" x="2716213" y="4868863"/>
          <p14:tracePt t="105871" x="2590800" y="4868863"/>
          <p14:tracePt t="105879" x="2490788" y="4868863"/>
          <p14:tracePt t="105887" x="2416175" y="4868863"/>
          <p14:tracePt t="105895" x="2365375" y="4879975"/>
          <p14:tracePt t="105903" x="2352675" y="4879975"/>
          <p14:tracePt t="105911" x="2339975" y="4892675"/>
          <p14:tracePt t="105919" x="2328863" y="4892675"/>
          <p14:tracePt t="105935" x="2303463" y="4892675"/>
          <p14:tracePt t="105967" x="2265363" y="4905375"/>
          <p14:tracePt t="105975" x="2265363" y="4918075"/>
          <p14:tracePt t="105983" x="2239963" y="4918075"/>
          <p14:tracePt t="105991" x="2228850" y="4918075"/>
          <p14:tracePt t="105999" x="2203450" y="4918075"/>
          <p14:tracePt t="106015" x="2190750" y="4930775"/>
          <p14:tracePt t="106031" x="2165350" y="4943475"/>
          <p14:tracePt t="106047" x="2127250" y="4956175"/>
          <p14:tracePt t="106055" x="2116138" y="4968875"/>
          <p14:tracePt t="106063" x="2065338" y="4968875"/>
          <p14:tracePt t="106071" x="2014538" y="4981575"/>
          <p14:tracePt t="106079" x="1939925" y="5005388"/>
          <p14:tracePt t="106087" x="1914525" y="5005388"/>
          <p14:tracePt t="106103" x="1903413" y="5018088"/>
          <p14:tracePt t="106431" x="1914525" y="5018088"/>
          <p14:tracePt t="106439" x="1927225" y="5018088"/>
          <p14:tracePt t="106447" x="1939925" y="5018088"/>
          <p14:tracePt t="106455" x="1952625" y="5018088"/>
          <p14:tracePt t="106463" x="1965325" y="5018088"/>
          <p14:tracePt t="106471" x="1990725" y="5018088"/>
          <p14:tracePt t="106479" x="2027238" y="5018088"/>
          <p14:tracePt t="106487" x="2078038" y="5018088"/>
          <p14:tracePt t="106495" x="2152650" y="5018088"/>
          <p14:tracePt t="106503" x="2239963" y="5005388"/>
          <p14:tracePt t="106511" x="2316163" y="5005388"/>
          <p14:tracePt t="106519" x="2390775" y="4992688"/>
          <p14:tracePt t="106527" x="2478088" y="4992688"/>
          <p14:tracePt t="106535" x="2541588" y="4992688"/>
          <p14:tracePt t="106543" x="2616200" y="4992688"/>
          <p14:tracePt t="106551" x="2667000" y="4992688"/>
          <p14:tracePt t="106559" x="2716213" y="4992688"/>
          <p14:tracePt t="106568" x="2767013" y="4992688"/>
          <p14:tracePt t="106575" x="2803525" y="4992688"/>
          <p14:tracePt t="106583" x="2816225" y="4992688"/>
          <p14:tracePt t="106759" x="2828925" y="4992688"/>
          <p14:tracePt t="106767" x="2816225" y="4968875"/>
          <p14:tracePt t="106775" x="2816225" y="4956175"/>
          <p14:tracePt t="106783" x="2803525" y="4943475"/>
          <p14:tracePt t="106791" x="2803525" y="4930775"/>
          <p14:tracePt t="106799" x="2790825" y="4918075"/>
          <p14:tracePt t="106807" x="2778125" y="4905375"/>
          <p14:tracePt t="106815" x="2767013" y="4879975"/>
          <p14:tracePt t="106824" x="2754313" y="4879975"/>
          <p14:tracePt t="106831" x="2754313" y="4843463"/>
          <p14:tracePt t="106840" x="2728913" y="4830763"/>
          <p14:tracePt t="106847" x="2728913" y="4818063"/>
          <p14:tracePt t="106855" x="2728913" y="4805363"/>
          <p14:tracePt t="106991" x="2767013" y="4830763"/>
          <p14:tracePt t="106999" x="2767013" y="4843463"/>
          <p14:tracePt t="107007" x="2790825" y="4868863"/>
          <p14:tracePt t="107015" x="2816225" y="4879975"/>
          <p14:tracePt t="107023" x="2828925" y="4905375"/>
          <p14:tracePt t="107031" x="2841625" y="4905375"/>
          <p14:tracePt t="107039" x="2867025" y="4930775"/>
          <p14:tracePt t="107055" x="2879725" y="4930775"/>
          <p14:tracePt t="107063" x="2890838" y="4943475"/>
          <p14:tracePt t="107087" x="2903538" y="4943475"/>
          <p14:tracePt t="107095" x="2928938" y="4943475"/>
          <p14:tracePt t="107103" x="2941638" y="4968875"/>
          <p14:tracePt t="107111" x="2967038" y="4968875"/>
          <p14:tracePt t="107119" x="3003550" y="4981575"/>
          <p14:tracePt t="107127" x="3028950" y="4981575"/>
          <p14:tracePt t="107247" x="3054350" y="4981575"/>
          <p14:tracePt t="107439" x="3067050" y="4981575"/>
          <p14:tracePt t="107463" x="3092450" y="4981575"/>
          <p14:tracePt t="107471" x="3103563" y="4981575"/>
          <p14:tracePt t="107479" x="3141663" y="4981575"/>
          <p14:tracePt t="107487" x="3179763" y="4981575"/>
          <p14:tracePt t="107495" x="3254375" y="4981575"/>
          <p14:tracePt t="107504" x="3328988" y="4992688"/>
          <p14:tracePt t="107511" x="3417888" y="4992688"/>
          <p14:tracePt t="107519" x="3505200" y="4992688"/>
          <p14:tracePt t="107527" x="3605213" y="4992688"/>
          <p14:tracePt t="107535" x="3667125" y="4992688"/>
          <p14:tracePt t="107543" x="3717925" y="4992688"/>
          <p14:tracePt t="107551" x="3779838" y="4992688"/>
          <p14:tracePt t="107559" x="3817938" y="4992688"/>
          <p14:tracePt t="107567" x="3830638" y="4992688"/>
          <p14:tracePt t="107575" x="3843338" y="4992688"/>
          <p14:tracePt t="107583" x="3856038" y="4992688"/>
          <p14:tracePt t="107759" x="3867150" y="4992688"/>
          <p14:tracePt t="107767" x="3943350" y="4992688"/>
          <p14:tracePt t="107776" x="3968750" y="4992688"/>
          <p14:tracePt t="107783" x="4005263" y="4992688"/>
          <p14:tracePt t="107791" x="4017963" y="4992688"/>
          <p14:tracePt t="107799" x="4043363" y="4992688"/>
          <p14:tracePt t="107807" x="4056063" y="4992688"/>
          <p14:tracePt t="107815" x="4081463" y="4992688"/>
          <p14:tracePt t="107823" x="4092575" y="4992688"/>
          <p14:tracePt t="107831" x="4130675" y="4992688"/>
          <p14:tracePt t="107839" x="4168775" y="4992688"/>
          <p14:tracePt t="107847" x="4192588" y="4992688"/>
          <p14:tracePt t="107855" x="4205288" y="4992688"/>
          <p14:tracePt t="107863" x="4217988" y="4992688"/>
          <p14:tracePt t="108335" x="4243388" y="4992688"/>
          <p14:tracePt t="108343" x="4330700" y="5018088"/>
          <p14:tracePt t="108351" x="4368800" y="5030788"/>
          <p14:tracePt t="108359" x="4430713" y="5030788"/>
          <p14:tracePt t="108367" x="4468813" y="5030788"/>
          <p14:tracePt t="108375" x="4494213" y="5030788"/>
          <p14:tracePt t="108383" x="4518025" y="5030788"/>
          <p14:tracePt t="108391" x="4543425" y="5030788"/>
          <p14:tracePt t="108399" x="4556125" y="5030788"/>
          <p14:tracePt t="108423" x="4556125" y="5018088"/>
          <p14:tracePt t="108431" x="4556125" y="5005388"/>
          <p14:tracePt t="108463" x="4556125" y="4992688"/>
          <p14:tracePt t="108527" x="4556125" y="4981575"/>
          <p14:tracePt t="108583" x="4543425" y="4981575"/>
          <p14:tracePt t="108599" x="4530725" y="4981575"/>
          <p14:tracePt t="108647" x="4518025" y="4981575"/>
          <p14:tracePt t="108687" x="4494213" y="4981575"/>
          <p14:tracePt t="108703" x="4481513" y="4992688"/>
          <p14:tracePt t="108719" x="4468813" y="4992688"/>
          <p14:tracePt t="108759" x="4456113" y="5005388"/>
          <p14:tracePt t="108775" x="4443413" y="5018088"/>
          <p14:tracePt t="108791" x="4430713" y="5030788"/>
          <p14:tracePt t="108895" x="4456113" y="5043488"/>
          <p14:tracePt t="108903" x="4506913" y="5043488"/>
          <p14:tracePt t="108911" x="4556125" y="5030788"/>
          <p14:tracePt t="108919" x="4606925" y="5030788"/>
          <p14:tracePt t="108927" x="4630738" y="5018088"/>
          <p14:tracePt t="108942" x="4656138" y="4981575"/>
          <p14:tracePt t="109079" x="4668838" y="4981575"/>
          <p14:tracePt t="109207" x="4694238" y="4981575"/>
          <p14:tracePt t="109215" x="4719638" y="4981575"/>
          <p14:tracePt t="109223" x="4743450" y="4992688"/>
          <p14:tracePt t="109231" x="4768850" y="5005388"/>
          <p14:tracePt t="109239" x="4794250" y="5018088"/>
          <p14:tracePt t="109247" x="4819650" y="5018088"/>
          <p14:tracePt t="109255" x="4856163" y="5018088"/>
          <p14:tracePt t="109263" x="4868863" y="5018088"/>
          <p14:tracePt t="109271" x="4894263" y="5018088"/>
          <p14:tracePt t="109280" x="4906963" y="5018088"/>
          <p14:tracePt t="109287" x="4919663" y="5018088"/>
          <p14:tracePt t="109295" x="4932363" y="5018088"/>
          <p14:tracePt t="109303" x="4945063" y="5018088"/>
          <p14:tracePt t="109383" x="4956175" y="5018088"/>
          <p14:tracePt t="109391" x="4968875" y="5018088"/>
          <p14:tracePt t="109399" x="4981575" y="5018088"/>
          <p14:tracePt t="109415" x="4994275" y="4992688"/>
          <p14:tracePt t="109447" x="5019675" y="4981575"/>
          <p14:tracePt t="109463" x="5019675" y="4968875"/>
          <p14:tracePt t="109471" x="5019675" y="4956175"/>
          <p14:tracePt t="109527" x="5019675" y="4943475"/>
          <p14:tracePt t="109543" x="5032375" y="4943475"/>
          <p14:tracePt t="109591" x="5045075" y="4930775"/>
          <p14:tracePt t="109695" x="5057775" y="4930775"/>
          <p14:tracePt t="110287" x="5057775" y="4918075"/>
          <p14:tracePt t="110295" x="4981575" y="4918075"/>
          <p14:tracePt t="110303" x="4919663" y="4918075"/>
          <p14:tracePt t="110311" x="4806950" y="4943475"/>
          <p14:tracePt t="110319" x="4668838" y="5005388"/>
          <p14:tracePt t="110327" x="4543425" y="5043488"/>
          <p14:tracePt t="110335" x="4330700" y="5105400"/>
          <p14:tracePt t="110343" x="4156075" y="5168900"/>
          <p14:tracePt t="110351" x="3979863" y="5205413"/>
          <p14:tracePt t="110359" x="3779838" y="5218113"/>
          <p14:tracePt t="110367" x="3479800" y="5281613"/>
          <p14:tracePt t="110375" x="3267075" y="5281613"/>
          <p14:tracePt t="110383" x="3141663" y="5281613"/>
          <p14:tracePt t="110391" x="3041650" y="5281613"/>
          <p14:tracePt t="110399" x="2916238" y="5281613"/>
          <p14:tracePt t="110407" x="2816225" y="5281613"/>
          <p14:tracePt t="110415" x="2754313" y="5281613"/>
          <p14:tracePt t="110423" x="2690813" y="5281613"/>
          <p14:tracePt t="110431" x="2616200" y="5294313"/>
          <p14:tracePt t="110439" x="2590800" y="5294313"/>
          <p14:tracePt t="110447" x="2541588" y="5294313"/>
          <p14:tracePt t="110455" x="2516188" y="5305425"/>
          <p14:tracePt t="110463" x="2465388" y="5330825"/>
          <p14:tracePt t="110471" x="2428875" y="5343525"/>
          <p14:tracePt t="110479" x="2378075" y="5343525"/>
          <p14:tracePt t="110487" x="2316163" y="5356225"/>
          <p14:tracePt t="110495" x="2290763" y="5356225"/>
          <p14:tracePt t="110503" x="2278063" y="5356225"/>
          <p14:tracePt t="110511" x="2239963" y="5356225"/>
          <p14:tracePt t="110519" x="2228850" y="5356225"/>
          <p14:tracePt t="110527" x="2203450" y="5356225"/>
          <p14:tracePt t="110543" x="2190750" y="5356225"/>
          <p14:tracePt t="110551" x="2165350" y="5356225"/>
          <p14:tracePt t="110559" x="2116138" y="5356225"/>
          <p14:tracePt t="110567" x="2078038" y="5356225"/>
          <p14:tracePt t="110575" x="2039938" y="5356225"/>
          <p14:tracePt t="110583" x="2003425" y="5356225"/>
          <p14:tracePt t="110591" x="1978025" y="5356225"/>
          <p14:tracePt t="110607" x="1965325" y="5356225"/>
          <p14:tracePt t="110623" x="1939925" y="5356225"/>
          <p14:tracePt t="110631" x="1927225" y="5343525"/>
          <p14:tracePt t="110639" x="1914525" y="5343525"/>
          <p14:tracePt t="110647" x="1890713" y="5343525"/>
          <p14:tracePt t="110655" x="1865313" y="5330825"/>
          <p14:tracePt t="110663" x="1839913" y="5330825"/>
          <p14:tracePt t="110671" x="1814513" y="5330825"/>
          <p14:tracePt t="110679" x="1801813" y="5330825"/>
          <p14:tracePt t="110687" x="1790700" y="5330825"/>
          <p14:tracePt t="110696" x="1765300" y="5318125"/>
          <p14:tracePt t="110743" x="1752600" y="5318125"/>
          <p14:tracePt t="110751" x="1739900" y="5318125"/>
          <p14:tracePt t="110767" x="1727200" y="5318125"/>
          <p14:tracePt t="110895" x="1739900" y="5318125"/>
          <p14:tracePt t="110903" x="1814513" y="5305425"/>
          <p14:tracePt t="110911" x="1903413" y="5294313"/>
          <p14:tracePt t="110919" x="2014538" y="5268913"/>
          <p14:tracePt t="110927" x="2152650" y="5256213"/>
          <p14:tracePt t="110935" x="2303463" y="5230813"/>
          <p14:tracePt t="110943" x="2428875" y="5218113"/>
          <p14:tracePt t="110952" x="2554288" y="5205413"/>
          <p14:tracePt t="110959" x="2641600" y="5194300"/>
          <p14:tracePt t="110967" x="2716213" y="5181600"/>
          <p14:tracePt t="110975" x="2741613" y="5168900"/>
          <p14:tracePt t="111167" x="2741613" y="5181600"/>
          <p14:tracePt t="111183" x="2741613" y="5194300"/>
          <p14:tracePt t="111311" x="2741613" y="5205413"/>
          <p14:tracePt t="111375" x="2754313" y="5205413"/>
          <p14:tracePt t="111391" x="2767013" y="5205413"/>
          <p14:tracePt t="111607" x="2790825" y="5205413"/>
          <p14:tracePt t="111615" x="2816225" y="5205413"/>
          <p14:tracePt t="111623" x="2854325" y="5205413"/>
          <p14:tracePt t="111631" x="2867025" y="5218113"/>
          <p14:tracePt t="111639" x="2890838" y="5218113"/>
          <p14:tracePt t="111647" x="2916238" y="5218113"/>
          <p14:tracePt t="111655" x="2954338" y="5243513"/>
          <p14:tracePt t="111663" x="2967038" y="5243513"/>
          <p14:tracePt t="111671" x="2992438" y="5243513"/>
          <p14:tracePt t="111679" x="3003550" y="5243513"/>
          <p14:tracePt t="111695" x="3016250" y="5243513"/>
          <p14:tracePt t="111735" x="3028950" y="5243513"/>
          <p14:tracePt t="111767" x="3041650" y="5243513"/>
          <p14:tracePt t="111879" x="3054350" y="5243513"/>
          <p14:tracePt t="111887" x="3079750" y="5243513"/>
          <p14:tracePt t="111959" x="3092450" y="5243513"/>
          <p14:tracePt t="112047" x="3103563" y="5256213"/>
          <p14:tracePt t="112095" x="3116263" y="5256213"/>
          <p14:tracePt t="112111" x="3128963" y="5256213"/>
          <p14:tracePt t="112143" x="3141663" y="5256213"/>
          <p14:tracePt t="112151" x="3154363" y="5256213"/>
          <p14:tracePt t="112159" x="3167063" y="5256213"/>
          <p14:tracePt t="112167" x="3192463" y="5256213"/>
          <p14:tracePt t="112191" x="3205163" y="5256213"/>
          <p14:tracePt t="112207" x="3216275" y="5243513"/>
          <p14:tracePt t="112351" x="3228975" y="5243513"/>
          <p14:tracePt t="112367" x="3241675" y="5243513"/>
          <p14:tracePt t="112375" x="3267075" y="5268913"/>
          <p14:tracePt t="112391" x="3292475" y="5281613"/>
          <p14:tracePt t="112399" x="3305175" y="5281613"/>
          <p14:tracePt t="112575" x="3328988" y="5281613"/>
          <p14:tracePt t="112591" x="3341688" y="5281613"/>
          <p14:tracePt t="112599" x="3379788" y="5281613"/>
          <p14:tracePt t="112607" x="3392488" y="5281613"/>
          <p14:tracePt t="112615" x="3417888" y="5281613"/>
          <p14:tracePt t="112623" x="3429000" y="5281613"/>
          <p14:tracePt t="112631" x="3454400" y="5281613"/>
          <p14:tracePt t="112640" x="3467100" y="5281613"/>
          <p14:tracePt t="112647" x="3479800" y="5281613"/>
          <p14:tracePt t="112967" x="3505200" y="5281613"/>
          <p14:tracePt t="112975" x="3592513" y="5281613"/>
          <p14:tracePt t="112983" x="3679825" y="5281613"/>
          <p14:tracePt t="112991" x="3730625" y="5281613"/>
          <p14:tracePt t="112999" x="3805238" y="5281613"/>
          <p14:tracePt t="113007" x="3843338" y="5268913"/>
          <p14:tracePt t="113015" x="3879850" y="5268913"/>
          <p14:tracePt t="113024" x="3917950" y="5243513"/>
          <p14:tracePt t="113031" x="3930650" y="5243513"/>
          <p14:tracePt t="113239" x="3943350" y="5243513"/>
          <p14:tracePt t="113247" x="3956050" y="5243513"/>
          <p14:tracePt t="113255" x="3968750" y="5230813"/>
          <p14:tracePt t="113383" x="3992563" y="5230813"/>
          <p14:tracePt t="113391" x="4043363" y="5230813"/>
          <p14:tracePt t="113399" x="4068763" y="5230813"/>
          <p14:tracePt t="113407" x="4105275" y="5230813"/>
          <p14:tracePt t="113415" x="4130675" y="5230813"/>
          <p14:tracePt t="113423" x="4156075" y="5230813"/>
          <p14:tracePt t="113431" x="4205288" y="5230813"/>
          <p14:tracePt t="113439" x="4243388" y="5230813"/>
          <p14:tracePt t="113447" x="4294188" y="5230813"/>
          <p14:tracePt t="113455" x="4330700" y="5230813"/>
          <p14:tracePt t="113463" x="4356100" y="5230813"/>
          <p14:tracePt t="113471" x="4394200" y="5230813"/>
          <p14:tracePt t="113487" x="4406900" y="5230813"/>
          <p14:tracePt t="113495" x="4418013" y="5230813"/>
          <p14:tracePt t="113607" x="4430713" y="5230813"/>
          <p14:tracePt t="113615" x="4443413" y="5230813"/>
          <p14:tracePt t="113623" x="4456113" y="5230813"/>
          <p14:tracePt t="113631" x="4468813" y="5230813"/>
          <p14:tracePt t="113647" x="4506913" y="5230813"/>
          <p14:tracePt t="113655" x="4530725" y="5230813"/>
          <p14:tracePt t="113663" x="4581525" y="5230813"/>
          <p14:tracePt t="113671" x="4619625" y="5230813"/>
          <p14:tracePt t="113679" x="4681538" y="5230813"/>
          <p14:tracePt t="113687" x="4732338" y="5230813"/>
          <p14:tracePt t="113695" x="4781550" y="5230813"/>
          <p14:tracePt t="113702" x="4806950" y="5230813"/>
          <p14:tracePt t="113711" x="4856163" y="5230813"/>
          <p14:tracePt t="113719" x="4894263" y="5230813"/>
          <p14:tracePt t="113727" x="4932363" y="5230813"/>
          <p14:tracePt t="113735" x="4945063" y="5230813"/>
          <p14:tracePt t="113743" x="4968875" y="5230813"/>
          <p14:tracePt t="113767" x="4981575" y="5230813"/>
          <p14:tracePt t="113775" x="4994275" y="5230813"/>
          <p14:tracePt t="113783" x="5006975" y="5230813"/>
          <p14:tracePt t="113791" x="5019675" y="5230813"/>
          <p14:tracePt t="113799" x="5032375" y="5230813"/>
          <p14:tracePt t="113815" x="5045075" y="5230813"/>
          <p14:tracePt t="114015" x="5057775" y="5230813"/>
          <p14:tracePt t="114031" x="5081588" y="5230813"/>
          <p14:tracePt t="114039" x="5094288" y="5230813"/>
          <p14:tracePt t="114055" x="5106988" y="5230813"/>
          <p14:tracePt t="114063" x="5119688" y="5230813"/>
          <p14:tracePt t="114071" x="5132388" y="5230813"/>
          <p14:tracePt t="114079" x="5157788" y="5243513"/>
          <p14:tracePt t="114095" x="5170488" y="5243513"/>
          <p14:tracePt t="114103" x="5181600" y="5243513"/>
          <p14:tracePt t="114111" x="5194300" y="5243513"/>
          <p14:tracePt t="114119" x="5219700" y="5243513"/>
          <p14:tracePt t="114127" x="5245100" y="5243513"/>
          <p14:tracePt t="114135" x="5257800" y="5243513"/>
          <p14:tracePt t="114143" x="5281613" y="5243513"/>
          <p14:tracePt t="114151" x="5307013" y="5243513"/>
          <p14:tracePt t="114295" x="5332413" y="5243513"/>
          <p14:tracePt t="114311" x="5345113" y="5230813"/>
          <p14:tracePt t="114343" x="5345113" y="5218113"/>
          <p14:tracePt t="114367" x="5345113" y="5205413"/>
          <p14:tracePt t="114383" x="5345113" y="5181600"/>
          <p14:tracePt t="114399" x="5357813" y="5168900"/>
          <p14:tracePt t="114439" x="5357813" y="5143500"/>
          <p14:tracePt t="114463" x="5357813" y="5130800"/>
          <p14:tracePt t="114495" x="5357813" y="5105400"/>
          <p14:tracePt t="114703" x="5345113" y="5105400"/>
          <p14:tracePt t="114711" x="5307013" y="5105400"/>
          <p14:tracePt t="114719" x="5245100" y="5118100"/>
          <p14:tracePt t="114727" x="5157788" y="5156200"/>
          <p14:tracePt t="114735" x="5032375" y="5218113"/>
          <p14:tracePt t="114743" x="4906963" y="5243513"/>
          <p14:tracePt t="114751" x="4806950" y="5268913"/>
          <p14:tracePt t="114759" x="4656138" y="5305425"/>
          <p14:tracePt t="114767" x="4468813" y="5318125"/>
          <p14:tracePt t="114775" x="4230688" y="5356225"/>
          <p14:tracePt t="114783" x="3992563" y="5356225"/>
          <p14:tracePt t="114791" x="3817938" y="5356225"/>
          <p14:tracePt t="114799" x="3679825" y="5356225"/>
          <p14:tracePt t="114807" x="3530600" y="5356225"/>
          <p14:tracePt t="114815" x="3379788" y="5356225"/>
          <p14:tracePt t="114823" x="3205163" y="5356225"/>
          <p14:tracePt t="114831" x="3079750" y="5356225"/>
          <p14:tracePt t="114839" x="3003550" y="5356225"/>
          <p14:tracePt t="114847" x="2928938" y="5356225"/>
          <p14:tracePt t="114855" x="2879725" y="5356225"/>
          <p14:tracePt t="114863" x="2828925" y="5356225"/>
          <p14:tracePt t="114871" x="2790825" y="5356225"/>
          <p14:tracePt t="114879" x="2741613" y="5356225"/>
          <p14:tracePt t="114887" x="2716213" y="5356225"/>
          <p14:tracePt t="114895" x="2690813" y="5356225"/>
          <p14:tracePt t="114903" x="2654300" y="5356225"/>
          <p14:tracePt t="114911" x="2641600" y="5356225"/>
          <p14:tracePt t="114919" x="2603500" y="5356225"/>
          <p14:tracePt t="114927" x="2565400" y="5356225"/>
          <p14:tracePt t="114935" x="2528888" y="5356225"/>
          <p14:tracePt t="114943" x="2490788" y="5356225"/>
          <p14:tracePt t="114959" x="2403475" y="5368925"/>
          <p14:tracePt t="114967" x="2352675" y="5381625"/>
          <p14:tracePt t="114975" x="2278063" y="5394325"/>
          <p14:tracePt t="114983" x="2216150" y="5394325"/>
          <p14:tracePt t="114991" x="2152650" y="5407025"/>
          <p14:tracePt t="114999" x="2090738" y="5407025"/>
          <p14:tracePt t="115008" x="2014538" y="5407025"/>
          <p14:tracePt t="115015" x="1978025" y="5418138"/>
          <p14:tracePt t="115031" x="1952625" y="5418138"/>
          <p14:tracePt t="115071" x="1939925" y="5418138"/>
          <p14:tracePt t="115087" x="1939925" y="5430838"/>
          <p14:tracePt t="115095" x="1927225" y="5430838"/>
          <p14:tracePt t="115103" x="1914525" y="5430838"/>
          <p14:tracePt t="115111" x="1903413" y="5430838"/>
          <p14:tracePt t="115175" x="1903413" y="5443538"/>
          <p14:tracePt t="115183" x="1903413" y="5456238"/>
          <p14:tracePt t="115191" x="1927225" y="5456238"/>
          <p14:tracePt t="115199" x="1939925" y="5468938"/>
          <p14:tracePt t="115207" x="1952625" y="5468938"/>
          <p14:tracePt t="115215" x="1978025" y="5468938"/>
          <p14:tracePt t="115223" x="2014538" y="5468938"/>
          <p14:tracePt t="115231" x="2039938" y="5481638"/>
          <p14:tracePt t="115238" x="2078038" y="5481638"/>
          <p14:tracePt t="115247" x="2127250" y="5494338"/>
          <p14:tracePt t="115255" x="2165350" y="5494338"/>
          <p14:tracePt t="115263" x="2216150" y="5494338"/>
          <p14:tracePt t="115271" x="2265363" y="5494338"/>
          <p14:tracePt t="115279" x="2328863" y="5494338"/>
          <p14:tracePt t="115287" x="2365375" y="5494338"/>
          <p14:tracePt t="115295" x="2390775" y="5494338"/>
          <p14:tracePt t="115303" x="2441575" y="5494338"/>
          <p14:tracePt t="115311" x="2465388" y="5494338"/>
          <p14:tracePt t="115399" x="2478088" y="5494338"/>
          <p14:tracePt t="115535" x="2490788" y="5494338"/>
          <p14:tracePt t="115607" x="2503488" y="5494338"/>
          <p14:tracePt t="115663" x="2516188" y="5494338"/>
          <p14:tracePt t="115671" x="2541588" y="5494338"/>
          <p14:tracePt t="115679" x="2554288" y="5494338"/>
          <p14:tracePt t="115695" x="2578100" y="5494338"/>
          <p14:tracePt t="115703" x="2590800" y="5494338"/>
          <p14:tracePt t="115719" x="2603500" y="5494338"/>
          <p14:tracePt t="115727" x="2616200" y="5494338"/>
          <p14:tracePt t="115735" x="2628900" y="5494338"/>
          <p14:tracePt t="115751" x="2654300" y="5494338"/>
          <p14:tracePt t="115760" x="2667000" y="5494338"/>
          <p14:tracePt t="115767" x="2690813" y="5494338"/>
          <p14:tracePt t="115775" x="2703513" y="5494338"/>
          <p14:tracePt t="115783" x="2728913" y="5494338"/>
          <p14:tracePt t="115791" x="2741613" y="5494338"/>
          <p14:tracePt t="115799" x="2767013" y="5494338"/>
          <p14:tracePt t="115807" x="2778125" y="5494338"/>
          <p14:tracePt t="115816" x="2790825" y="5494338"/>
          <p14:tracePt t="115831" x="2803525" y="5494338"/>
          <p14:tracePt t="115839" x="2816225" y="5494338"/>
          <p14:tracePt t="115855" x="2828925" y="5494338"/>
          <p14:tracePt t="115863" x="2854325" y="5494338"/>
          <p14:tracePt t="115871" x="2867025" y="5494338"/>
          <p14:tracePt t="115879" x="2879725" y="5494338"/>
          <p14:tracePt t="115887" x="2890838" y="5494338"/>
          <p14:tracePt t="115895" x="2903538" y="5494338"/>
          <p14:tracePt t="115903" x="2928938" y="5494338"/>
          <p14:tracePt t="115911" x="2941638" y="5494338"/>
          <p14:tracePt t="115935" x="2967038" y="5494338"/>
          <p14:tracePt t="116087" x="2979738" y="5494338"/>
          <p14:tracePt t="116287" x="3016250" y="5494338"/>
          <p14:tracePt t="116303" x="3041650" y="5494338"/>
          <p14:tracePt t="116311" x="3054350" y="5494338"/>
          <p14:tracePt t="116319" x="3067050" y="5494338"/>
          <p14:tracePt t="116327" x="3079750" y="5494338"/>
          <p14:tracePt t="116367" x="3092450" y="5494338"/>
          <p14:tracePt t="116383" x="3116263" y="5494338"/>
          <p14:tracePt t="116407" x="3128963" y="5494338"/>
          <p14:tracePt t="116431" x="3141663" y="5494338"/>
          <p14:tracePt t="116695" x="3154363" y="5507038"/>
          <p14:tracePt t="116703" x="3167063" y="5507038"/>
          <p14:tracePt t="116711" x="3179763" y="5507038"/>
          <p14:tracePt t="116719" x="3192463" y="5507038"/>
          <p14:tracePt t="116727" x="3192463" y="5518150"/>
          <p14:tracePt t="116735" x="3205163" y="5518150"/>
          <p14:tracePt t="116743" x="3216275" y="5530850"/>
          <p14:tracePt t="116759" x="3228975" y="5543550"/>
          <p14:tracePt t="116823" x="3241675" y="5543550"/>
          <p14:tracePt t="116847" x="3254375" y="5543550"/>
          <p14:tracePt t="116862" x="3267075" y="5543550"/>
          <p14:tracePt t="116935" x="3279775" y="5543550"/>
          <p14:tracePt t="116943" x="3305175" y="5556250"/>
          <p14:tracePt t="116951" x="3317875" y="5556250"/>
          <p14:tracePt t="116959" x="3367088" y="5556250"/>
          <p14:tracePt t="116967" x="3405188" y="5556250"/>
          <p14:tracePt t="116975" x="3441700" y="5556250"/>
          <p14:tracePt t="116983" x="3467100" y="5556250"/>
          <p14:tracePt t="116991" x="3492500" y="5556250"/>
          <p14:tracePt t="116999" x="3505200" y="5556250"/>
          <p14:tracePt t="117007" x="3541713" y="5556250"/>
          <p14:tracePt t="117023" x="3567113" y="5556250"/>
          <p14:tracePt t="117031" x="3579813" y="5556250"/>
          <p14:tracePt t="117047" x="3592513" y="5556250"/>
          <p14:tracePt t="117063" x="3605213" y="5556250"/>
          <p14:tracePt t="117111" x="3617913" y="5556250"/>
          <p14:tracePt t="117119" x="3643313" y="5556250"/>
          <p14:tracePt t="117127" x="3654425" y="5556250"/>
          <p14:tracePt t="117159" x="3667125" y="5543550"/>
          <p14:tracePt t="117199" x="3667125" y="5530850"/>
          <p14:tracePt t="117207" x="3667125" y="5518150"/>
          <p14:tracePt t="117215" x="3667125" y="5507038"/>
          <p14:tracePt t="117247" x="3667125" y="5494338"/>
          <p14:tracePt t="117263" x="3667125" y="5481638"/>
          <p14:tracePt t="117279" x="3667125" y="5468938"/>
          <p14:tracePt t="119159" x="3654425" y="5468938"/>
          <p14:tracePt t="119223" x="3654425" y="5481638"/>
          <p14:tracePt t="119239" x="3705225" y="5507038"/>
          <p14:tracePt t="119247" x="3743325" y="5507038"/>
          <p14:tracePt t="119255" x="3779838" y="5507038"/>
          <p14:tracePt t="119263" x="3805238" y="5507038"/>
          <p14:tracePt t="119271" x="3843338" y="5507038"/>
          <p14:tracePt t="119279" x="3879850" y="5507038"/>
          <p14:tracePt t="119287" x="3892550" y="5507038"/>
          <p14:tracePt t="119295" x="3917950" y="5507038"/>
          <p14:tracePt t="119303" x="3930650" y="5507038"/>
          <p14:tracePt t="119311" x="3956050" y="5507038"/>
          <p14:tracePt t="119320" x="3968750" y="5507038"/>
          <p14:tracePt t="119327" x="3992563" y="5507038"/>
          <p14:tracePt t="119335" x="4005263" y="5507038"/>
          <p14:tracePt t="119343" x="4017963" y="5507038"/>
          <p14:tracePt t="119351" x="4043363" y="5507038"/>
          <p14:tracePt t="119367" x="4056063" y="5507038"/>
          <p14:tracePt t="119391" x="4068763" y="5507038"/>
          <p14:tracePt t="119423" x="4092575" y="5507038"/>
          <p14:tracePt t="119439" x="4092575" y="5494338"/>
          <p14:tracePt t="119447" x="4117975" y="5494338"/>
          <p14:tracePt t="119463" x="4143375" y="5494338"/>
          <p14:tracePt t="119479" x="4181475" y="5481638"/>
          <p14:tracePt t="119495" x="4181475" y="5468938"/>
          <p14:tracePt t="119535" x="4192588" y="5468938"/>
          <p14:tracePt t="119663" x="4192588" y="5481638"/>
          <p14:tracePt t="119671" x="4192588" y="5494338"/>
          <p14:tracePt t="119679" x="4205288" y="5494338"/>
          <p14:tracePt t="119687" x="4205288" y="5507038"/>
          <p14:tracePt t="119695" x="4217988" y="5507038"/>
          <p14:tracePt t="119943" x="4217988" y="5518150"/>
          <p14:tracePt t="120191" x="4205288" y="5530850"/>
          <p14:tracePt t="120199" x="4168775" y="5530850"/>
          <p14:tracePt t="120207" x="4143375" y="5530850"/>
          <p14:tracePt t="120215" x="4130675" y="5530850"/>
          <p14:tracePt t="120223" x="4117975" y="5530850"/>
          <p14:tracePt t="120231" x="4105275" y="5530850"/>
          <p14:tracePt t="120239" x="4081463" y="5530850"/>
          <p14:tracePt t="120256" x="4056063" y="5530850"/>
          <p14:tracePt t="120271" x="4043363" y="5530850"/>
          <p14:tracePt t="120279" x="4017963" y="5530850"/>
          <p14:tracePt t="120295" x="4005263" y="5530850"/>
          <p14:tracePt t="120302" x="3968750" y="5518150"/>
          <p14:tracePt t="120311" x="3968750" y="5507038"/>
          <p14:tracePt t="120319" x="3956050" y="5507038"/>
          <p14:tracePt t="120327" x="3930650" y="5507038"/>
          <p14:tracePt t="120343" x="3917950" y="5507038"/>
          <p14:tracePt t="120351" x="3892550" y="5507038"/>
          <p14:tracePt t="120367" x="3879850" y="5507038"/>
          <p14:tracePt t="120383" x="3867150" y="5507038"/>
          <p14:tracePt t="120391" x="3856038" y="5507038"/>
          <p14:tracePt t="120407" x="3843338" y="5507038"/>
          <p14:tracePt t="120415" x="3817938" y="5507038"/>
          <p14:tracePt t="120423" x="3805238" y="5507038"/>
          <p14:tracePt t="120431" x="3779838" y="5507038"/>
          <p14:tracePt t="120440" x="3743325" y="5507038"/>
          <p14:tracePt t="120447" x="3717925" y="5507038"/>
          <p14:tracePt t="120455" x="3679825" y="5507038"/>
          <p14:tracePt t="120463" x="3667125" y="5507038"/>
          <p14:tracePt t="120471" x="3643313" y="5507038"/>
          <p14:tracePt t="120479" x="3630613" y="5518150"/>
          <p14:tracePt t="120591" x="3643313" y="5518150"/>
          <p14:tracePt t="120599" x="3717925" y="5518150"/>
          <p14:tracePt t="120607" x="3805238" y="5518150"/>
          <p14:tracePt t="120615" x="3856038" y="5518150"/>
          <p14:tracePt t="120624" x="3917950" y="5518150"/>
          <p14:tracePt t="120631" x="3992563" y="5507038"/>
          <p14:tracePt t="120639" x="4043363" y="5507038"/>
          <p14:tracePt t="120647" x="4092575" y="5494338"/>
          <p14:tracePt t="120655" x="4130675" y="5481638"/>
          <p14:tracePt t="120663" x="4168775" y="5481638"/>
          <p14:tracePt t="120671" x="4181475" y="5481638"/>
          <p14:tracePt t="120727" x="4205288" y="5481638"/>
          <p14:tracePt t="120735" x="4230688" y="5481638"/>
          <p14:tracePt t="120743" x="4256088" y="5481638"/>
          <p14:tracePt t="120751" x="4268788" y="5481638"/>
          <p14:tracePt t="120759" x="4281488" y="5481638"/>
          <p14:tracePt t="120767" x="4294188" y="5481638"/>
          <p14:tracePt t="120791" x="4305300" y="5481638"/>
          <p14:tracePt t="120815" x="4318000" y="5481638"/>
          <p14:tracePt t="120823" x="4343400" y="5481638"/>
          <p14:tracePt t="120831" x="4356100" y="5494338"/>
          <p14:tracePt t="120839" x="4381500" y="5494338"/>
          <p14:tracePt t="120847" x="4418013" y="5494338"/>
          <p14:tracePt t="120855" x="4494213" y="5494338"/>
          <p14:tracePt t="120863" x="4543425" y="5494338"/>
          <p14:tracePt t="120871" x="4594225" y="5494338"/>
          <p14:tracePt t="120880" x="4643438" y="5494338"/>
          <p14:tracePt t="120887" x="4668838" y="5494338"/>
          <p14:tracePt t="120895" x="4681538" y="5494338"/>
          <p14:tracePt t="120903" x="4694238" y="5494338"/>
          <p14:tracePt t="120919" x="4706938" y="5494338"/>
          <p14:tracePt t="120927" x="4719638" y="5494338"/>
          <p14:tracePt t="120935" x="4719638" y="5481638"/>
          <p14:tracePt t="120958" x="4732338" y="5456238"/>
          <p14:tracePt t="120959" x="4743450" y="5456238"/>
          <p14:tracePt t="120967" x="4756150" y="5456238"/>
          <p14:tracePt t="120975" x="4768850" y="5456238"/>
          <p14:tracePt t="120983" x="4781550" y="5456238"/>
          <p14:tracePt t="120991" x="4794250" y="5443538"/>
          <p14:tracePt t="121063" x="4794250" y="5430838"/>
          <p14:tracePt t="121127" x="4806950" y="5430838"/>
          <p14:tracePt t="121391" x="4794250" y="5430838"/>
          <p14:tracePt t="121399" x="4681538" y="5494338"/>
          <p14:tracePt t="121407" x="4556125" y="5556250"/>
          <p14:tracePt t="121415" x="4394200" y="5619750"/>
          <p14:tracePt t="121423" x="4143375" y="5681663"/>
          <p14:tracePt t="121431" x="3892550" y="5719763"/>
          <p14:tracePt t="121439" x="3654425" y="5768975"/>
          <p14:tracePt t="121447" x="3405188" y="5794375"/>
          <p14:tracePt t="121455" x="3228975" y="5807075"/>
          <p14:tracePt t="121463" x="3079750" y="5819775"/>
          <p14:tracePt t="121471" x="2916238" y="5819775"/>
          <p14:tracePt t="121479" x="2816225" y="5819775"/>
          <p14:tracePt t="121487" x="2690813" y="5819775"/>
          <p14:tracePt t="121495" x="2590800" y="5819775"/>
          <p14:tracePt t="121503" x="2528888" y="5819775"/>
          <p14:tracePt t="121511" x="2452688" y="5819775"/>
          <p14:tracePt t="121519" x="2403475" y="5819775"/>
          <p14:tracePt t="121527" x="2365375" y="5832475"/>
          <p14:tracePt t="121535" x="2328863" y="5843588"/>
          <p14:tracePt t="121543" x="2303463" y="5843588"/>
          <p14:tracePt t="121551" x="2265363" y="5843588"/>
          <p14:tracePt t="121560" x="2228850" y="5843588"/>
          <p14:tracePt t="121567" x="2190750" y="5843588"/>
          <p14:tracePt t="121575" x="2152650" y="5843588"/>
          <p14:tracePt t="121583" x="2103438" y="5843588"/>
          <p14:tracePt t="121591" x="2078038" y="5843588"/>
          <p14:tracePt t="121599" x="2039938" y="5843588"/>
          <p14:tracePt t="121607" x="2027238" y="5843588"/>
          <p14:tracePt t="121615" x="2014538" y="5843588"/>
          <p14:tracePt t="121631" x="2003425" y="5843588"/>
          <p14:tracePt t="121799" x="1990725" y="5843588"/>
          <p14:tracePt t="121863" x="1990725" y="5832475"/>
          <p14:tracePt t="121879" x="2014538" y="5832475"/>
          <p14:tracePt t="121887" x="2039938" y="5832475"/>
          <p14:tracePt t="121895" x="2078038" y="5832475"/>
          <p14:tracePt t="121903" x="2103438" y="5832475"/>
          <p14:tracePt t="121911" x="2178050" y="5832475"/>
          <p14:tracePt t="121919" x="2278063" y="5832475"/>
          <p14:tracePt t="121927" x="2390775" y="5832475"/>
          <p14:tracePt t="121945" x="2565400" y="5832475"/>
          <p14:tracePt t="121951" x="2628900" y="5832475"/>
          <p14:tracePt t="121958" x="2667000" y="5832475"/>
          <p14:tracePt t="121967" x="2703513" y="5807075"/>
          <p14:tracePt t="122047" x="2716213" y="5794375"/>
          <p14:tracePt t="122183" x="2728913" y="5794375"/>
          <p14:tracePt t="122191" x="2778125" y="5794375"/>
          <p14:tracePt t="122199" x="2867025" y="5794375"/>
          <p14:tracePt t="122207" x="2954338" y="5807075"/>
          <p14:tracePt t="122215" x="3054350" y="5807075"/>
          <p14:tracePt t="122223" x="3116263" y="5807075"/>
          <p14:tracePt t="122231" x="3167063" y="5807075"/>
          <p14:tracePt t="122239" x="3216275" y="5807075"/>
          <p14:tracePt t="122247" x="3241675" y="5807075"/>
          <p14:tracePt t="122255" x="3267075" y="5807075"/>
          <p14:tracePt t="122311" x="3279775" y="5807075"/>
          <p14:tracePt t="122319" x="3292475" y="5807075"/>
          <p14:tracePt t="122327" x="3305175" y="5807075"/>
          <p14:tracePt t="122431" x="3317875" y="5807075"/>
          <p14:tracePt t="122895" x="3328988" y="5807075"/>
          <p14:tracePt t="122903" x="3392488" y="5807075"/>
          <p14:tracePt t="122911" x="3441700" y="5807075"/>
          <p14:tracePt t="122919" x="3530600" y="5807075"/>
          <p14:tracePt t="122927" x="3617913" y="5807075"/>
          <p14:tracePt t="122935" x="3667125" y="5807075"/>
          <p14:tracePt t="122942" x="3717925" y="5807075"/>
          <p14:tracePt t="122963" x="3779838" y="5819775"/>
          <p14:tracePt t="122967" x="3817938" y="5819775"/>
          <p14:tracePt t="122975" x="3856038" y="5819775"/>
          <p14:tracePt t="122983" x="3867150" y="5819775"/>
          <p14:tracePt t="123255" x="3879850" y="5819775"/>
          <p14:tracePt t="123263" x="3905250" y="5819775"/>
          <p14:tracePt t="123271" x="3917950" y="5819775"/>
          <p14:tracePt t="123279" x="3943350" y="5819775"/>
          <p14:tracePt t="123295" x="3956050" y="5819775"/>
          <p14:tracePt t="123303" x="3979863" y="5832475"/>
          <p14:tracePt t="123310" x="3992563" y="5832475"/>
          <p14:tracePt t="123319" x="4017963" y="5832475"/>
          <p14:tracePt t="123326" x="4030663" y="5832475"/>
          <p14:tracePt t="123335" x="4068763" y="5832475"/>
          <p14:tracePt t="123343" x="4092575" y="5832475"/>
          <p14:tracePt t="123351" x="4117975" y="5832475"/>
          <p14:tracePt t="123358" x="4143375" y="5819775"/>
          <p14:tracePt t="123367" x="4156075" y="5819775"/>
          <p14:tracePt t="123375" x="4168775" y="5807075"/>
          <p14:tracePt t="123391" x="4181475" y="5794375"/>
          <p14:tracePt t="123399" x="4192588" y="5794375"/>
          <p14:tracePt t="123423" x="4205288" y="5781675"/>
          <p14:tracePt t="123647" x="4217988" y="5781675"/>
          <p14:tracePt t="123655" x="4268788" y="5781675"/>
          <p14:tracePt t="123663" x="4343400" y="5781675"/>
          <p14:tracePt t="123671" x="4430713" y="5781675"/>
          <p14:tracePt t="123679" x="4530725" y="5781675"/>
          <p14:tracePt t="123687" x="4594225" y="5781675"/>
          <p14:tracePt t="123695" x="4643438" y="5781675"/>
          <p14:tracePt t="123703" x="4681538" y="5781675"/>
          <p14:tracePt t="123711" x="4719638" y="5781675"/>
          <p14:tracePt t="123719" x="4743450" y="5781675"/>
          <p14:tracePt t="123727" x="4781550" y="5781675"/>
          <p14:tracePt t="123735" x="4806950" y="5781675"/>
          <p14:tracePt t="123743" x="4819650" y="5781675"/>
          <p14:tracePt t="123751" x="4832350" y="5781675"/>
          <p14:tracePt t="124007" x="4856163" y="5781675"/>
          <p14:tracePt t="124023" x="4868863" y="5768975"/>
          <p14:tracePt t="124071" x="4881563" y="5768975"/>
          <p14:tracePt t="124079" x="4894263" y="5768975"/>
          <p14:tracePt t="124087" x="4906963" y="5768975"/>
          <p14:tracePt t="124119" x="4919663" y="5768975"/>
          <p14:tracePt t="124159" x="4932363" y="5768975"/>
          <p14:tracePt t="124335" x="4945063" y="5768975"/>
          <p14:tracePt t="124343" x="4956175" y="5768975"/>
          <p14:tracePt t="124351" x="4968875" y="5768975"/>
          <p14:tracePt t="124423" x="4981575" y="5768975"/>
          <p14:tracePt t="124431" x="4994275" y="5768975"/>
          <p14:tracePt t="124439" x="5006975" y="5756275"/>
          <p14:tracePt t="124471" x="5006975" y="5743575"/>
          <p14:tracePt t="124511" x="5019675" y="5743575"/>
          <p14:tracePt t="124519" x="5045075" y="5743575"/>
          <p14:tracePt t="124543" x="5057775" y="5732463"/>
          <p14:tracePt t="124559" x="5068888" y="5732463"/>
          <p14:tracePt t="124591" x="5081588" y="5732463"/>
          <p14:tracePt t="124607" x="5094288" y="5732463"/>
          <p14:tracePt t="124615" x="5106988" y="5719763"/>
          <p14:tracePt t="124623" x="5106988" y="5707063"/>
          <p14:tracePt t="124639" x="5119688" y="5707063"/>
          <p14:tracePt t="124687" x="5119688" y="5694363"/>
          <p14:tracePt t="124695" x="5132388" y="5694363"/>
          <p14:tracePt t="124727" x="5132388" y="5681663"/>
          <p14:tracePt t="124743" x="5145088" y="5668963"/>
          <p14:tracePt t="124751" x="5157788" y="5656263"/>
          <p14:tracePt t="125967" x="5157788" y="5630863"/>
          <p14:tracePt t="125975" x="5157788" y="5594350"/>
          <p14:tracePt t="125983" x="5157788" y="5568950"/>
          <p14:tracePt t="125991" x="5157788" y="5543550"/>
          <p14:tracePt t="125999" x="5157788" y="5530850"/>
          <p14:tracePt t="126007" x="5157788" y="5494338"/>
          <p14:tracePt t="126014" x="5170488" y="5456238"/>
          <p14:tracePt t="126023" x="5181600" y="5418138"/>
          <p14:tracePt t="126031" x="5194300" y="5381625"/>
          <p14:tracePt t="126039" x="5207000" y="5343525"/>
          <p14:tracePt t="126047" x="5207000" y="5318125"/>
          <p14:tracePt t="126055" x="5219700" y="5305425"/>
          <p14:tracePt t="126063" x="5219700" y="5281613"/>
          <p14:tracePt t="126071" x="5219700" y="5256213"/>
          <p14:tracePt t="126079" x="5232400" y="5243513"/>
          <p14:tracePt t="126087" x="5245100" y="5230813"/>
          <p14:tracePt t="126103" x="5245100" y="5218113"/>
          <p14:tracePt t="126119" x="5245100" y="5205413"/>
          <p14:tracePt t="126127" x="5245100" y="5194300"/>
          <p14:tracePt t="126151" x="5245100" y="5181600"/>
          <p14:tracePt t="126207" x="5245100" y="5168900"/>
          <p14:tracePt t="126223" x="5245100" y="5156200"/>
          <p14:tracePt t="126255" x="5245100" y="5143500"/>
          <p14:tracePt t="126327" x="5232400" y="5143500"/>
          <p14:tracePt t="126343" x="5219700" y="5143500"/>
          <p14:tracePt t="126367" x="5207000" y="5143500"/>
          <p14:tracePt t="126407" x="5181600" y="5143500"/>
          <p14:tracePt t="126415" x="5157788" y="5143500"/>
          <p14:tracePt t="126422" x="5132388" y="5143500"/>
          <p14:tracePt t="126431" x="5119688" y="5156200"/>
          <p14:tracePt t="126440" x="5106988" y="5168900"/>
          <p14:tracePt t="126447" x="5094288" y="5205413"/>
          <p14:tracePt t="126454" x="5081588" y="5205413"/>
          <p14:tracePt t="126463" x="5068888" y="5230813"/>
          <p14:tracePt t="126471" x="5045075" y="5256213"/>
          <p14:tracePt t="126487" x="5019675" y="5268913"/>
          <p14:tracePt t="126495" x="5006975" y="5294313"/>
          <p14:tracePt t="126503" x="4994275" y="5294313"/>
          <p14:tracePt t="126511" x="4994275" y="5305425"/>
          <p14:tracePt t="126519" x="4981575" y="5318125"/>
          <p14:tracePt t="126535" x="4968875" y="5330825"/>
          <p14:tracePt t="126551" x="4956175" y="5330825"/>
          <p14:tracePt t="126567" x="4945063" y="5330825"/>
          <p14:tracePt t="126575" x="4932363" y="5330825"/>
          <p14:tracePt t="126583" x="4919663" y="5330825"/>
          <p14:tracePt t="126591" x="4906963" y="5330825"/>
          <p14:tracePt t="126599" x="4894263" y="5330825"/>
          <p14:tracePt t="126607" x="4856163" y="5330825"/>
          <p14:tracePt t="126624" x="4819650" y="5330825"/>
          <p14:tracePt t="126638" x="4806950" y="5330825"/>
          <p14:tracePt t="126647" x="4781550" y="5330825"/>
          <p14:tracePt t="126663" x="4768850" y="5330825"/>
          <p14:tracePt t="126671" x="4756150" y="5330825"/>
          <p14:tracePt t="126679" x="4743450" y="5330825"/>
          <p14:tracePt t="126703" x="4732338" y="5330825"/>
          <p14:tracePt t="126711" x="4719638" y="5330825"/>
          <p14:tracePt t="126743" x="4706938" y="5330825"/>
          <p14:tracePt t="126767" x="4694238" y="5330825"/>
          <p14:tracePt t="126855" x="4681538" y="5318125"/>
          <p14:tracePt t="127047" x="4694238" y="5318125"/>
          <p14:tracePt t="127111" x="4719638" y="5330825"/>
          <p14:tracePt t="127127" x="4732338" y="5330825"/>
          <p14:tracePt t="127239" x="4743450" y="5330825"/>
          <p14:tracePt t="127255" x="4768850" y="5330825"/>
          <p14:tracePt t="127263" x="4781550" y="5330825"/>
          <p14:tracePt t="127271" x="4806950" y="5330825"/>
          <p14:tracePt t="127279" x="4843463" y="5330825"/>
          <p14:tracePt t="127287" x="4868863" y="5330825"/>
          <p14:tracePt t="127295" x="4906963" y="5330825"/>
          <p14:tracePt t="127303" x="4956175" y="5330825"/>
          <p14:tracePt t="127311" x="4994275" y="5330825"/>
          <p14:tracePt t="127319" x="5019675" y="5330825"/>
          <p14:tracePt t="127327" x="5057775" y="5330825"/>
          <p14:tracePt t="127335" x="5094288" y="5330825"/>
          <p14:tracePt t="127343" x="5145088" y="5330825"/>
          <p14:tracePt t="127351" x="5181600" y="5330825"/>
          <p14:tracePt t="127359" x="5232400" y="5330825"/>
          <p14:tracePt t="127367" x="5270500" y="5330825"/>
          <p14:tracePt t="127376" x="5294313" y="5330825"/>
          <p14:tracePt t="127383" x="5332413" y="5330825"/>
          <p14:tracePt t="127390" x="5345113" y="5330825"/>
          <p14:tracePt t="127399" x="5394325" y="5330825"/>
          <p14:tracePt t="127406" x="5432425" y="5330825"/>
          <p14:tracePt t="127415" x="5483225" y="5330825"/>
          <p14:tracePt t="127422" x="5519738" y="5330825"/>
          <p14:tracePt t="127431" x="5570538" y="5330825"/>
          <p14:tracePt t="127438" x="5619750" y="5330825"/>
          <p14:tracePt t="127447" x="5657850" y="5356225"/>
          <p14:tracePt t="127455" x="5719763" y="5381625"/>
          <p14:tracePt t="127463" x="5757863" y="5407025"/>
          <p14:tracePt t="127471" x="5783263" y="5418138"/>
          <p14:tracePt t="127479" x="5821363" y="5443538"/>
          <p14:tracePt t="127487" x="5845175" y="5468938"/>
          <p14:tracePt t="127495" x="5857875" y="5468938"/>
          <p14:tracePt t="127511" x="5857875" y="5494338"/>
          <p14:tracePt t="127527" x="5870575" y="5507038"/>
          <p14:tracePt t="127551" x="5857875" y="5507038"/>
          <p14:tracePt t="127831" x="5845175" y="5507038"/>
          <p14:tracePt t="127839" x="5821363" y="5507038"/>
          <p14:tracePt t="127847" x="5808663" y="5494338"/>
          <p14:tracePt t="127855" x="5795963" y="5494338"/>
          <p14:tracePt t="127863" x="5757863" y="5481638"/>
          <p14:tracePt t="127903" x="5757863" y="5468938"/>
          <p14:tracePt t="127911" x="5770563" y="5456238"/>
          <p14:tracePt t="127927" x="5783263" y="5456238"/>
          <p14:tracePt t="127944" x="5795963" y="5456238"/>
          <p14:tracePt t="127951" x="5821363" y="5456238"/>
          <p14:tracePt t="127959" x="5857875" y="5456238"/>
          <p14:tracePt t="127967" x="5870575" y="5456238"/>
          <p14:tracePt t="127974" x="5895975" y="5443538"/>
          <p14:tracePt t="127983" x="5921375" y="5443538"/>
          <p14:tracePt t="127999" x="5957888" y="5430838"/>
          <p14:tracePt t="128023" x="5970588" y="5418138"/>
          <p14:tracePt t="128031" x="5983288" y="5418138"/>
          <p14:tracePt t="128039" x="5995988" y="5418138"/>
          <p14:tracePt t="128055" x="6034088" y="5418138"/>
          <p14:tracePt t="128063" x="6057900" y="5418138"/>
          <p14:tracePt t="128071" x="6083300" y="5418138"/>
          <p14:tracePt t="128079" x="6134100" y="5418138"/>
          <p14:tracePt t="128087" x="6221413" y="5418138"/>
          <p14:tracePt t="128095" x="6370638" y="5418138"/>
          <p14:tracePt t="128103" x="6534150" y="5418138"/>
          <p14:tracePt t="128111" x="6721475" y="5418138"/>
          <p14:tracePt t="128119" x="6897688" y="5407025"/>
          <p14:tracePt t="128128" x="7059613" y="5368925"/>
          <p14:tracePt t="128135" x="7123113" y="5368925"/>
          <p14:tracePt t="128143" x="7185025" y="5368925"/>
          <p14:tracePt t="128151" x="7223125" y="5368925"/>
          <p14:tracePt t="128158" x="7259638" y="5356225"/>
          <p14:tracePt t="128167" x="7272338" y="5356225"/>
          <p14:tracePt t="128383" x="7285038" y="5356225"/>
          <p14:tracePt t="129535" x="7310438" y="5356225"/>
          <p14:tracePt t="129543" x="7348538" y="5343525"/>
          <p14:tracePt t="129551" x="7359650" y="5343525"/>
          <p14:tracePt t="129559" x="7385050" y="5318125"/>
          <p14:tracePt t="129591" x="7372350" y="5318125"/>
          <p14:tracePt t="129599" x="7310438" y="5318125"/>
          <p14:tracePt t="129607" x="7246938" y="5330825"/>
          <p14:tracePt t="129615" x="7210425" y="5343525"/>
          <p14:tracePt t="129623" x="7134225" y="5394325"/>
          <p14:tracePt t="129631" x="7072313" y="5394325"/>
          <p14:tracePt t="129639" x="7034213" y="5407025"/>
          <p14:tracePt t="129646" x="6997700" y="5418138"/>
          <p14:tracePt t="129655" x="6985000" y="5418138"/>
          <p14:tracePt t="129711" x="6946900" y="5418138"/>
          <p14:tracePt t="129719" x="6884988" y="5418138"/>
          <p14:tracePt t="129799" x="6846888" y="5418138"/>
          <p14:tracePt t="129807" x="6808788" y="5418138"/>
          <p14:tracePt t="129815" x="6759575" y="5418138"/>
          <p14:tracePt t="129823" x="6746875" y="5418138"/>
          <p14:tracePt t="129855" x="6721475" y="5418138"/>
          <p14:tracePt t="129863" x="6672263" y="5418138"/>
          <p14:tracePt t="129871" x="6659563" y="5407025"/>
          <p14:tracePt t="129878" x="6634163" y="5394325"/>
          <p14:tracePt t="129911" x="6634163" y="5381625"/>
          <p14:tracePt t="129927" x="6634163" y="5356225"/>
          <p14:tracePt t="129935" x="6634163" y="5330825"/>
          <p14:tracePt t="129943" x="6634163" y="5305425"/>
          <p14:tracePt t="129951" x="6634163" y="5294313"/>
          <p14:tracePt t="129959" x="6659563" y="5256213"/>
          <p14:tracePt t="129967" x="6708775" y="5181600"/>
          <p14:tracePt t="129975" x="6721475" y="5130800"/>
          <p14:tracePt t="129983" x="6759575" y="5056188"/>
          <p14:tracePt t="129991" x="6797675" y="5018088"/>
          <p14:tracePt t="130000" x="6846888" y="4956175"/>
          <p14:tracePt t="130007" x="6897688" y="4879975"/>
          <p14:tracePt t="130014" x="6921500" y="4830763"/>
          <p14:tracePt t="130023" x="6921500" y="4768850"/>
          <p14:tracePt t="130030" x="6934200" y="4730750"/>
          <p14:tracePt t="130039" x="6934200" y="4705350"/>
          <p14:tracePt t="130046" x="6934200" y="4692650"/>
          <p14:tracePt t="130055" x="6934200" y="4679950"/>
          <p14:tracePt t="130062" x="6934200" y="4656138"/>
          <p14:tracePt t="130127" x="6921500" y="4656138"/>
          <p14:tracePt t="130143" x="6910388" y="4656138"/>
          <p14:tracePt t="130151" x="6897688" y="4656138"/>
          <p14:tracePt t="130166" x="6872288" y="4656138"/>
          <p14:tracePt t="130175" x="6834188" y="4656138"/>
          <p14:tracePt t="130183" x="6808788" y="4667250"/>
          <p14:tracePt t="130191" x="6772275" y="4667250"/>
          <p14:tracePt t="130198" x="6721475" y="4679950"/>
          <p14:tracePt t="130207" x="6696075" y="4692650"/>
          <p14:tracePt t="130214" x="6659563" y="4705350"/>
          <p14:tracePt t="130223" x="6634163" y="4705350"/>
          <p14:tracePt t="130230" x="6596063" y="4705350"/>
          <p14:tracePt t="130239" x="6584950" y="4705350"/>
          <p14:tracePt t="130246" x="6546850" y="4705350"/>
          <p14:tracePt t="130263" x="6534150" y="4705350"/>
          <p14:tracePt t="130271" x="6508750" y="4705350"/>
          <p14:tracePt t="130279" x="6496050" y="4705350"/>
          <p14:tracePt t="130287" x="6472238" y="4705350"/>
          <p14:tracePt t="130294" x="6459538" y="4705350"/>
          <p14:tracePt t="130303" x="6421438" y="4705350"/>
          <p14:tracePt t="130311" x="6396038" y="4705350"/>
          <p14:tracePt t="130319" x="6370638" y="4705350"/>
          <p14:tracePt t="130327" x="6359525" y="4705350"/>
          <p14:tracePt t="130335" x="6321425" y="4705350"/>
          <p14:tracePt t="130343" x="6296025" y="4705350"/>
          <p14:tracePt t="130351" x="6270625" y="4705350"/>
          <p14:tracePt t="130359" x="6246813" y="4705350"/>
          <p14:tracePt t="130367" x="6221413" y="4705350"/>
          <p14:tracePt t="130375" x="6208713" y="4705350"/>
          <p14:tracePt t="130383" x="6196013" y="4705350"/>
          <p14:tracePt t="130463" x="6170613" y="4705350"/>
          <p14:tracePt t="130471" x="6108700" y="4705350"/>
          <p14:tracePt t="130479" x="6083300" y="4705350"/>
          <p14:tracePt t="130487" x="6057900" y="4705350"/>
          <p14:tracePt t="130495" x="6045200" y="4705350"/>
          <p14:tracePt t="130503" x="6021388" y="4705350"/>
          <p14:tracePt t="130511" x="6008688" y="4705350"/>
          <p14:tracePt t="130527" x="5995988" y="4705350"/>
          <p14:tracePt t="130535" x="5983288" y="4705350"/>
          <p14:tracePt t="130543" x="5970588" y="4705350"/>
          <p14:tracePt t="130551" x="5970588" y="4718050"/>
          <p14:tracePt t="130559" x="5945188" y="4730750"/>
          <p14:tracePt t="130575" x="5932488" y="4743450"/>
          <p14:tracePt t="130591" x="5932488" y="4756150"/>
          <p14:tracePt t="130599" x="5921375" y="4768850"/>
          <p14:tracePt t="130615" x="5921375" y="4779963"/>
          <p14:tracePt t="130647" x="5921375" y="4792663"/>
          <p14:tracePt t="130655" x="5921375" y="4805363"/>
          <p14:tracePt t="130663" x="5921375" y="4818063"/>
          <p14:tracePt t="130671" x="5932488" y="4830763"/>
          <p14:tracePt t="130687" x="5945188" y="4843463"/>
          <p14:tracePt t="130694" x="5945188" y="4856163"/>
          <p14:tracePt t="130703" x="5957888" y="4856163"/>
          <p14:tracePt t="130711" x="5970588" y="4868863"/>
          <p14:tracePt t="130719" x="5983288" y="4892675"/>
          <p14:tracePt t="130743" x="5995988" y="4905375"/>
          <p14:tracePt t="130752" x="6021388" y="4905375"/>
          <p14:tracePt t="130759" x="6034088" y="4918075"/>
          <p14:tracePt t="130775" x="6057900" y="4930775"/>
          <p14:tracePt t="130815" x="6070600" y="4930775"/>
          <p14:tracePt t="130863" x="6083300" y="4930775"/>
          <p14:tracePt t="130959" x="6096000" y="4930775"/>
          <p14:tracePt t="131119" x="6108700" y="4930775"/>
          <p14:tracePt t="131135" x="6121400" y="4930775"/>
          <p14:tracePt t="131151" x="6134100" y="4930775"/>
          <p14:tracePt t="131295" x="6146800" y="4930775"/>
          <p14:tracePt t="131303" x="6170613" y="4930775"/>
          <p14:tracePt t="131319" x="6221413" y="4956175"/>
          <p14:tracePt t="131327" x="6234113" y="4981575"/>
          <p14:tracePt t="131335" x="6270625" y="4992688"/>
          <p14:tracePt t="131343" x="6334125" y="5043488"/>
          <p14:tracePt t="131350" x="6383338" y="5081588"/>
          <p14:tracePt t="131359" x="6434138" y="5092700"/>
          <p14:tracePt t="131366" x="6508750" y="5130800"/>
          <p14:tracePt t="131375" x="6572250" y="5156200"/>
          <p14:tracePt t="131383" x="6608763" y="5168900"/>
          <p14:tracePt t="131391" x="6672263" y="5194300"/>
          <p14:tracePt t="131399" x="6708775" y="5194300"/>
          <p14:tracePt t="131407" x="6721475" y="5194300"/>
          <p14:tracePt t="131415" x="6734175" y="5194300"/>
          <p14:tracePt t="131631" x="6721475" y="5194300"/>
          <p14:tracePt t="131639" x="6696075" y="5194300"/>
          <p14:tracePt t="131647" x="6672263" y="5181600"/>
          <p14:tracePt t="131655" x="6659563" y="5181600"/>
          <p14:tracePt t="131663" x="6621463" y="5168900"/>
          <p14:tracePt t="131671" x="6608763" y="5156200"/>
          <p14:tracePt t="131679" x="6596063" y="5143500"/>
          <p14:tracePt t="131694" x="6584950" y="5130800"/>
          <p14:tracePt t="131702" x="6584950" y="5118100"/>
          <p14:tracePt t="131719" x="6572250" y="5118100"/>
          <p14:tracePt t="131735" x="6559550" y="5105400"/>
          <p14:tracePt t="131767" x="6559550" y="5092700"/>
          <p14:tracePt t="131775" x="6559550" y="5081588"/>
          <p14:tracePt t="131975" x="6559550" y="5068888"/>
          <p14:tracePt t="131991" x="6572250" y="5068888"/>
          <p14:tracePt t="132007" x="6584950" y="5068888"/>
          <p14:tracePt t="132015" x="6596063" y="5068888"/>
          <p14:tracePt t="132023" x="6608763" y="5068888"/>
          <p14:tracePt t="132031" x="6634163" y="5068888"/>
          <p14:tracePt t="132039" x="6672263" y="5068888"/>
          <p14:tracePt t="132047" x="6708775" y="5081588"/>
          <p14:tracePt t="132056" x="6746875" y="5081588"/>
          <p14:tracePt t="132063" x="6759575" y="5081588"/>
          <p14:tracePt t="132071" x="6808788" y="5081588"/>
          <p14:tracePt t="132079" x="6846888" y="5081588"/>
          <p14:tracePt t="132086" x="6884988" y="5081588"/>
          <p14:tracePt t="132095" x="6934200" y="5081588"/>
          <p14:tracePt t="132103" x="6997700" y="5081588"/>
          <p14:tracePt t="132111" x="7085013" y="5081588"/>
          <p14:tracePt t="132118" x="7159625" y="5081588"/>
          <p14:tracePt t="132127" x="7223125" y="5081588"/>
          <p14:tracePt t="132134" x="7272338" y="5081588"/>
          <p14:tracePt t="132144" x="7297738" y="5081588"/>
          <p14:tracePt t="132151" x="7323138" y="5081588"/>
          <p14:tracePt t="132159" x="7335838" y="5081588"/>
          <p14:tracePt t="132207" x="7348538" y="5081588"/>
          <p14:tracePt t="132223" x="7359650" y="5081588"/>
          <p14:tracePt t="132239" x="7372350" y="5081588"/>
          <p14:tracePt t="132247" x="7397750" y="5081588"/>
          <p14:tracePt t="132255" x="7423150" y="5081588"/>
          <p14:tracePt t="132263" x="7472363" y="5081588"/>
          <p14:tracePt t="132270" x="7510463" y="5081588"/>
          <p14:tracePt t="132279" x="7561263" y="5081588"/>
          <p14:tracePt t="132287" x="7597775" y="5081588"/>
          <p14:tracePt t="132294" x="7648575" y="5081588"/>
          <p14:tracePt t="132302" x="7685088" y="5081588"/>
          <p14:tracePt t="132311" x="7735888" y="5081588"/>
          <p14:tracePt t="132318" x="7761288" y="5081588"/>
          <p14:tracePt t="132327" x="7785100" y="5081588"/>
          <p14:tracePt t="132375" x="7797800" y="5081588"/>
          <p14:tracePt t="132391" x="7823200" y="5081588"/>
          <p14:tracePt t="132399" x="7848600" y="5081588"/>
          <p14:tracePt t="132407" x="7861300" y="5081588"/>
          <p14:tracePt t="132671" x="7848600" y="5081588"/>
          <p14:tracePt t="132679" x="7848600" y="5068888"/>
          <p14:tracePt t="133014" x="7874000" y="5068888"/>
          <p14:tracePt t="133031" x="7897813" y="5068888"/>
          <p14:tracePt t="133039" x="7923213" y="5068888"/>
          <p14:tracePt t="133055" x="7935913" y="5068888"/>
          <p14:tracePt t="133063" x="7948613" y="5068888"/>
          <p14:tracePt t="133071" x="7961313" y="5068888"/>
          <p14:tracePt t="133079" x="7974013" y="5068888"/>
          <p14:tracePt t="133086" x="7986713" y="5068888"/>
          <p14:tracePt t="133103" x="8010525" y="5068888"/>
          <p14:tracePt t="133111" x="8048625" y="5068888"/>
          <p14:tracePt t="133119" x="8074025" y="5068888"/>
          <p14:tracePt t="133127" x="8123238" y="5068888"/>
          <p14:tracePt t="133135" x="8148638" y="5068888"/>
          <p14:tracePt t="133143" x="8174038" y="5068888"/>
          <p14:tracePt t="133151" x="8212138" y="5068888"/>
          <p14:tracePt t="133158" x="8223250" y="5068888"/>
          <p14:tracePt t="133167" x="8248650" y="5068888"/>
          <p14:tracePt t="133175" x="8261350" y="5068888"/>
          <p14:tracePt t="133183" x="8274050" y="5068888"/>
          <p14:tracePt t="133191" x="8286750" y="5068888"/>
          <p14:tracePt t="133303" x="8299450" y="5068888"/>
          <p14:tracePt t="133311" x="8312150" y="5068888"/>
          <p14:tracePt t="133319" x="8324850" y="5068888"/>
          <p14:tracePt t="133327" x="8348663" y="5068888"/>
          <p14:tracePt t="133334" x="8374063" y="5068888"/>
          <p14:tracePt t="133343" x="8399463" y="5068888"/>
          <p14:tracePt t="133351" x="8424863" y="5068888"/>
          <p14:tracePt t="133359" x="8448675" y="5068888"/>
          <p14:tracePt t="133367" x="8474075" y="5068888"/>
          <p14:tracePt t="133376" x="8512175" y="5068888"/>
          <p14:tracePt t="133382" x="8524875" y="5068888"/>
          <p14:tracePt t="133391" x="8561388" y="5081588"/>
          <p14:tracePt t="133398" x="8599488" y="5081588"/>
          <p14:tracePt t="133406" x="8624888" y="5081588"/>
          <p14:tracePt t="133414" x="8650288" y="5081588"/>
          <p14:tracePt t="133423" x="8674100" y="5081588"/>
          <p14:tracePt t="133431" x="8712200" y="5081588"/>
          <p14:tracePt t="133438" x="8737600" y="5081588"/>
          <p14:tracePt t="133447" x="8750300" y="5081588"/>
          <p14:tracePt t="133454" x="8774113" y="5081588"/>
          <p14:tracePt t="133463" x="8786813" y="5081588"/>
          <p14:tracePt t="133470" x="8824913" y="5081588"/>
          <p14:tracePt t="133479" x="8863013" y="5081588"/>
          <p14:tracePt t="133487" x="8912225" y="5081588"/>
          <p14:tracePt t="133495" x="8975725" y="5081588"/>
          <p14:tracePt t="133503" x="9024938" y="5081588"/>
          <p14:tracePt t="133511" x="9088438" y="5081588"/>
          <p14:tracePt t="133519" x="9137650" y="5081588"/>
          <p14:tracePt t="133527" x="9175750" y="5081588"/>
          <p14:tracePt t="133535" x="9212263" y="5081588"/>
          <p14:tracePt t="133543" x="9224963" y="5081588"/>
          <p14:tracePt t="133679" x="9237663" y="5081588"/>
          <p14:tracePt t="133695" x="9250363" y="5081588"/>
          <p14:tracePt t="133703" x="9263063" y="5081588"/>
          <p14:tracePt t="133711" x="9263063" y="5068888"/>
          <p14:tracePt t="133726" x="9263063" y="5056188"/>
          <p14:tracePt t="133783" x="9263063" y="5043488"/>
          <p14:tracePt t="133887" x="9250363" y="5043488"/>
          <p14:tracePt t="133895" x="9275763" y="5105400"/>
          <p14:tracePt t="133903" x="9337675" y="5118100"/>
          <p14:tracePt t="133911" x="9450388" y="5143500"/>
          <p14:tracePt t="133919" x="9537700" y="5168900"/>
          <p14:tracePt t="133927" x="9637713" y="5181600"/>
          <p14:tracePt t="133945" x="9775825" y="5181600"/>
          <p14:tracePt t="133951" x="9826625" y="5181600"/>
          <p14:tracePt t="133958" x="9888538" y="5181600"/>
          <p14:tracePt t="133967" x="9926638" y="5156200"/>
          <p14:tracePt t="133983" x="9952038" y="5130800"/>
          <p14:tracePt t="133999" x="9952038" y="5092700"/>
          <p14:tracePt t="134015" x="9952038" y="5081588"/>
          <p14:tracePt t="134023" x="9952038" y="5056188"/>
          <p14:tracePt t="134031" x="9926638" y="5030788"/>
          <p14:tracePt t="134039" x="9913938" y="5018088"/>
          <p14:tracePt t="134047" x="9888538" y="5018088"/>
          <p14:tracePt t="134055" x="9863138" y="5005388"/>
          <p14:tracePt t="134063" x="9839325" y="4992688"/>
          <p14:tracePt t="134071" x="9788525" y="4992688"/>
          <p14:tracePt t="134079" x="9750425" y="4992688"/>
          <p14:tracePt t="134087" x="9701213" y="4992688"/>
          <p14:tracePt t="134095" x="9626600" y="4992688"/>
          <p14:tracePt t="134103" x="9588500" y="4992688"/>
          <p14:tracePt t="134111" x="9550400" y="4992688"/>
          <p14:tracePt t="134119" x="9513888" y="5005388"/>
          <p14:tracePt t="134127" x="9463088" y="5043488"/>
          <p14:tracePt t="134135" x="9463088" y="5068888"/>
          <p14:tracePt t="134142" x="9463088" y="5092700"/>
          <p14:tracePt t="134151" x="9463088" y="5130800"/>
          <p14:tracePt t="134159" x="9463088" y="5143500"/>
          <p14:tracePt t="134167" x="9463088" y="5168900"/>
          <p14:tracePt t="134174" x="9488488" y="5168900"/>
          <p14:tracePt t="134183" x="9525000" y="5181600"/>
          <p14:tracePt t="134190" x="9550400" y="5181600"/>
          <p14:tracePt t="134199" x="9563100" y="5181600"/>
          <p14:tracePt t="134207" x="9601200" y="5168900"/>
          <p14:tracePt t="134215" x="9626600" y="5156200"/>
          <p14:tracePt t="134223" x="9637713" y="5143500"/>
          <p14:tracePt t="134231" x="9688513" y="5092700"/>
          <p14:tracePt t="134238" x="9713913" y="5068888"/>
          <p14:tracePt t="134247" x="9739313" y="5018088"/>
          <p14:tracePt t="134255" x="9763125" y="5005388"/>
          <p14:tracePt t="134263" x="9775825" y="4992688"/>
          <p14:tracePt t="134271" x="9775825" y="4956175"/>
          <p14:tracePt t="134278" x="9775825" y="4918075"/>
          <p14:tracePt t="134287" x="9775825" y="4892675"/>
          <p14:tracePt t="134295" x="9775825" y="4856163"/>
          <p14:tracePt t="134303" x="9775825" y="4843463"/>
          <p14:tracePt t="134312" x="9775825" y="4805363"/>
          <p14:tracePt t="134319" x="9713913" y="4756150"/>
          <p14:tracePt t="134327" x="9637713" y="4730750"/>
          <p14:tracePt t="134335" x="9537700" y="4718050"/>
          <p14:tracePt t="134342" x="9413875" y="4679950"/>
          <p14:tracePt t="134351" x="9288463" y="4656138"/>
          <p14:tracePt t="134358" x="9163050" y="4630738"/>
          <p14:tracePt t="134367" x="9037638" y="4630738"/>
          <p14:tracePt t="134374" x="8924925" y="4630738"/>
          <p14:tracePt t="134383" x="8824913" y="4630738"/>
          <p14:tracePt t="134390" x="8724900" y="4630738"/>
          <p14:tracePt t="134399" x="8612188" y="4630738"/>
          <p14:tracePt t="134407" x="8524875" y="4630738"/>
          <p14:tracePt t="134415" x="8448675" y="4630738"/>
          <p14:tracePt t="134422" x="8374063" y="4667250"/>
          <p14:tracePt t="134431" x="8348663" y="4692650"/>
          <p14:tracePt t="134439" x="8324850" y="4718050"/>
          <p14:tracePt t="134447" x="8312150" y="4756150"/>
          <p14:tracePt t="134455" x="8312150" y="4779963"/>
          <p14:tracePt t="134463" x="8312150" y="4818063"/>
          <p14:tracePt t="134471" x="8312150" y="4856163"/>
          <p14:tracePt t="134479" x="8324850" y="4905375"/>
          <p14:tracePt t="134487" x="8374063" y="4943475"/>
          <p14:tracePt t="134496" x="8412163" y="4992688"/>
          <p14:tracePt t="134503" x="8448675" y="5030788"/>
          <p14:tracePt t="134511" x="8486775" y="5043488"/>
          <p14:tracePt t="134519" x="8561388" y="5081588"/>
          <p14:tracePt t="134526" x="8624888" y="5105400"/>
          <p14:tracePt t="134534" x="8724900" y="5118100"/>
          <p14:tracePt t="134543" x="8863013" y="5118100"/>
          <p14:tracePt t="134551" x="9024938" y="5118100"/>
          <p14:tracePt t="134558" x="9188450" y="5118100"/>
          <p14:tracePt t="134567" x="9337675" y="5118100"/>
          <p14:tracePt t="134574" x="9488488" y="5118100"/>
          <p14:tracePt t="134583" x="9626600" y="5081588"/>
          <p14:tracePt t="134591" x="9750425" y="5018088"/>
          <p14:tracePt t="134599" x="9801225" y="4981575"/>
          <p14:tracePt t="134607" x="9852025" y="4943475"/>
          <p14:tracePt t="134614" x="9875838" y="4856163"/>
          <p14:tracePt t="134623" x="9875838" y="4805363"/>
          <p14:tracePt t="134631" x="9875838" y="4756150"/>
          <p14:tracePt t="134639" x="9875838" y="4718050"/>
          <p14:tracePt t="134647" x="9875838" y="4679950"/>
          <p14:tracePt t="134655" x="9852025" y="4656138"/>
          <p14:tracePt t="134663" x="9826625" y="4630738"/>
          <p14:tracePt t="134671" x="9801225" y="4605338"/>
          <p14:tracePt t="134687" x="9763125" y="4605338"/>
          <p14:tracePt t="134694" x="9726613" y="4605338"/>
          <p14:tracePt t="134703" x="9663113" y="4605338"/>
          <p14:tracePt t="134710" x="9588500" y="4605338"/>
          <p14:tracePt t="134719" x="9525000" y="4618038"/>
          <p14:tracePt t="134726" x="9413875" y="4679950"/>
          <p14:tracePt t="134735" x="9301163" y="4768850"/>
          <p14:tracePt t="134742" x="9212263" y="4830763"/>
          <p14:tracePt t="134751" x="9150350" y="4892675"/>
          <p14:tracePt t="134758" x="9112250" y="4930775"/>
          <p14:tracePt t="134767" x="9099550" y="4943475"/>
          <p14:tracePt t="134774" x="9099550" y="4956175"/>
          <p14:tracePt t="134791" x="9099550" y="4968875"/>
          <p14:tracePt t="134806" x="9124950" y="4968875"/>
          <p14:tracePt t="134815" x="9175750" y="4968875"/>
          <p14:tracePt t="134822" x="9199563" y="4968875"/>
          <p14:tracePt t="134831" x="9275763" y="4968875"/>
          <p14:tracePt t="134839" x="9350375" y="4968875"/>
          <p14:tracePt t="134846" x="9413875" y="4968875"/>
          <p14:tracePt t="134854" x="9463088" y="4968875"/>
          <p14:tracePt t="134863" x="9513888" y="4968875"/>
          <p14:tracePt t="134871" x="9563100" y="4968875"/>
          <p14:tracePt t="134880" x="9575800" y="4956175"/>
          <p14:tracePt t="134967" x="9563100" y="4956175"/>
          <p14:tracePt t="134983" x="9525000" y="4968875"/>
          <p14:tracePt t="134990" x="9525000" y="4981575"/>
          <p14:tracePt t="135023" x="9513888" y="4981575"/>
          <p14:tracePt t="135031" x="9513888" y="4992688"/>
          <p14:tracePt t="135079" x="9513888" y="5005388"/>
          <p14:tracePt t="135167" x="9525000" y="5005388"/>
          <p14:tracePt t="135231" x="9550400" y="5005388"/>
          <p14:tracePt t="135238" x="9563100" y="5005388"/>
          <p14:tracePt t="135247" x="9601200" y="5005388"/>
          <p14:tracePt t="135255" x="9637713" y="5005388"/>
          <p14:tracePt t="135263" x="9701213" y="5005388"/>
          <p14:tracePt t="135271" x="9750425" y="5005388"/>
          <p14:tracePt t="135278" x="9839325" y="5005388"/>
          <p14:tracePt t="135287" x="9926638" y="5005388"/>
          <p14:tracePt t="135294" x="9988550" y="5005388"/>
          <p14:tracePt t="135303" x="10064750" y="5005388"/>
          <p14:tracePt t="135310" x="10126663" y="5005388"/>
          <p14:tracePt t="135319" x="10177463" y="5005388"/>
          <p14:tracePt t="135326" x="10213975" y="5005388"/>
          <p14:tracePt t="135335" x="10264775" y="5005388"/>
          <p14:tracePt t="135343" x="10301288" y="5005388"/>
          <p14:tracePt t="135351" x="10313988" y="5005388"/>
          <p14:tracePt t="135359" x="10339388" y="5005388"/>
          <p14:tracePt t="135582" x="10326688" y="5005388"/>
          <p14:tracePt t="135599" x="10313988" y="5030788"/>
          <p14:tracePt t="135775" x="10288588" y="5056188"/>
          <p14:tracePt t="135783" x="10264775" y="5056188"/>
          <p14:tracePt t="135791" x="10226675" y="5056188"/>
          <p14:tracePt t="135798" x="10188575" y="5056188"/>
          <p14:tracePt t="135807" x="10177463" y="5056188"/>
          <p14:tracePt t="135815" x="10139363" y="5056188"/>
          <p14:tracePt t="135823" x="10126663" y="5056188"/>
          <p14:tracePt t="135831" x="10113963" y="5056188"/>
          <p14:tracePt t="135839" x="10088563" y="5056188"/>
          <p14:tracePt t="135855" x="10088563" y="5043488"/>
          <p14:tracePt t="135862" x="10075863" y="5030788"/>
          <p14:tracePt t="135911" x="10075863" y="5018088"/>
          <p14:tracePt t="135935" x="10088563" y="5018088"/>
          <p14:tracePt t="135959" x="10101263" y="5018088"/>
          <p14:tracePt t="135967" x="10126663" y="5018088"/>
          <p14:tracePt t="135975" x="10139363" y="5018088"/>
          <p14:tracePt t="135982" x="10177463" y="5018088"/>
          <p14:tracePt t="135991" x="10226675" y="5018088"/>
          <p14:tracePt t="135999" x="10288588" y="5018088"/>
          <p14:tracePt t="136007" x="10377488" y="5018088"/>
          <p14:tracePt t="136014" x="10464800" y="5018088"/>
          <p14:tracePt t="136023" x="10526713" y="5018088"/>
          <p14:tracePt t="136030" x="10602913" y="5018088"/>
          <p14:tracePt t="136039" x="10639425" y="5018088"/>
          <p14:tracePt t="136046" x="10690225" y="5018088"/>
          <p14:tracePt t="136055" x="10715625" y="5018088"/>
          <p14:tracePt t="136071" x="10739438" y="5018088"/>
          <p14:tracePt t="136078" x="10739438" y="5005388"/>
          <p14:tracePt t="136159" x="10752138" y="5005388"/>
          <p14:tracePt t="136230" x="10764838" y="5005388"/>
          <p14:tracePt t="136239" x="10790238" y="5005388"/>
          <p14:tracePt t="136247" x="10802938" y="4992688"/>
          <p14:tracePt t="136255" x="10828338" y="4992688"/>
          <p14:tracePt t="136263" x="10864850" y="4992688"/>
          <p14:tracePt t="136271" x="10890250" y="4992688"/>
          <p14:tracePt t="136279" x="10939463" y="4992688"/>
          <p14:tracePt t="136287" x="10977563" y="4992688"/>
          <p14:tracePt t="136294" x="11028363" y="4992688"/>
          <p14:tracePt t="136303" x="11064875" y="4992688"/>
          <p14:tracePt t="136311" x="11090275" y="4992688"/>
          <p14:tracePt t="136319" x="11141075" y="4992688"/>
          <p14:tracePt t="136327" x="11177588" y="4992688"/>
          <p14:tracePt t="136335" x="11215688" y="4992688"/>
          <p14:tracePt t="136342" x="11228388" y="4992688"/>
          <p14:tracePt t="136351" x="11253788" y="4992688"/>
          <p14:tracePt t="136359" x="11290300" y="4981575"/>
          <p14:tracePt t="136367" x="11315700" y="4981575"/>
          <p14:tracePt t="136374" x="11341100" y="4981575"/>
          <p14:tracePt t="136382" x="11353800" y="4956175"/>
          <p14:tracePt t="136390" x="11366500" y="4956175"/>
          <p14:tracePt t="136407" x="11377613" y="4956175"/>
          <p14:tracePt t="136471" x="11390313" y="4956175"/>
          <p14:tracePt t="136487" x="11403013" y="4956175"/>
          <p14:tracePt t="136542" x="11415713" y="4956175"/>
          <p14:tracePt t="136662" x="11428413" y="4943475"/>
          <p14:tracePt t="137182" x="11353800" y="4968875"/>
          <p14:tracePt t="137191" x="11228388" y="4992688"/>
          <p14:tracePt t="137198" x="10928350" y="5081588"/>
          <p14:tracePt t="137207" x="10288588" y="5256213"/>
          <p14:tracePt t="137214" x="9688513" y="5318125"/>
          <p14:tracePt t="137223" x="8999538" y="5443538"/>
          <p14:tracePt t="137230" x="8261350" y="5543550"/>
          <p14:tracePt t="137239" x="7710488" y="5619750"/>
          <p14:tracePt t="137247" x="7259638" y="5643563"/>
          <p14:tracePt t="137255" x="6846888" y="5643563"/>
          <p14:tracePt t="137263" x="6646863" y="5643563"/>
          <p14:tracePt t="137271" x="6546850" y="5643563"/>
          <p14:tracePt t="137278" x="6472238" y="5643563"/>
          <p14:tracePt t="137302" x="6459538" y="5643563"/>
          <p14:tracePt t="137319" x="6446838" y="5643563"/>
          <p14:tracePt t="137327" x="6421438" y="5643563"/>
          <p14:tracePt t="137334" x="6383338" y="5643563"/>
          <p14:tracePt t="137343" x="6296025" y="5681663"/>
          <p14:tracePt t="137350" x="6221413" y="5681663"/>
          <p14:tracePt t="137359" x="6157913" y="5681663"/>
          <p14:tracePt t="137366" x="6108700" y="5681663"/>
          <p14:tracePt t="137375" x="6070600" y="5681663"/>
          <p14:tracePt t="137382" x="6045200" y="5681663"/>
          <p14:tracePt t="137398" x="6021388" y="5668963"/>
          <p14:tracePt t="137407" x="6008688" y="5668963"/>
          <p14:tracePt t="137414" x="6008688" y="5656263"/>
          <p14:tracePt t="137423" x="5995988" y="5656263"/>
          <p14:tracePt t="137430" x="5983288" y="5643563"/>
          <p14:tracePt t="137447" x="5970588" y="5643563"/>
          <p14:tracePt t="137463" x="5970588" y="5619750"/>
          <p14:tracePt t="137479" x="5970588" y="5594350"/>
          <p14:tracePt t="137487" x="6008688" y="5543550"/>
          <p14:tracePt t="137494" x="6057900" y="5518150"/>
          <p14:tracePt t="137503" x="6134100" y="5494338"/>
          <p14:tracePt t="137511" x="6208713" y="5443538"/>
          <p14:tracePt t="137518" x="6283325" y="5394325"/>
          <p14:tracePt t="137527" x="6321425" y="5368925"/>
          <p14:tracePt t="137534" x="6383338" y="5330825"/>
          <p14:tracePt t="137543" x="6408738" y="5330825"/>
          <p14:tracePt t="137551" x="6421438" y="5330825"/>
          <p14:tracePt t="137559" x="6434138" y="5318125"/>
          <p14:tracePt t="137566" x="6446838" y="5318125"/>
          <p14:tracePt t="137583" x="6459538" y="5318125"/>
          <p14:tracePt t="137591" x="6472238" y="5305425"/>
          <p14:tracePt t="137903" x="6483350" y="5305425"/>
          <p14:tracePt t="137911" x="6483350" y="5318125"/>
          <p14:tracePt t="137919" x="6483350" y="5343525"/>
          <p14:tracePt t="137927" x="6483350" y="5368925"/>
          <p14:tracePt t="137935" x="6496050" y="5381625"/>
          <p14:tracePt t="137955" x="6521450" y="5407025"/>
          <p14:tracePt t="137959" x="6534150" y="5418138"/>
          <p14:tracePt t="138007" x="6546850" y="5418138"/>
          <p14:tracePt t="138086" x="6559550" y="5418138"/>
          <p14:tracePt t="138127" x="6584950" y="5407025"/>
          <p14:tracePt t="138134" x="6584950" y="5268913"/>
          <p14:tracePt t="138143" x="6608763" y="5092700"/>
          <p14:tracePt t="138150" x="6608763" y="4943475"/>
          <p14:tracePt t="138159" x="6659563" y="4730750"/>
          <p14:tracePt t="138166" x="6659563" y="4579938"/>
          <p14:tracePt t="138175" x="6659563" y="4454525"/>
          <p14:tracePt t="138182" x="6659563" y="4318000"/>
          <p14:tracePt t="138190" x="6659563" y="4217988"/>
          <p14:tracePt t="138198" x="6659563" y="4154488"/>
          <p14:tracePt t="138207" x="6659563" y="4117975"/>
          <p14:tracePt t="138214" x="6659563" y="4079875"/>
          <p14:tracePt t="138222" x="6659563" y="4067175"/>
          <p14:tracePt t="138327" x="6659563" y="4054475"/>
          <p14:tracePt t="138335" x="6672263" y="4054475"/>
          <p14:tracePt t="138398" x="6672263" y="4029075"/>
          <p14:tracePt t="138406" x="6672263" y="3992563"/>
          <p14:tracePt t="138415" x="6672263" y="3967163"/>
          <p14:tracePt t="138422" x="6672263" y="3941763"/>
          <p14:tracePt t="139054" x="6672263" y="3967163"/>
          <p14:tracePt t="139063" x="6672263" y="4092575"/>
          <p14:tracePt t="139071" x="6672263" y="4167188"/>
          <p14:tracePt t="139079" x="6659563" y="4292600"/>
          <p14:tracePt t="139087" x="6634163" y="4418013"/>
          <p14:tracePt t="139095" x="6634163" y="4518025"/>
          <p14:tracePt t="139102" x="6634163" y="4630738"/>
          <p14:tracePt t="139111" x="6634163" y="4743450"/>
          <p14:tracePt t="139119" x="6634163" y="4830763"/>
          <p14:tracePt t="139127" x="6634163" y="4879975"/>
          <p14:tracePt t="139134" x="6646863" y="4918075"/>
          <p14:tracePt t="139143" x="6659563" y="4956175"/>
          <p14:tracePt t="139159" x="6672263" y="4968875"/>
          <p14:tracePt t="139167" x="6684963" y="4981575"/>
          <p14:tracePt t="139183" x="6684963" y="4992688"/>
          <p14:tracePt t="139191" x="6684963" y="5005388"/>
          <p14:tracePt t="139199" x="6684963" y="5030788"/>
          <p14:tracePt t="139206" x="6696075" y="5043488"/>
          <p14:tracePt t="139214" x="6696075" y="5068888"/>
          <p14:tracePt t="139222" x="6696075" y="5092700"/>
          <p14:tracePt t="139230" x="6696075" y="5130800"/>
          <p14:tracePt t="139238" x="6721475" y="5168900"/>
          <p14:tracePt t="139247" x="6734175" y="5181600"/>
          <p14:tracePt t="139254" x="6734175" y="5194300"/>
          <p14:tracePt t="139263" x="6734175" y="5205413"/>
          <p14:tracePt t="139279" x="6746875" y="5218113"/>
          <p14:tracePt t="139334" x="6759575" y="5230813"/>
          <p14:tracePt t="139342" x="6772275" y="5230813"/>
          <p14:tracePt t="139350" x="6772275" y="5243513"/>
          <p14:tracePt t="139375" x="6784975" y="5256213"/>
          <p14:tracePt t="139646" x="6808788" y="5256213"/>
          <p14:tracePt t="139655" x="6834188" y="5256213"/>
          <p14:tracePt t="139663" x="6846888" y="5268913"/>
          <p14:tracePt t="139670" x="6872288" y="5294313"/>
          <p14:tracePt t="139679" x="6884988" y="5305425"/>
          <p14:tracePt t="139686" x="6921500" y="5356225"/>
          <p14:tracePt t="139695" x="6934200" y="5368925"/>
          <p14:tracePt t="139702" x="6959600" y="5394325"/>
          <p14:tracePt t="139710" x="6985000" y="5407025"/>
          <p14:tracePt t="139719" x="6985000" y="5418138"/>
          <p14:tracePt t="139726" x="6997700" y="5430838"/>
          <p14:tracePt t="139744" x="7010400" y="5430838"/>
          <p14:tracePt t="139799" x="7021513" y="5430838"/>
          <p14:tracePt t="139807" x="7034213" y="5430838"/>
          <p14:tracePt t="139815" x="7046913" y="5418138"/>
          <p14:tracePt t="139822" x="7072313" y="5407025"/>
          <p14:tracePt t="139839" x="7085013" y="5407025"/>
          <p14:tracePt t="139847" x="7097713" y="5407025"/>
          <p14:tracePt t="139854" x="7097713" y="5394325"/>
          <p14:tracePt t="139934" x="7110413" y="5394325"/>
          <p14:tracePt t="140039" x="7123113" y="5381625"/>
          <p14:tracePt t="140047" x="7197725" y="5318125"/>
          <p14:tracePt t="140054" x="7259638" y="5256213"/>
          <p14:tracePt t="140062" x="7272338" y="5230813"/>
          <p14:tracePt t="140070" x="7310438" y="5181600"/>
          <p14:tracePt t="140079" x="7323138" y="5143500"/>
          <p14:tracePt t="140087" x="7323138" y="5105400"/>
          <p14:tracePt t="140094" x="7323138" y="5081588"/>
          <p14:tracePt t="140103" x="7323138" y="5056188"/>
          <p14:tracePt t="140111" x="7323138" y="5030788"/>
          <p14:tracePt t="140118" x="7323138" y="5018088"/>
          <p14:tracePt t="140134" x="7323138" y="5005388"/>
          <p14:tracePt t="140175" x="7310438" y="5005388"/>
          <p14:tracePt t="140183" x="7285038" y="5005388"/>
          <p14:tracePt t="140190" x="7246938" y="5005388"/>
          <p14:tracePt t="140199" x="7223125" y="5005388"/>
          <p14:tracePt t="140206" x="7159625" y="5030788"/>
          <p14:tracePt t="140215" x="7134225" y="5056188"/>
          <p14:tracePt t="140222" x="7097713" y="5118100"/>
          <p14:tracePt t="140231" x="7085013" y="5156200"/>
          <p14:tracePt t="140238" x="7072313" y="5218113"/>
          <p14:tracePt t="140246" x="7072313" y="5268913"/>
          <p14:tracePt t="140254" x="7072313" y="5305425"/>
          <p14:tracePt t="140263" x="7072313" y="5318125"/>
          <p14:tracePt t="140271" x="7072313" y="5330825"/>
          <p14:tracePt t="140278" x="7072313" y="5356225"/>
          <p14:tracePt t="140287" x="7097713" y="5368925"/>
          <p14:tracePt t="140295" x="7123113" y="5381625"/>
          <p14:tracePt t="140303" x="7172325" y="5394325"/>
          <p14:tracePt t="140312" x="7223125" y="5394325"/>
          <p14:tracePt t="140319" x="7246938" y="5394325"/>
          <p14:tracePt t="140326" x="7285038" y="5394325"/>
          <p14:tracePt t="140335" x="7348538" y="5394325"/>
          <p14:tracePt t="140342" x="7372350" y="5394325"/>
          <p14:tracePt t="140351" x="7423150" y="5394325"/>
          <p14:tracePt t="140358" x="7485063" y="5381625"/>
          <p14:tracePt t="140367" x="7535863" y="5343525"/>
          <p14:tracePt t="140374" x="7597775" y="5294313"/>
          <p14:tracePt t="140383" x="7610475" y="5294313"/>
          <p14:tracePt t="140390" x="7635875" y="5268913"/>
          <p14:tracePt t="140399" x="7635875" y="5230813"/>
          <p14:tracePt t="140407" x="7635875" y="5218113"/>
          <p14:tracePt t="140415" x="7648575" y="5205413"/>
          <p14:tracePt t="140422" x="7648575" y="5181600"/>
          <p14:tracePt t="140431" x="7648575" y="5168900"/>
          <p14:tracePt t="140543" x="7697788" y="5230813"/>
          <p14:tracePt t="140551" x="7710488" y="5256213"/>
          <p14:tracePt t="140559" x="7735888" y="5268913"/>
          <p14:tracePt t="140567" x="7761288" y="5281613"/>
          <p14:tracePt t="140574" x="7773988" y="5281613"/>
          <p14:tracePt t="140583" x="7785100" y="5281613"/>
          <p14:tracePt t="140590" x="7797800" y="5281613"/>
          <p14:tracePt t="140647" x="7797800" y="5268913"/>
          <p14:tracePt t="141582" x="7810500" y="5268913"/>
          <p14:tracePt t="141630" x="7835900" y="5268913"/>
          <p14:tracePt t="141655" x="7861300" y="5268913"/>
          <p14:tracePt t="141670" x="7861300" y="5281613"/>
          <p14:tracePt t="141703" x="7861300" y="5294313"/>
          <p14:tracePt t="141806" x="7810500" y="5256213"/>
          <p14:tracePt t="141814" x="7773988" y="5230813"/>
          <p14:tracePt t="141822" x="7761288" y="5218113"/>
          <p14:tracePt t="141830" x="7735888" y="5205413"/>
          <p14:tracePt t="141839" x="7685088" y="5194300"/>
          <p14:tracePt t="141854" x="7648575" y="5168900"/>
          <p14:tracePt t="141862" x="7623175" y="5168900"/>
          <p14:tracePt t="141871" x="7597775" y="5168900"/>
          <p14:tracePt t="141878" x="7572375" y="5168900"/>
          <p14:tracePt t="141895" x="7548563" y="5168900"/>
          <p14:tracePt t="141903" x="7523163" y="5168900"/>
          <p14:tracePt t="141910" x="7485063" y="5168900"/>
          <p14:tracePt t="141919" x="7459663" y="5168900"/>
          <p14:tracePt t="141926" x="7423150" y="5168900"/>
          <p14:tracePt t="141934" x="7397750" y="5168900"/>
          <p14:tracePt t="141950" x="7359650" y="5168900"/>
          <p14:tracePt t="141958" x="7335838" y="5168900"/>
          <p14:tracePt t="141966" x="7297738" y="5168900"/>
          <p14:tracePt t="141975" x="7285038" y="5168900"/>
          <p14:tracePt t="141983" x="7259638" y="5168900"/>
          <p14:tracePt t="141991" x="7223125" y="5181600"/>
          <p14:tracePt t="142000" x="7197725" y="5181600"/>
          <p14:tracePt t="142006" x="7172325" y="5181600"/>
          <p14:tracePt t="142014" x="7159625" y="5181600"/>
          <p14:tracePt t="142087" x="7146925" y="5181600"/>
          <p14:tracePt t="142119" x="7123113" y="5205413"/>
          <p14:tracePt t="142158" x="7097713" y="5218113"/>
          <p14:tracePt t="142175" x="7085013" y="5218113"/>
          <p14:tracePt t="142191" x="7072313" y="5218113"/>
          <p14:tracePt t="142231" x="7059613" y="5218113"/>
          <p14:tracePt t="142238" x="7046913" y="5243513"/>
          <p14:tracePt t="142246" x="7034213" y="5243513"/>
          <p14:tracePt t="142279" x="7034213" y="5256213"/>
          <p14:tracePt t="142287" x="7034213" y="5268913"/>
          <p14:tracePt t="142295" x="7021513" y="5281613"/>
          <p14:tracePt t="142302" x="7010400" y="5281613"/>
          <p14:tracePt t="142311" x="7010400" y="5305425"/>
          <p14:tracePt t="142326" x="7010400" y="5318125"/>
          <p14:tracePt t="142335" x="6997700" y="5330825"/>
          <p14:tracePt t="142343" x="6997700" y="5343525"/>
          <p14:tracePt t="142351" x="6997700" y="5368925"/>
          <p14:tracePt t="142383" x="6972300" y="5381625"/>
          <p14:tracePt t="143366" x="6985000" y="5381625"/>
          <p14:tracePt t="143375" x="6997700" y="5381625"/>
          <p14:tracePt t="143382" x="7034213" y="5381625"/>
          <p14:tracePt t="143391" x="7059613" y="5407025"/>
          <p14:tracePt t="143398" x="7085013" y="5430838"/>
          <p14:tracePt t="143407" x="7134225" y="5456238"/>
          <p14:tracePt t="143414" x="7159625" y="5494338"/>
          <p14:tracePt t="143422" x="7185025" y="5518150"/>
          <p14:tracePt t="143430" x="7210425" y="5543550"/>
          <p14:tracePt t="143439" x="7223125" y="5581650"/>
          <p14:tracePt t="143446" x="7235825" y="5594350"/>
          <p14:tracePt t="143455" x="7246938" y="5607050"/>
          <p14:tracePt t="143462" x="7246938" y="5630863"/>
          <p14:tracePt t="143542" x="7246938" y="5619750"/>
          <p14:tracePt t="143550" x="7246938" y="5568950"/>
          <p14:tracePt t="143559" x="7246938" y="5518150"/>
          <p14:tracePt t="143566" x="7246938" y="5456238"/>
          <p14:tracePt t="143575" x="7246938" y="5418138"/>
          <p14:tracePt t="143582" x="7246938" y="5394325"/>
          <p14:tracePt t="143591" x="7246938" y="5356225"/>
          <p14:tracePt t="143598" x="7246938" y="5343525"/>
          <p14:tracePt t="143606" x="7235825" y="5294313"/>
          <p14:tracePt t="143615" x="7235825" y="5268913"/>
          <p14:tracePt t="143623" x="7223125" y="5256213"/>
          <p14:tracePt t="143639" x="7223125" y="5230813"/>
          <p14:tracePt t="143662" x="7223125" y="5218113"/>
          <p14:tracePt t="143679" x="7210425" y="5218113"/>
          <p14:tracePt t="143806" x="7197725" y="5218113"/>
          <p14:tracePt t="143814" x="7185025" y="5218113"/>
          <p14:tracePt t="143830" x="7172325" y="5230813"/>
          <p14:tracePt t="143855" x="7159625" y="5243513"/>
          <p14:tracePt t="143871" x="7159625" y="5256213"/>
          <p14:tracePt t="143887" x="7146925" y="5256213"/>
          <p14:tracePt t="144398" x="7159625" y="5268913"/>
          <p14:tracePt t="144406" x="7246938" y="5305425"/>
          <p14:tracePt t="144414" x="7297738" y="5305425"/>
          <p14:tracePt t="144422" x="7397750" y="5318125"/>
          <p14:tracePt t="144431" x="7523163" y="5330825"/>
          <p14:tracePt t="144439" x="7661275" y="5330825"/>
          <p14:tracePt t="144447" x="7810500" y="5330825"/>
          <p14:tracePt t="144454" x="7948613" y="5330825"/>
          <p14:tracePt t="144462" x="8061325" y="5330825"/>
          <p14:tracePt t="144470" x="8123238" y="5330825"/>
          <p14:tracePt t="144478" x="8174038" y="5330825"/>
          <p14:tracePt t="144486" x="8212138" y="5330825"/>
          <p14:tracePt t="144495" x="8235950" y="5330825"/>
          <p14:tracePt t="144502" x="8261350" y="5330825"/>
          <p14:tracePt t="144511" x="8274050" y="5330825"/>
          <p14:tracePt t="144518" x="8286750" y="5330825"/>
          <p14:tracePt t="144527" x="8299450" y="5330825"/>
          <p14:tracePt t="144534" x="8312150" y="5330825"/>
          <p14:tracePt t="144774" x="8274050" y="5368925"/>
          <p14:tracePt t="144782" x="7999413" y="5368925"/>
          <p14:tracePt t="144790" x="7823200" y="5368925"/>
          <p14:tracePt t="144798" x="7348538" y="5368925"/>
          <p14:tracePt t="144807" x="6696075" y="5356225"/>
          <p14:tracePt t="144814" x="6108700" y="5281613"/>
          <p14:tracePt t="144822" x="5670550" y="5194300"/>
          <p14:tracePt t="144830" x="5345113" y="5143500"/>
          <p14:tracePt t="144838" x="5081588" y="5081588"/>
          <p14:tracePt t="144846" x="4956175" y="5043488"/>
          <p14:tracePt t="144854" x="4881563" y="4992688"/>
          <p14:tracePt t="144863" x="4843463" y="4968875"/>
          <p14:tracePt t="144870" x="4832350" y="4943475"/>
          <p14:tracePt t="144886" x="4832350" y="4930775"/>
          <p14:tracePt t="144895" x="4832350" y="4918075"/>
          <p14:tracePt t="144902" x="4832350" y="4905375"/>
          <p14:tracePt t="144910" x="4832350" y="4892675"/>
          <p14:tracePt t="144918" x="4819650" y="4856163"/>
          <p14:tracePt t="144926" x="4768850" y="4830763"/>
          <p14:tracePt t="144942" x="4656138" y="4730750"/>
          <p14:tracePt t="144951" x="4606925" y="4718050"/>
          <p14:tracePt t="144959" x="4556125" y="4667250"/>
          <p14:tracePt t="144967" x="4518025" y="4656138"/>
          <p14:tracePt t="144975" x="4481513" y="4630738"/>
          <p14:tracePt t="144982" x="4456113" y="4618038"/>
          <p14:tracePt t="144991" x="4418013" y="4605338"/>
          <p14:tracePt t="144998" x="4381500" y="4592638"/>
          <p14:tracePt t="145006" x="4343400" y="4579938"/>
          <p14:tracePt t="145014" x="4268788" y="4567238"/>
          <p14:tracePt t="145022" x="4181475" y="4554538"/>
          <p14:tracePt t="145030" x="4117975" y="4554538"/>
          <p14:tracePt t="145038" x="4017963" y="4554538"/>
          <p14:tracePt t="145046" x="3943350" y="4554538"/>
          <p14:tracePt t="145054" x="3905250" y="4554538"/>
          <p14:tracePt t="145063" x="3867150" y="4554538"/>
          <p14:tracePt t="145086" x="3856038" y="4554538"/>
          <p14:tracePt t="145118" x="3856038" y="4567238"/>
          <p14:tracePt t="145134" x="3856038" y="4579938"/>
          <p14:tracePt t="145142" x="3856038" y="4592638"/>
          <p14:tracePt t="145454" x="3856038" y="4605338"/>
          <p14:tracePt t="145742" x="3856038" y="4618038"/>
          <p14:tracePt t="145750" x="3856038" y="4630738"/>
          <p14:tracePt t="145822" x="3856038" y="4643438"/>
          <p14:tracePt t="146174" x="3905250" y="4656138"/>
          <p14:tracePt t="146182" x="3979863" y="4679950"/>
          <p14:tracePt t="146190" x="4105275" y="4730750"/>
          <p14:tracePt t="146199" x="4343400" y="4792663"/>
          <p14:tracePt t="146206" x="4781550" y="4879975"/>
          <p14:tracePt t="146215" x="5445125" y="5005388"/>
          <p14:tracePt t="146222" x="6134100" y="5105400"/>
          <p14:tracePt t="146230" x="6772275" y="5230813"/>
          <p14:tracePt t="146238" x="7359650" y="5281613"/>
          <p14:tracePt t="146246" x="7785100" y="5368925"/>
          <p14:tracePt t="146254" x="8074025" y="5381625"/>
          <p14:tracePt t="146263" x="8274050" y="5430838"/>
          <p14:tracePt t="146270" x="8386763" y="5443538"/>
          <p14:tracePt t="146278" x="8448675" y="5456238"/>
          <p14:tracePt t="146318" x="8461375" y="5456238"/>
          <p14:tracePt t="146422" x="8461375" y="5468938"/>
          <p14:tracePt t="146430" x="8461375" y="5481638"/>
          <p14:tracePt t="146454" x="8461375" y="5507038"/>
          <p14:tracePt t="146598" x="8461375" y="5494338"/>
          <p14:tracePt t="146606" x="8435975" y="5481638"/>
          <p14:tracePt t="146614" x="8412163" y="5456238"/>
          <p14:tracePt t="146622" x="8386763" y="5418138"/>
          <p14:tracePt t="146638" x="8361363" y="5394325"/>
          <p14:tracePt t="146646" x="8348663" y="5381625"/>
          <p14:tracePt t="146663" x="8348663" y="5368925"/>
          <p14:tracePt t="146718" x="8335963" y="5368925"/>
          <p14:tracePt t="146750" x="8324850" y="5368925"/>
          <p14:tracePt t="146966" x="8348663" y="5394325"/>
          <p14:tracePt t="146974" x="8374063" y="5394325"/>
          <p14:tracePt t="146982" x="8399463" y="5394325"/>
          <p14:tracePt t="146998" x="8424863" y="5394325"/>
          <p14:tracePt t="147006" x="8448675" y="5394325"/>
          <p14:tracePt t="147014" x="8461375" y="5394325"/>
          <p14:tracePt t="147022" x="8474075" y="5394325"/>
          <p14:tracePt t="147030" x="8499475" y="5394325"/>
          <p14:tracePt t="147047" x="8512175" y="5394325"/>
          <p14:tracePt t="147054" x="8537575" y="5394325"/>
          <p14:tracePt t="147127" x="8548688" y="5381625"/>
          <p14:tracePt t="147174" x="8561388" y="5381625"/>
          <p14:tracePt t="147190" x="8574088" y="5381625"/>
          <p14:tracePt t="147206" x="8586788" y="5381625"/>
          <p14:tracePt t="147246" x="8599488" y="5381625"/>
          <p14:tracePt t="147286" x="8612188" y="5368925"/>
          <p14:tracePt t="147422" x="8612188" y="5356225"/>
          <p14:tracePt t="147606" x="8612188" y="5343525"/>
          <p14:tracePt t="147639" x="8599488" y="5343525"/>
          <p14:tracePt t="147662" x="8586788" y="5343525"/>
          <p14:tracePt t="147678" x="8574088" y="5343525"/>
          <p14:tracePt t="147694" x="8561388" y="5343525"/>
          <p14:tracePt t="147703" x="8548688" y="5343525"/>
          <p14:tracePt t="147710" x="8537575" y="5343525"/>
          <p14:tracePt t="147718" x="8524875" y="5343525"/>
          <p14:tracePt t="147727" x="8512175" y="5343525"/>
          <p14:tracePt t="147734" x="8499475" y="5343525"/>
          <p14:tracePt t="147750" x="8486775" y="5343525"/>
          <p14:tracePt t="147758" x="8474075" y="5343525"/>
          <p14:tracePt t="147766" x="8461375" y="5343525"/>
          <p14:tracePt t="147799" x="8448675" y="5330825"/>
          <p14:tracePt t="148030" x="8448675" y="5318125"/>
          <p14:tracePt t="148742" x="8374063" y="5318125"/>
          <p14:tracePt t="148751" x="8099425" y="5318125"/>
          <p14:tracePt t="148759" x="7948613" y="5318125"/>
          <p14:tracePt t="148766" x="7748588" y="5318125"/>
          <p14:tracePt t="148774" x="7423150" y="5281613"/>
          <p14:tracePt t="148782" x="7059613" y="5218113"/>
          <p14:tracePt t="148790" x="6759575" y="5168900"/>
          <p14:tracePt t="148798" x="6496050" y="5118100"/>
          <p14:tracePt t="148807" x="6208713" y="5081588"/>
          <p14:tracePt t="148814" x="5921375" y="5018088"/>
          <p14:tracePt t="148823" x="5719763" y="4992688"/>
          <p14:tracePt t="148830" x="5519738" y="4943475"/>
          <p14:tracePt t="148838" x="5370513" y="4918075"/>
          <p14:tracePt t="148846" x="5219700" y="4892675"/>
          <p14:tracePt t="148854" x="5081588" y="4879975"/>
          <p14:tracePt t="148862" x="4968875" y="4856163"/>
          <p14:tracePt t="148870" x="4894263" y="4830763"/>
          <p14:tracePt t="148878" x="4806950" y="4805363"/>
          <p14:tracePt t="148887" x="4732338" y="4792663"/>
          <p14:tracePt t="148894" x="4668838" y="4768850"/>
          <p14:tracePt t="148902" x="4594225" y="4743450"/>
          <p14:tracePt t="148910" x="4506913" y="4730750"/>
          <p14:tracePt t="148919" x="4418013" y="4705350"/>
          <p14:tracePt t="148926" x="4343400" y="4692650"/>
          <p14:tracePt t="148936" x="4256088" y="4679950"/>
          <p14:tracePt t="148942" x="4192588" y="4679950"/>
          <p14:tracePt t="148950" x="4117975" y="4667250"/>
          <p14:tracePt t="148958" x="4056063" y="4667250"/>
          <p14:tracePt t="148966" x="3992563" y="4643438"/>
          <p14:tracePt t="148974" x="3943350" y="4643438"/>
          <p14:tracePt t="148982" x="3892550" y="4630738"/>
          <p14:tracePt t="148991" x="3843338" y="4630738"/>
          <p14:tracePt t="148998" x="3767138" y="4630738"/>
          <p14:tracePt t="149007" x="3679825" y="4630738"/>
          <p14:tracePt t="149014" x="3617913" y="4630738"/>
          <p14:tracePt t="149022" x="3554413" y="4630738"/>
          <p14:tracePt t="149030" x="3454400" y="4630738"/>
          <p14:tracePt t="149038" x="3379788" y="4618038"/>
          <p14:tracePt t="149046" x="3305175" y="4592638"/>
          <p14:tracePt t="149054" x="3254375" y="4579938"/>
          <p14:tracePt t="149062" x="3205163" y="4579938"/>
          <p14:tracePt t="149071" x="3128963" y="4579938"/>
          <p14:tracePt t="149078" x="3067050" y="4579938"/>
          <p14:tracePt t="149086" x="2992438" y="4579938"/>
          <p14:tracePt t="149094" x="2928938" y="4579938"/>
          <p14:tracePt t="149103" x="2867025" y="4579938"/>
          <p14:tracePt t="149110" x="2767013" y="4579938"/>
          <p14:tracePt t="149119" x="2703513" y="4579938"/>
          <p14:tracePt t="149126" x="2628900" y="4579938"/>
          <p14:tracePt t="149134" x="2528888" y="4579938"/>
          <p14:tracePt t="149142" x="2478088" y="4579938"/>
          <p14:tracePt t="149150" x="2416175" y="4579938"/>
          <p14:tracePt t="149158" x="2403475" y="4579938"/>
          <p14:tracePt t="149166" x="2365375" y="4579938"/>
          <p14:tracePt t="149374" x="2352675" y="4579938"/>
          <p14:tracePt t="149382" x="2316163" y="4579938"/>
          <p14:tracePt t="149391" x="2303463" y="4605338"/>
          <p14:tracePt t="149398" x="2252663" y="4643438"/>
          <p14:tracePt t="149406" x="2216150" y="4679950"/>
          <p14:tracePt t="149414" x="2190750" y="4705350"/>
          <p14:tracePt t="149422" x="2152650" y="4718050"/>
          <p14:tracePt t="149430" x="2152650" y="4730750"/>
          <p14:tracePt t="149574" x="2139950" y="4730750"/>
          <p14:tracePt t="149582" x="2127250" y="4730750"/>
          <p14:tracePt t="149590" x="2103438" y="4730750"/>
          <p14:tracePt t="149598" x="2090738" y="4730750"/>
          <p14:tracePt t="149606" x="2065338" y="4730750"/>
          <p14:tracePt t="149646" x="2052638" y="4730750"/>
          <p14:tracePt t="149670" x="2027238" y="4730750"/>
          <p14:tracePt t="150006" x="2039938" y="4718050"/>
          <p14:tracePt t="150023" x="2052638" y="4718050"/>
          <p14:tracePt t="150038" x="2090738" y="4718050"/>
          <p14:tracePt t="150046" x="2127250" y="4718050"/>
          <p14:tracePt t="150054" x="2152650" y="4718050"/>
          <p14:tracePt t="150062" x="2190750" y="4718050"/>
          <p14:tracePt t="150070" x="2228850" y="4718050"/>
          <p14:tracePt t="150078" x="2265363" y="4718050"/>
          <p14:tracePt t="150086" x="2290763" y="4718050"/>
          <p14:tracePt t="150094" x="2339975" y="4718050"/>
          <p14:tracePt t="150102" x="2390775" y="4692650"/>
          <p14:tracePt t="150111" x="2441575" y="4692650"/>
          <p14:tracePt t="150118" x="2478088" y="4692650"/>
          <p14:tracePt t="150127" x="2528888" y="4692650"/>
          <p14:tracePt t="150134" x="2554288" y="4692650"/>
          <p14:tracePt t="150142" x="2590800" y="4692650"/>
          <p14:tracePt t="150150" x="2616200" y="4692650"/>
          <p14:tracePt t="150158" x="2641600" y="4692650"/>
          <p14:tracePt t="150166" x="2667000" y="4692650"/>
          <p14:tracePt t="150174" x="2678113" y="4692650"/>
          <p14:tracePt t="150190" x="2690813" y="4692650"/>
          <p14:tracePt t="150222" x="2703513" y="4692650"/>
          <p14:tracePt t="150230" x="2703513" y="4679950"/>
          <p14:tracePt t="150270" x="2716213" y="4679950"/>
          <p14:tracePt t="150286" x="2728913" y="4679950"/>
          <p14:tracePt t="150326" x="2741613" y="4679950"/>
          <p14:tracePt t="150366" x="2767013" y="4679950"/>
          <p14:tracePt t="150374" x="2790825" y="4679950"/>
          <p14:tracePt t="150382" x="2841625" y="4679950"/>
          <p14:tracePt t="150390" x="2916238" y="4679950"/>
          <p14:tracePt t="150398" x="2992438" y="4679950"/>
          <p14:tracePt t="150406" x="3092450" y="4679950"/>
          <p14:tracePt t="150414" x="3216275" y="4679950"/>
          <p14:tracePt t="150423" x="3305175" y="4679950"/>
          <p14:tracePt t="150430" x="3328988" y="4692650"/>
          <p14:tracePt t="150438" x="3354388" y="4692650"/>
          <p14:tracePt t="150631" x="3367088" y="4692650"/>
          <p14:tracePt t="150695" x="3379788" y="4692650"/>
          <p14:tracePt t="150726" x="3392488" y="4692650"/>
          <p14:tracePt t="150758" x="3405188" y="4692650"/>
          <p14:tracePt t="150934" x="3417888" y="4692650"/>
          <p14:tracePt t="150942" x="3429000" y="4692650"/>
          <p14:tracePt t="150974" x="3441700" y="4692650"/>
          <p14:tracePt t="151078" x="3441700" y="4679950"/>
          <p14:tracePt t="151118" x="3454400" y="4679950"/>
          <p14:tracePt t="152006" x="3517900" y="4679950"/>
          <p14:tracePt t="152015" x="3679825" y="4718050"/>
          <p14:tracePt t="152022" x="3905250" y="4792663"/>
          <p14:tracePt t="152030" x="4368800" y="4930775"/>
          <p14:tracePt t="152038" x="5045075" y="5081588"/>
          <p14:tracePt t="152046" x="5757863" y="5281613"/>
          <p14:tracePt t="152054" x="6483350" y="5407025"/>
          <p14:tracePt t="152062" x="7146925" y="5507038"/>
          <p14:tracePt t="152070" x="7685088" y="5619750"/>
          <p14:tracePt t="152079" x="8035925" y="5643563"/>
          <p14:tracePt t="152086" x="8186738" y="5656263"/>
          <p14:tracePt t="152094" x="8274050" y="5668963"/>
          <p14:tracePt t="152134" x="8286750" y="5668963"/>
          <p14:tracePt t="152142" x="8286750" y="5681663"/>
          <p14:tracePt t="152174" x="8286750" y="5694363"/>
          <p14:tracePt t="152183" x="8274050" y="5707063"/>
          <p14:tracePt t="152310" x="8299450" y="5694363"/>
          <p14:tracePt t="152318" x="8312150" y="5668963"/>
          <p14:tracePt t="152326" x="8335963" y="5643563"/>
          <p14:tracePt t="152334" x="8348663" y="5594350"/>
          <p14:tracePt t="152342" x="8361363" y="5530850"/>
          <p14:tracePt t="152350" x="8374063" y="5481638"/>
          <p14:tracePt t="152358" x="8374063" y="5430838"/>
          <p14:tracePt t="152367" x="8374063" y="5381625"/>
          <p14:tracePt t="152374" x="8386763" y="5343525"/>
          <p14:tracePt t="152383" x="8386763" y="5305425"/>
          <p14:tracePt t="152390" x="8386763" y="5268913"/>
          <p14:tracePt t="152399" x="8386763" y="5243513"/>
          <p14:tracePt t="152406" x="8386763" y="5218113"/>
          <p14:tracePt t="152414" x="8386763" y="5194300"/>
          <p14:tracePt t="152422" x="8374063" y="5181600"/>
          <p14:tracePt t="152430" x="8361363" y="5181600"/>
          <p14:tracePt t="152438" x="8348663" y="5168900"/>
          <p14:tracePt t="152447" x="8335963" y="5156200"/>
          <p14:tracePt t="152454" x="8324850" y="5156200"/>
          <p14:tracePt t="152462" x="8312150" y="5156200"/>
          <p14:tracePt t="152470" x="8299450" y="5156200"/>
          <p14:tracePt t="152479" x="8286750" y="5156200"/>
          <p14:tracePt t="152486" x="8274050" y="5156200"/>
          <p14:tracePt t="152496" x="8261350" y="5156200"/>
          <p14:tracePt t="152502" x="8248650" y="5156200"/>
          <p14:tracePt t="152518" x="8235950" y="5156200"/>
          <p14:tracePt t="152526" x="8212138" y="5156200"/>
          <p14:tracePt t="152542" x="8186738" y="5143500"/>
          <p14:tracePt t="152551" x="8161338" y="5143500"/>
          <p14:tracePt t="152558" x="8123238" y="5130800"/>
          <p14:tracePt t="152567" x="8099425" y="5130800"/>
          <p14:tracePt t="152574" x="8061325" y="5130800"/>
          <p14:tracePt t="152582" x="8023225" y="5105400"/>
          <p14:tracePt t="152590" x="7999413" y="5105400"/>
          <p14:tracePt t="152598" x="7974013" y="5105400"/>
          <p14:tracePt t="152606" x="7935913" y="5092700"/>
          <p14:tracePt t="152614" x="7910513" y="5092700"/>
          <p14:tracePt t="152622" x="7886700" y="5092700"/>
          <p14:tracePt t="152638" x="7874000" y="5092700"/>
          <p14:tracePt t="152646" x="7848600" y="5092700"/>
          <p14:tracePt t="152663" x="7823200" y="5092700"/>
          <p14:tracePt t="152679" x="7810500" y="5092700"/>
          <p14:tracePt t="152686" x="7785100" y="5092700"/>
          <p14:tracePt t="152694" x="7773988" y="5092700"/>
          <p14:tracePt t="152710" x="7748588" y="5092700"/>
          <p14:tracePt t="152719" x="7735888" y="5092700"/>
          <p14:tracePt t="152726" x="7710488" y="5092700"/>
          <p14:tracePt t="152742" x="7673975" y="5092700"/>
          <p14:tracePt t="152758" x="7661275" y="5092700"/>
          <p14:tracePt t="152767" x="7648575" y="5092700"/>
          <p14:tracePt t="152774" x="7635875" y="5092700"/>
          <p14:tracePt t="152782" x="7623175" y="5092700"/>
          <p14:tracePt t="152790" x="7610475" y="5092700"/>
          <p14:tracePt t="152798" x="7597775" y="5105400"/>
          <p14:tracePt t="152822" x="7585075" y="5118100"/>
          <p14:tracePt t="152838" x="7572375" y="5130800"/>
          <p14:tracePt t="152870" x="7572375" y="5143500"/>
          <p14:tracePt t="152879" x="7561263" y="5143500"/>
          <p14:tracePt t="152894" x="7561263" y="5156200"/>
          <p14:tracePt t="152910" x="7561263" y="5168900"/>
          <p14:tracePt t="152926" x="7561263" y="5181600"/>
          <p14:tracePt t="152946" x="7561263" y="5194300"/>
          <p14:tracePt t="152951" x="7561263" y="5205413"/>
          <p14:tracePt t="152974" x="7561263" y="5218113"/>
          <p14:tracePt t="152982" x="7561263" y="5230813"/>
          <p14:tracePt t="152990" x="7561263" y="5243513"/>
          <p14:tracePt t="152998" x="7561263" y="5256213"/>
          <p14:tracePt t="153014" x="7572375" y="5281613"/>
          <p14:tracePt t="153022" x="7572375" y="5294313"/>
          <p14:tracePt t="153030" x="7585075" y="5294313"/>
          <p14:tracePt t="153038" x="7585075" y="5305425"/>
          <p14:tracePt t="153054" x="7597775" y="5318125"/>
          <p14:tracePt t="153062" x="7610475" y="5330825"/>
          <p14:tracePt t="153078" x="7623175" y="5330825"/>
          <p14:tracePt t="153086" x="7623175" y="5343525"/>
          <p14:tracePt t="153102" x="7648575" y="5356225"/>
          <p14:tracePt t="153110" x="7661275" y="5368925"/>
          <p14:tracePt t="153126" x="7685088" y="5368925"/>
          <p14:tracePt t="153135" x="7710488" y="5381625"/>
          <p14:tracePt t="153150" x="7710488" y="5394325"/>
          <p14:tracePt t="153158" x="7735888" y="5394325"/>
          <p14:tracePt t="153166" x="7748588" y="5394325"/>
          <p14:tracePt t="153174" x="7761288" y="5394325"/>
          <p14:tracePt t="153182" x="7785100" y="5394325"/>
          <p14:tracePt t="153190" x="7810500" y="5394325"/>
          <p14:tracePt t="153198" x="7835900" y="5394325"/>
          <p14:tracePt t="153206" x="7861300" y="5394325"/>
          <p14:tracePt t="153214" x="7897813" y="5394325"/>
          <p14:tracePt t="153222" x="7923213" y="5394325"/>
          <p14:tracePt t="153231" x="7961313" y="5394325"/>
          <p14:tracePt t="153238" x="7999413" y="5394325"/>
          <p14:tracePt t="153247" x="8061325" y="5368925"/>
          <p14:tracePt t="153254" x="8099425" y="5330825"/>
          <p14:tracePt t="153262" x="8148638" y="5305425"/>
          <p14:tracePt t="153270" x="8161338" y="5281613"/>
          <p14:tracePt t="153278" x="8186738" y="5256213"/>
          <p14:tracePt t="153286" x="8212138" y="5218113"/>
          <p14:tracePt t="153294" x="8223250" y="5194300"/>
          <p14:tracePt t="153303" x="8223250" y="5168900"/>
          <p14:tracePt t="153310" x="8223250" y="5156200"/>
          <p14:tracePt t="153319" x="8223250" y="5143500"/>
          <p14:tracePt t="153326" x="8223250" y="5118100"/>
          <p14:tracePt t="153342" x="8223250" y="5092700"/>
          <p14:tracePt t="153350" x="8223250" y="5081588"/>
          <p14:tracePt t="153374" x="8223250" y="5068888"/>
          <p14:tracePt t="153390" x="8199438" y="5068888"/>
          <p14:tracePt t="153398" x="8174038" y="5068888"/>
          <p14:tracePt t="153406" x="8148638" y="5068888"/>
          <p14:tracePt t="153415" x="8123238" y="5068888"/>
          <p14:tracePt t="153422" x="8086725" y="5068888"/>
          <p14:tracePt t="153431" x="8048625" y="5068888"/>
          <p14:tracePt t="153438" x="7999413" y="5068888"/>
          <p14:tracePt t="153446" x="7961313" y="5068888"/>
          <p14:tracePt t="153454" x="7910513" y="5092700"/>
          <p14:tracePt t="153462" x="7897813" y="5105400"/>
          <p14:tracePt t="153470" x="7861300" y="5130800"/>
          <p14:tracePt t="153478" x="7848600" y="5143500"/>
          <p14:tracePt t="153487" x="7823200" y="5156200"/>
          <p14:tracePt t="153494" x="7823200" y="5181600"/>
          <p14:tracePt t="153503" x="7810500" y="5205413"/>
          <p14:tracePt t="153510" x="7797800" y="5218113"/>
          <p14:tracePt t="153519" x="7797800" y="5243513"/>
          <p14:tracePt t="153526" x="7797800" y="5268913"/>
          <p14:tracePt t="153534" x="7797800" y="5294313"/>
          <p14:tracePt t="153542" x="7797800" y="5305425"/>
          <p14:tracePt t="153550" x="7797800" y="5318125"/>
          <p14:tracePt t="153558" x="7797800" y="5343525"/>
          <p14:tracePt t="153574" x="7797800" y="5368925"/>
          <p14:tracePt t="153582" x="7797800" y="5381625"/>
          <p14:tracePt t="153599" x="7797800" y="5394325"/>
          <p14:tracePt t="153606" x="7810500" y="5394325"/>
          <p14:tracePt t="153638" x="7823200" y="5394325"/>
          <p14:tracePt t="153646" x="7848600" y="5418138"/>
          <p14:tracePt t="153662" x="7861300" y="5418138"/>
          <p14:tracePt t="153670" x="7897813" y="5418138"/>
          <p14:tracePt t="153678" x="7935913" y="5418138"/>
          <p14:tracePt t="153687" x="7961313" y="5418138"/>
          <p14:tracePt t="153694" x="7999413" y="5418138"/>
          <p14:tracePt t="153703" x="8035925" y="5418138"/>
          <p14:tracePt t="153710" x="8086725" y="5418138"/>
          <p14:tracePt t="153718" x="8099425" y="5394325"/>
          <p14:tracePt t="153726" x="8123238" y="5356225"/>
          <p14:tracePt t="153734" x="8135938" y="5318125"/>
          <p14:tracePt t="153742" x="8148638" y="5294313"/>
          <p14:tracePt t="153750" x="8148638" y="5243513"/>
          <p14:tracePt t="153758" x="8161338" y="5181600"/>
          <p14:tracePt t="153766" x="8161338" y="5156200"/>
          <p14:tracePt t="153774" x="8161338" y="5130800"/>
          <p14:tracePt t="153782" x="8161338" y="5118100"/>
          <p14:tracePt t="153790" x="8161338" y="5092700"/>
          <p14:tracePt t="153799" x="8161338" y="5081588"/>
          <p14:tracePt t="153815" x="8161338" y="5068888"/>
          <p14:tracePt t="153830" x="8148638" y="5068888"/>
          <p14:tracePt t="153838" x="8123238" y="5043488"/>
          <p14:tracePt t="153854" x="8099425" y="5043488"/>
          <p14:tracePt t="153862" x="8061325" y="5043488"/>
          <p14:tracePt t="153871" x="8035925" y="5043488"/>
          <p14:tracePt t="153878" x="8010525" y="5043488"/>
          <p14:tracePt t="153887" x="7974013" y="5043488"/>
          <p14:tracePt t="153894" x="7948613" y="5043488"/>
          <p14:tracePt t="153902" x="7910513" y="5043488"/>
          <p14:tracePt t="153910" x="7874000" y="5043488"/>
          <p14:tracePt t="153918" x="7848600" y="5043488"/>
          <p14:tracePt t="153926" x="7823200" y="5068888"/>
          <p14:tracePt t="153934" x="7797800" y="5081588"/>
          <p14:tracePt t="153942" x="7773988" y="5105400"/>
          <p14:tracePt t="153950" x="7748588" y="5130800"/>
          <p14:tracePt t="153958" x="7735888" y="5143500"/>
          <p14:tracePt t="153966" x="7735888" y="5181600"/>
          <p14:tracePt t="153974" x="7735888" y="5205413"/>
          <p14:tracePt t="153983" x="7735888" y="5243513"/>
          <p14:tracePt t="153990" x="7735888" y="5256213"/>
          <p14:tracePt t="154000" x="7735888" y="5268913"/>
          <p14:tracePt t="154006" x="7735888" y="5281613"/>
          <p14:tracePt t="154014" x="7748588" y="5305425"/>
          <p14:tracePt t="154022" x="7761288" y="5318125"/>
          <p14:tracePt t="154030" x="7785100" y="5356225"/>
          <p14:tracePt t="154038" x="7823200" y="5368925"/>
          <p14:tracePt t="154055" x="7835900" y="5381625"/>
          <p14:tracePt t="154062" x="7848600" y="5381625"/>
          <p14:tracePt t="154071" x="7886700" y="5394325"/>
          <p14:tracePt t="154078" x="7897813" y="5407025"/>
          <p14:tracePt t="154086" x="7910513" y="5407025"/>
          <p14:tracePt t="154094" x="7935913" y="5418138"/>
          <p14:tracePt t="154102" x="7961313" y="5418138"/>
          <p14:tracePt t="154110" x="7974013" y="5418138"/>
          <p14:tracePt t="154118" x="7986713" y="5418138"/>
          <p14:tracePt t="154126" x="8010525" y="5418138"/>
          <p14:tracePt t="154134" x="8035925" y="5418138"/>
          <p14:tracePt t="154142" x="8061325" y="5418138"/>
          <p14:tracePt t="154150" x="8074025" y="5418138"/>
          <p14:tracePt t="154158" x="8086725" y="5418138"/>
          <p14:tracePt t="154167" x="8110538" y="5407025"/>
          <p14:tracePt t="154174" x="8123238" y="5381625"/>
          <p14:tracePt t="154183" x="8161338" y="5330825"/>
          <p14:tracePt t="154190" x="8161338" y="5318125"/>
          <p14:tracePt t="154198" x="8161338" y="5281613"/>
          <p14:tracePt t="154206" x="8161338" y="5256213"/>
          <p14:tracePt t="154214" x="8161338" y="5230813"/>
          <p14:tracePt t="154222" x="8161338" y="5194300"/>
          <p14:tracePt t="154230" x="8161338" y="5168900"/>
          <p14:tracePt t="154239" x="8161338" y="5143500"/>
          <p14:tracePt t="154246" x="8161338" y="5130800"/>
          <p14:tracePt t="154255" x="8148638" y="5105400"/>
          <p14:tracePt t="154262" x="8135938" y="5092700"/>
          <p14:tracePt t="154271" x="8110538" y="5081588"/>
          <p14:tracePt t="154286" x="8074025" y="5081588"/>
          <p14:tracePt t="154302" x="8035925" y="5081588"/>
          <p14:tracePt t="154310" x="8010525" y="5081588"/>
          <p14:tracePt t="154318" x="7986713" y="5081588"/>
          <p14:tracePt t="154326" x="7948613" y="5081588"/>
          <p14:tracePt t="154334" x="7910513" y="5081588"/>
          <p14:tracePt t="154342" x="7886700" y="5081588"/>
          <p14:tracePt t="154350" x="7861300" y="5105400"/>
          <p14:tracePt t="154358" x="7835900" y="5130800"/>
          <p14:tracePt t="154367" x="7810500" y="5143500"/>
          <p14:tracePt t="154374" x="7810500" y="5168900"/>
          <p14:tracePt t="154382" x="7797800" y="5194300"/>
          <p14:tracePt t="154390" x="7785100" y="5230813"/>
          <p14:tracePt t="154398" x="7785100" y="5243513"/>
          <p14:tracePt t="154406" x="7785100" y="5268913"/>
          <p14:tracePt t="154414" x="7785100" y="5294313"/>
          <p14:tracePt t="154422" x="7785100" y="5318125"/>
          <p14:tracePt t="154430" x="7785100" y="5343525"/>
          <p14:tracePt t="154439" x="7785100" y="5368925"/>
          <p14:tracePt t="154455" x="7810500" y="5394325"/>
          <p14:tracePt t="154462" x="7810500" y="5407025"/>
          <p14:tracePt t="154470" x="7823200" y="5418138"/>
          <p14:tracePt t="154478" x="7835900" y="5418138"/>
          <p14:tracePt t="154510" x="7848600" y="5418138"/>
          <p14:tracePt t="154542" x="7874000" y="5418138"/>
          <p14:tracePt t="154558" x="7886700" y="5418138"/>
          <p14:tracePt t="154566" x="7910513" y="5418138"/>
          <p14:tracePt t="154574" x="7935913" y="5418138"/>
          <p14:tracePt t="154582" x="7974013" y="5418138"/>
          <p14:tracePt t="154598" x="7986713" y="5418138"/>
          <p14:tracePt t="154606" x="7999413" y="5418138"/>
          <p14:tracePt t="154623" x="8010525" y="5418138"/>
          <p14:tracePt t="154654" x="8010525" y="5407025"/>
          <p14:tracePt t="155166" x="8010525" y="5394325"/>
          <p14:tracePt t="155431" x="8023225" y="5394325"/>
          <p14:tracePt t="156118" x="8035925" y="5394325"/>
          <p14:tracePt t="156446" x="8048625" y="5394325"/>
          <p14:tracePt t="156542" x="8010525" y="5394325"/>
          <p14:tracePt t="156550" x="7848600" y="5494338"/>
          <p14:tracePt t="156558" x="7773988" y="5507038"/>
          <p14:tracePt t="156566" x="7710488" y="5507038"/>
          <p14:tracePt t="156574" x="7623175" y="5507038"/>
          <p14:tracePt t="156582" x="7561263" y="5507038"/>
          <p14:tracePt t="156590" x="7510463" y="5507038"/>
          <p14:tracePt t="156598" x="7448550" y="5507038"/>
          <p14:tracePt t="156607" x="7423150" y="5507038"/>
          <p14:tracePt t="156614" x="7397750" y="5507038"/>
          <p14:tracePt t="156622" x="7359650" y="5468938"/>
          <p14:tracePt t="156630" x="7348538" y="5468938"/>
          <p14:tracePt t="156638" x="7335838" y="5456238"/>
          <p14:tracePt t="156646" x="7310438" y="5443538"/>
          <p14:tracePt t="156654" x="7272338" y="5430838"/>
          <p14:tracePt t="156662" x="7235825" y="5430838"/>
          <p14:tracePt t="156670" x="7185025" y="5430838"/>
          <p14:tracePt t="156679" x="7110413" y="5430838"/>
          <p14:tracePt t="156686" x="7046913" y="5430838"/>
          <p14:tracePt t="156695" x="6972300" y="5430838"/>
          <p14:tracePt t="156702" x="6910388" y="5430838"/>
          <p14:tracePt t="156711" x="6872288" y="5430838"/>
          <p14:tracePt t="156718" x="6834188" y="5418138"/>
          <p14:tracePt t="156726" x="6797675" y="5407025"/>
          <p14:tracePt t="156734" x="6784975" y="5407025"/>
          <p14:tracePt t="156742" x="6759575" y="5407025"/>
          <p14:tracePt t="156758" x="6746875" y="5407025"/>
          <p14:tracePt t="156790" x="6721475" y="5407025"/>
          <p14:tracePt t="156798" x="6708775" y="5407025"/>
          <p14:tracePt t="156807" x="6684963" y="5407025"/>
          <p14:tracePt t="156814" x="6659563" y="5407025"/>
          <p14:tracePt t="156822" x="6634163" y="5407025"/>
          <p14:tracePt t="156830" x="6608763" y="5407025"/>
          <p14:tracePt t="156838" x="6584950" y="5407025"/>
          <p14:tracePt t="156846" x="6572250" y="5407025"/>
          <p14:tracePt t="156854" x="6546850" y="5407025"/>
          <p14:tracePt t="156902" x="6534150" y="5407025"/>
          <p14:tracePt t="156910" x="6521450" y="5407025"/>
          <p14:tracePt t="156918" x="6508750" y="5407025"/>
          <p14:tracePt t="156934" x="6483350" y="5407025"/>
          <p14:tracePt t="156942" x="6472238" y="5407025"/>
          <p14:tracePt t="157502" x="6496050" y="5394325"/>
          <p14:tracePt t="157510" x="6559550" y="5394325"/>
          <p14:tracePt t="157518" x="6621463" y="5394325"/>
          <p14:tracePt t="157526" x="6746875" y="5394325"/>
          <p14:tracePt t="157534" x="6872288" y="5394325"/>
          <p14:tracePt t="157543" x="7072313" y="5394325"/>
          <p14:tracePt t="157550" x="7385050" y="5394325"/>
          <p14:tracePt t="157559" x="7923213" y="5394325"/>
          <p14:tracePt t="157566" x="8335963" y="5394325"/>
          <p14:tracePt t="157574" x="8750300" y="5394325"/>
          <p14:tracePt t="157582" x="9050338" y="5394325"/>
          <p14:tracePt t="157590" x="9263063" y="5381625"/>
          <p14:tracePt t="157598" x="9513888" y="5381625"/>
          <p14:tracePt t="157606" x="9650413" y="5381625"/>
          <p14:tracePt t="157615" x="9801225" y="5381625"/>
          <p14:tracePt t="157622" x="9939338" y="5381625"/>
          <p14:tracePt t="157631" x="10039350" y="5381625"/>
          <p14:tracePt t="157638" x="10139363" y="5381625"/>
          <p14:tracePt t="157646" x="10213975" y="5381625"/>
          <p14:tracePt t="157654" x="10264775" y="5381625"/>
          <p14:tracePt t="157662" x="10313988" y="5381625"/>
          <p14:tracePt t="157670" x="10326688" y="5381625"/>
          <p14:tracePt t="157678" x="10364788" y="5381625"/>
          <p14:tracePt t="157686" x="10377488" y="5381625"/>
          <p14:tracePt t="157790" x="10390188" y="5381625"/>
          <p14:tracePt t="157894" x="10390188" y="5394325"/>
          <p14:tracePt t="157910" x="10377488" y="5394325"/>
          <p14:tracePt t="157918" x="10364788" y="5394325"/>
          <p14:tracePt t="157926" x="10313988" y="5394325"/>
          <p14:tracePt t="157943" x="10264775" y="5394325"/>
          <p14:tracePt t="157950" x="10239375" y="5394325"/>
          <p14:tracePt t="157958" x="10226675" y="5394325"/>
          <p14:tracePt t="157966" x="10213975" y="5394325"/>
          <p14:tracePt t="157974" x="10201275" y="5394325"/>
          <p14:tracePt t="157990" x="10188575" y="5381625"/>
          <p14:tracePt t="158006" x="10177463" y="5381625"/>
          <p14:tracePt t="158054" x="10164763" y="5381625"/>
          <p14:tracePt t="158110" x="10152063" y="5381625"/>
          <p14:tracePt t="158142" x="10126663" y="5381625"/>
          <p14:tracePt t="158414" x="10113963" y="5368925"/>
          <p14:tracePt t="158486" x="10113963" y="5356225"/>
          <p14:tracePt t="158518" x="10126663" y="5356225"/>
          <p14:tracePt t="158526" x="10139363" y="5356225"/>
          <p14:tracePt t="158542" x="10152063" y="5356225"/>
          <p14:tracePt t="158574" x="10164763" y="5356225"/>
          <p14:tracePt t="158590" x="10177463" y="5356225"/>
          <p14:tracePt t="158598" x="10188575" y="5356225"/>
          <p14:tracePt t="158614" x="10201275" y="5356225"/>
          <p14:tracePt t="158646" x="10226675" y="5356225"/>
          <p14:tracePt t="158662" x="10239375" y="5356225"/>
          <p14:tracePt t="158670" x="10252075" y="5356225"/>
          <p14:tracePt t="158678" x="10264775" y="5356225"/>
          <p14:tracePt t="158710" x="10277475" y="5356225"/>
          <p14:tracePt t="158742" x="10288588" y="5356225"/>
          <p14:tracePt t="158758" x="10301288" y="5356225"/>
          <p14:tracePt t="158774" x="10313988" y="5356225"/>
          <p14:tracePt t="158974" x="10313988" y="5381625"/>
          <p14:tracePt t="158990" x="10313988" y="5394325"/>
          <p14:tracePt t="159014" x="10313988" y="5407025"/>
          <p14:tracePt t="159022" x="10313988" y="5430838"/>
          <p14:tracePt t="159046" x="10313988" y="5456238"/>
          <p14:tracePt t="159070" x="10313988" y="5468938"/>
          <p14:tracePt t="159214" x="10313988" y="5456238"/>
          <p14:tracePt t="159230" x="10313988" y="5418138"/>
          <p14:tracePt t="159247" x="10313988" y="5394325"/>
          <p14:tracePt t="159254" x="10313988" y="5356225"/>
          <p14:tracePt t="159262" x="10313988" y="5343525"/>
          <p14:tracePt t="159270" x="10313988" y="5330825"/>
          <p14:tracePt t="159279" x="10313988" y="5318125"/>
          <p14:tracePt t="159286" x="10313988" y="5305425"/>
          <p14:tracePt t="159319" x="10313988" y="5294313"/>
          <p14:tracePt t="159358" x="10313988" y="5281613"/>
          <p14:tracePt t="159422" x="10301288" y="5281613"/>
          <p14:tracePt t="159431" x="10288588" y="5281613"/>
          <p14:tracePt t="159438" x="10264775" y="5281613"/>
          <p14:tracePt t="159454" x="10239375" y="5305425"/>
          <p14:tracePt t="159462" x="10239375" y="5318125"/>
          <p14:tracePt t="159470" x="10226675" y="5330825"/>
          <p14:tracePt t="159478" x="10213975" y="5343525"/>
          <p14:tracePt t="159486" x="10213975" y="5356225"/>
          <p14:tracePt t="159494" x="10213975" y="5368925"/>
          <p14:tracePt t="159503" x="10213975" y="5394325"/>
          <p14:tracePt t="159510" x="10213975" y="5418138"/>
          <p14:tracePt t="159519" x="10213975" y="5430838"/>
          <p14:tracePt t="159526" x="10213975" y="5456238"/>
          <p14:tracePt t="159534" x="10213975" y="5481638"/>
          <p14:tracePt t="159542" x="10226675" y="5481638"/>
          <p14:tracePt t="159558" x="10226675" y="5494338"/>
          <p14:tracePt t="159590" x="10239375" y="5494338"/>
          <p14:tracePt t="159598" x="10252075" y="5494338"/>
          <p14:tracePt t="159606" x="10264775" y="5494338"/>
          <p14:tracePt t="159615" x="10277475" y="5494338"/>
          <p14:tracePt t="159622" x="10288588" y="5494338"/>
          <p14:tracePt t="159630" x="10301288" y="5494338"/>
          <p14:tracePt t="159646" x="10326688" y="5494338"/>
          <p14:tracePt t="159662" x="10352088" y="5481638"/>
          <p14:tracePt t="159678" x="10364788" y="5456238"/>
          <p14:tracePt t="159766" x="10390188" y="5456238"/>
          <p14:tracePt t="159774" x="10401300" y="5456238"/>
          <p14:tracePt t="159790" x="10414000" y="5456238"/>
          <p14:tracePt t="159798" x="10439400" y="5456238"/>
          <p14:tracePt t="159806" x="10452100" y="5456238"/>
          <p14:tracePt t="159838" x="10464800" y="5456238"/>
          <p14:tracePt t="159854" x="10477500" y="5456238"/>
          <p14:tracePt t="159871" x="10490200" y="5456238"/>
          <p14:tracePt t="159887" x="10502900" y="5456238"/>
          <p14:tracePt t="159918" x="10514013" y="5456238"/>
          <p14:tracePt t="159958" x="10526713" y="5443538"/>
          <p14:tracePt t="160022" x="10552113" y="5430838"/>
          <p14:tracePt t="160038" x="10577513" y="5430838"/>
          <p14:tracePt t="160046" x="10590213" y="5430838"/>
          <p14:tracePt t="160055" x="10602913" y="5430838"/>
          <p14:tracePt t="160062" x="10614025" y="5430838"/>
          <p14:tracePt t="160071" x="10639425" y="5430838"/>
          <p14:tracePt t="161007" x="10664825" y="5430838"/>
          <p14:tracePt t="161014" x="10677525" y="5430838"/>
          <p14:tracePt t="161022" x="10715625" y="5430838"/>
          <p14:tracePt t="161038" x="10726738" y="5430838"/>
          <p14:tracePt t="161046" x="10752138" y="5430838"/>
          <p14:tracePt t="161062" x="10764838" y="5430838"/>
          <p14:tracePt t="161078" x="10790238" y="5430838"/>
          <p14:tracePt t="161110" x="10802938" y="5430838"/>
          <p14:tracePt t="161142" x="10815638" y="5430838"/>
          <p14:tracePt t="161206" x="10828338" y="5430838"/>
          <p14:tracePt t="161294" x="10839450" y="5430838"/>
          <p14:tracePt t="161542" x="10864850" y="5430838"/>
          <p14:tracePt t="161550" x="10890250" y="5418138"/>
          <p14:tracePt t="161559" x="10915650" y="5381625"/>
          <p14:tracePt t="161566" x="10939463" y="5381625"/>
          <p14:tracePt t="161575" x="10952163" y="5330825"/>
          <p14:tracePt t="161582" x="10977563" y="5318125"/>
          <p14:tracePt t="161590" x="10977563" y="5294313"/>
          <p14:tracePt t="161606" x="10990263" y="5268913"/>
          <p14:tracePt t="161630" x="11002963" y="5256213"/>
          <p14:tracePt t="161830" x="11015663" y="5256213"/>
          <p14:tracePt t="161838" x="11064875" y="5243513"/>
          <p14:tracePt t="161846" x="11090275" y="5230813"/>
          <p14:tracePt t="161854" x="11102975" y="5230813"/>
          <p14:tracePt t="161862" x="11115675" y="5230813"/>
          <p14:tracePt t="161871" x="11141075" y="5218113"/>
          <p14:tracePt t="161886" x="11153775" y="5205413"/>
          <p14:tracePt t="161902" x="11164888" y="5205413"/>
          <p14:tracePt t="161910" x="11177588" y="5205413"/>
          <p14:tracePt t="163310" x="11115675" y="5194300"/>
          <p14:tracePt t="163318" x="11041063" y="5194300"/>
          <p14:tracePt t="163326" x="10964863" y="5168900"/>
          <p14:tracePt t="163334" x="10877550" y="5168900"/>
          <p14:tracePt t="163342" x="10777538" y="5168900"/>
          <p14:tracePt t="163350" x="10715625" y="5168900"/>
          <p14:tracePt t="163359" x="10614025" y="5168900"/>
          <p14:tracePt t="163366" x="10526713" y="5168900"/>
          <p14:tracePt t="163374" x="10426700" y="5168900"/>
          <p14:tracePt t="163382" x="10326688" y="5168900"/>
          <p14:tracePt t="163390" x="10226675" y="5168900"/>
          <p14:tracePt t="163398" x="10139363" y="5168900"/>
          <p14:tracePt t="163406" x="10039350" y="5168900"/>
          <p14:tracePt t="163414" x="9913938" y="5168900"/>
          <p14:tracePt t="163422" x="9788525" y="5168900"/>
          <p14:tracePt t="163431" x="9637713" y="5168900"/>
          <p14:tracePt t="163438" x="9513888" y="5168900"/>
          <p14:tracePt t="163447" x="9388475" y="5156200"/>
          <p14:tracePt t="163454" x="9288463" y="5156200"/>
          <p14:tracePt t="163462" x="9188450" y="5130800"/>
          <p14:tracePt t="163470" x="9037638" y="5081588"/>
          <p14:tracePt t="163478" x="8886825" y="5068888"/>
          <p14:tracePt t="163486" x="8712200" y="5018088"/>
          <p14:tracePt t="163494" x="8637588" y="5005388"/>
          <p14:tracePt t="163502" x="8512175" y="4992688"/>
          <p14:tracePt t="163510" x="8424863" y="4968875"/>
          <p14:tracePt t="163518" x="8299450" y="4956175"/>
          <p14:tracePt t="163526" x="8161338" y="4956175"/>
          <p14:tracePt t="163534" x="8035925" y="4956175"/>
          <p14:tracePt t="163543" x="7897813" y="4956175"/>
          <p14:tracePt t="163550" x="7797800" y="4956175"/>
          <p14:tracePt t="163559" x="7697788" y="4956175"/>
          <p14:tracePt t="163566" x="7585075" y="4956175"/>
          <p14:tracePt t="163574" x="7485063" y="4956175"/>
          <p14:tracePt t="163582" x="7397750" y="4956175"/>
          <p14:tracePt t="163590" x="7297738" y="4956175"/>
          <p14:tracePt t="163598" x="7210425" y="4956175"/>
          <p14:tracePt t="163606" x="7110413" y="4956175"/>
          <p14:tracePt t="163615" x="7046913" y="4956175"/>
          <p14:tracePt t="163622" x="6985000" y="4968875"/>
          <p14:tracePt t="163631" x="6910388" y="5018088"/>
          <p14:tracePt t="163638" x="6859588" y="5043488"/>
          <p14:tracePt t="163646" x="6797675" y="5092700"/>
          <p14:tracePt t="163654" x="6721475" y="5156200"/>
          <p14:tracePt t="163662" x="6646863" y="5218113"/>
          <p14:tracePt t="163670" x="6559550" y="5281613"/>
          <p14:tracePt t="163678" x="6472238" y="5356225"/>
          <p14:tracePt t="163686" x="6396038" y="5418138"/>
          <p14:tracePt t="163694" x="6334125" y="5468938"/>
          <p14:tracePt t="163702" x="6308725" y="5481638"/>
          <p14:tracePt t="163710" x="6296025" y="5507038"/>
          <p14:tracePt t="163718" x="6270625" y="5507038"/>
          <p14:tracePt t="163727" x="6270625" y="5518150"/>
          <p14:tracePt t="163734" x="6259513" y="5518150"/>
          <p14:tracePt t="163750" x="6246813" y="5543550"/>
          <p14:tracePt t="163766" x="6246813" y="5556250"/>
          <p14:tracePt t="163774" x="6234113" y="5568950"/>
          <p14:tracePt t="163782" x="6234113" y="5581650"/>
          <p14:tracePt t="163790" x="6234113" y="5594350"/>
          <p14:tracePt t="163798" x="6221413" y="5607050"/>
          <p14:tracePt t="163806" x="6221413" y="5619750"/>
          <p14:tracePt t="163815" x="6221413" y="5630863"/>
          <p14:tracePt t="163822" x="6221413" y="5643563"/>
          <p14:tracePt t="163830" x="6221413" y="5668963"/>
          <p14:tracePt t="163838" x="6221413" y="5681663"/>
          <p14:tracePt t="163846" x="6221413" y="5694363"/>
          <p14:tracePt t="163854" x="6221413" y="5707063"/>
          <p14:tracePt t="163870" x="6221413" y="5719763"/>
          <p14:tracePt t="163878" x="6221413" y="5732463"/>
          <p14:tracePt t="163886" x="6221413" y="5743575"/>
          <p14:tracePt t="163894" x="6234113" y="5743575"/>
          <p14:tracePt t="163902" x="6259513" y="5756275"/>
          <p14:tracePt t="163918" x="6270625" y="5756275"/>
          <p14:tracePt t="163950" x="6283325" y="5756275"/>
          <p14:tracePt t="163990" x="6296025" y="5756275"/>
          <p14:tracePt t="164238" x="6321425" y="5756275"/>
          <p14:tracePt t="164246" x="6334125" y="5756275"/>
          <p14:tracePt t="164254" x="6346825" y="5756275"/>
          <p14:tracePt t="164262" x="6383338" y="5768975"/>
          <p14:tracePt t="164270" x="6408738" y="5807075"/>
          <p14:tracePt t="164278" x="6446838" y="5807075"/>
          <p14:tracePt t="164286" x="6472238" y="5843588"/>
          <p14:tracePt t="164295" x="6483350" y="5843588"/>
          <p14:tracePt t="164302" x="6534150" y="5881688"/>
          <p14:tracePt t="164310" x="6559550" y="5894388"/>
          <p14:tracePt t="164318" x="6572250" y="5894388"/>
          <p14:tracePt t="164326" x="6596063" y="5894388"/>
          <p14:tracePt t="164334" x="6608763" y="5907088"/>
          <p14:tracePt t="164430" x="6621463" y="5907088"/>
          <p14:tracePt t="164438" x="6634163" y="5907088"/>
          <p14:tracePt t="164446" x="6659563" y="5907088"/>
          <p14:tracePt t="164454" x="6672263" y="5907088"/>
          <p14:tracePt t="164462" x="6672263" y="5881688"/>
          <p14:tracePt t="164470" x="6684963" y="5856288"/>
          <p14:tracePt t="164479" x="6696075" y="5819775"/>
          <p14:tracePt t="164486" x="6696075" y="5794375"/>
          <p14:tracePt t="164494" x="6696075" y="5781675"/>
          <p14:tracePt t="164502" x="6696075" y="5768975"/>
          <p14:tracePt t="164518" x="6684963" y="5756275"/>
          <p14:tracePt t="164638" x="6696075" y="5781675"/>
          <p14:tracePt t="164646" x="6721475" y="5781675"/>
          <p14:tracePt t="164654" x="6759575" y="5781675"/>
          <p14:tracePt t="164662" x="6772275" y="5781675"/>
          <p14:tracePt t="164670" x="6784975" y="5794375"/>
          <p14:tracePt t="164702" x="6797675" y="5794375"/>
          <p14:tracePt t="164710" x="6808788" y="5794375"/>
          <p14:tracePt t="164718" x="6821488" y="5794375"/>
          <p14:tracePt t="164734" x="6846888" y="5794375"/>
          <p14:tracePt t="164742" x="6872288" y="5794375"/>
          <p14:tracePt t="164751" x="6921500" y="5794375"/>
          <p14:tracePt t="164758" x="6959600" y="5794375"/>
          <p14:tracePt t="164766" x="6997700" y="5794375"/>
          <p14:tracePt t="164774" x="7034213" y="5794375"/>
          <p14:tracePt t="164798" x="7046913" y="5781675"/>
          <p14:tracePt t="164838" x="7072313" y="5781675"/>
          <p14:tracePt t="164846" x="7085013" y="5781675"/>
          <p14:tracePt t="164854" x="7123113" y="5781675"/>
          <p14:tracePt t="164862" x="7146925" y="5781675"/>
          <p14:tracePt t="164870" x="7172325" y="5781675"/>
          <p14:tracePt t="164878" x="7185025" y="5781675"/>
          <p14:tracePt t="164886" x="7197725" y="5781675"/>
          <p14:tracePt t="164894" x="7210425" y="5781675"/>
          <p14:tracePt t="164918" x="7235825" y="5768975"/>
          <p14:tracePt t="164926" x="7259638" y="5768975"/>
          <p14:tracePt t="164935" x="7310438" y="5768975"/>
          <p14:tracePt t="164942" x="7359650" y="5768975"/>
          <p14:tracePt t="164963" x="7523163" y="5743575"/>
          <p14:tracePt t="164966" x="7548563" y="5743575"/>
          <p14:tracePt t="164974" x="7561263" y="5732463"/>
          <p14:tracePt t="165167" x="7572375" y="5732463"/>
          <p14:tracePt t="165190" x="7585075" y="5719763"/>
          <p14:tracePt t="165198" x="7597775" y="5719763"/>
          <p14:tracePt t="165206" x="7610475" y="5719763"/>
          <p14:tracePt t="165214" x="7623175" y="5719763"/>
          <p14:tracePt t="165222" x="7661275" y="5719763"/>
          <p14:tracePt t="165231" x="7710488" y="5719763"/>
          <p14:tracePt t="165238" x="7773988" y="5719763"/>
          <p14:tracePt t="165246" x="7886700" y="5719763"/>
          <p14:tracePt t="165254" x="7999413" y="5719763"/>
          <p14:tracePt t="165262" x="8099425" y="5719763"/>
          <p14:tracePt t="165270" x="8199438" y="5719763"/>
          <p14:tracePt t="165278" x="8274050" y="5719763"/>
          <p14:tracePt t="165286" x="8361363" y="5719763"/>
          <p14:tracePt t="165294" x="8386763" y="5719763"/>
          <p14:tracePt t="165303" x="8424863" y="5719763"/>
          <p14:tracePt t="165358" x="8448675" y="5694363"/>
          <p14:tracePt t="165710" x="8461375" y="5694363"/>
          <p14:tracePt t="165942" x="8474075" y="5694363"/>
          <p14:tracePt t="165950" x="8499475" y="5694363"/>
          <p14:tracePt t="165958" x="8512175" y="5694363"/>
          <p14:tracePt t="165966" x="8537575" y="5694363"/>
          <p14:tracePt t="165974" x="8548688" y="5694363"/>
          <p14:tracePt t="165983" x="8599488" y="5694363"/>
          <p14:tracePt t="165990" x="8650288" y="5707063"/>
          <p14:tracePt t="165998" x="8699500" y="5707063"/>
          <p14:tracePt t="166006" x="8774113" y="5707063"/>
          <p14:tracePt t="166014" x="8874125" y="5707063"/>
          <p14:tracePt t="166022" x="8924925" y="5707063"/>
          <p14:tracePt t="166030" x="8963025" y="5707063"/>
          <p14:tracePt t="166038" x="8986838" y="5707063"/>
          <p14:tracePt t="166046" x="9024938" y="5694363"/>
          <p14:tracePt t="166055" x="9037638" y="5694363"/>
          <p14:tracePt t="166270" x="9063038" y="5694363"/>
          <p14:tracePt t="166278" x="9099550" y="5681663"/>
          <p14:tracePt t="166286" x="9124950" y="5681663"/>
          <p14:tracePt t="166294" x="9199563" y="5668963"/>
          <p14:tracePt t="166302" x="9312275" y="5643563"/>
          <p14:tracePt t="166310" x="9388475" y="5630863"/>
          <p14:tracePt t="166318" x="9475788" y="5619750"/>
          <p14:tracePt t="166326" x="9563100" y="5607050"/>
          <p14:tracePt t="166334" x="9626600" y="5581650"/>
          <p14:tracePt t="166342" x="9650413" y="5568950"/>
          <p14:tracePt t="166358" x="9663113" y="5568950"/>
          <p14:tracePt t="166526" x="9675813" y="5556250"/>
          <p14:tracePt t="166534" x="9701213" y="5543550"/>
          <p14:tracePt t="166542" x="9701213" y="5530850"/>
          <p14:tracePt t="166558" x="9713913" y="5530850"/>
          <p14:tracePt t="166566" x="9726613" y="5518150"/>
          <p14:tracePt t="166950" x="9688513" y="5518150"/>
          <p14:tracePt t="166958" x="9550400" y="5518150"/>
          <p14:tracePt t="166966" x="9463088" y="5556250"/>
          <p14:tracePt t="166974" x="9363075" y="5581650"/>
          <p14:tracePt t="166982" x="9212263" y="5619750"/>
          <p14:tracePt t="166991" x="9075738" y="5656263"/>
          <p14:tracePt t="166998" x="8874125" y="5707063"/>
          <p14:tracePt t="167007" x="8661400" y="5732463"/>
          <p14:tracePt t="167014" x="8424863" y="5794375"/>
          <p14:tracePt t="167022" x="8186738" y="5843588"/>
          <p14:tracePt t="167030" x="7986713" y="5894388"/>
          <p14:tracePt t="167038" x="7785100" y="5945188"/>
          <p14:tracePt t="167046" x="7648575" y="5956300"/>
          <p14:tracePt t="167054" x="7548563" y="5969000"/>
          <p14:tracePt t="167062" x="7485063" y="5969000"/>
          <p14:tracePt t="167070" x="7448550" y="5969000"/>
          <p14:tracePt t="167078" x="7423150" y="5981700"/>
          <p14:tracePt t="167086" x="7385050" y="5994400"/>
          <p14:tracePt t="167094" x="7372350" y="5994400"/>
          <p14:tracePt t="167103" x="7348538" y="5994400"/>
          <p14:tracePt t="167110" x="7335838" y="5994400"/>
          <p14:tracePt t="167119" x="7297738" y="5994400"/>
          <p14:tracePt t="167126" x="7272338" y="6007100"/>
          <p14:tracePt t="167134" x="7246938" y="6007100"/>
          <p14:tracePt t="167142" x="7235825" y="6007100"/>
          <p14:tracePt t="167150" x="7223125" y="6007100"/>
          <p14:tracePt t="167191" x="7159625" y="6007100"/>
          <p14:tracePt t="167198" x="7110413" y="6007100"/>
          <p14:tracePt t="167206" x="7059613" y="6007100"/>
          <p14:tracePt t="167214" x="7010400" y="6007100"/>
          <p14:tracePt t="167222" x="6959600" y="6007100"/>
          <p14:tracePt t="167230" x="6884988" y="6007100"/>
          <p14:tracePt t="167238" x="6846888" y="6007100"/>
          <p14:tracePt t="167246" x="6808788" y="6007100"/>
          <p14:tracePt t="167254" x="6797675" y="6007100"/>
          <p14:tracePt t="167262" x="6784975" y="6007100"/>
          <p14:tracePt t="167270" x="6772275" y="6007100"/>
          <p14:tracePt t="167278" x="6772275" y="6019800"/>
          <p14:tracePt t="167286" x="6759575" y="6019800"/>
          <p14:tracePt t="167303" x="6734175" y="6019800"/>
          <p14:tracePt t="167310" x="6721475" y="6032500"/>
          <p14:tracePt t="167318" x="6684963" y="6032500"/>
          <p14:tracePt t="167326" x="6672263" y="6032500"/>
          <p14:tracePt t="167334" x="6634163" y="6045200"/>
          <p14:tracePt t="167350" x="6608763" y="6045200"/>
          <p14:tracePt t="167414" x="6596063" y="6045200"/>
          <p14:tracePt t="167438" x="6584950" y="6045200"/>
          <p14:tracePt t="167446" x="6559550" y="6045200"/>
          <p14:tracePt t="167462" x="6546850" y="6045200"/>
          <p14:tracePt t="167470" x="6534150" y="6045200"/>
          <p14:tracePt t="167478" x="6521450" y="6045200"/>
          <p14:tracePt t="167510" x="6508750" y="6045200"/>
          <p14:tracePt t="167518" x="6496050" y="6056313"/>
          <p14:tracePt t="167526" x="6496050" y="6069013"/>
          <p14:tracePt t="167774" x="6534150" y="6069013"/>
          <p14:tracePt t="167782" x="6572250" y="6069013"/>
          <p14:tracePt t="167790" x="6584950" y="6069013"/>
          <p14:tracePt t="167798" x="6608763" y="6069013"/>
          <p14:tracePt t="167806" x="6634163" y="6069013"/>
          <p14:tracePt t="167814" x="6659563" y="6069013"/>
          <p14:tracePt t="167822" x="6672263" y="6069013"/>
          <p14:tracePt t="167830" x="6684963" y="6069013"/>
          <p14:tracePt t="167838" x="6696075" y="6069013"/>
          <p14:tracePt t="167855" x="6708775" y="6069013"/>
          <p14:tracePt t="168142" x="6734175" y="6069013"/>
          <p14:tracePt t="168150" x="6746875" y="6069013"/>
          <p14:tracePt t="168158" x="6772275" y="6069013"/>
          <p14:tracePt t="168166" x="6784975" y="6069013"/>
          <p14:tracePt t="168174" x="6821488" y="6069013"/>
          <p14:tracePt t="168182" x="6834188" y="6069013"/>
          <p14:tracePt t="168190" x="6859588" y="6069013"/>
          <p14:tracePt t="168198" x="6872288" y="6069013"/>
          <p14:tracePt t="168206" x="6897688" y="6056313"/>
          <p14:tracePt t="168214" x="6921500" y="6045200"/>
          <p14:tracePt t="168222" x="6934200" y="6032500"/>
          <p14:tracePt t="168230" x="6959600" y="6007100"/>
          <p14:tracePt t="168246" x="6972300" y="5994400"/>
          <p14:tracePt t="168270" x="6972300" y="5981700"/>
          <p14:tracePt t="168278" x="6972300" y="5969000"/>
          <p14:tracePt t="168286" x="6972300" y="5956300"/>
          <p14:tracePt t="168318" x="6972300" y="5945188"/>
          <p14:tracePt t="168702" x="7010400" y="5969000"/>
          <p14:tracePt t="168710" x="7021513" y="5981700"/>
          <p14:tracePt t="168718" x="7046913" y="6019800"/>
          <p14:tracePt t="168726" x="7072313" y="6032500"/>
          <p14:tracePt t="168742" x="7072313" y="6056313"/>
          <p14:tracePt t="168750" x="7097713" y="6081713"/>
          <p14:tracePt t="168806" x="7123113" y="6081713"/>
          <p14:tracePt t="169158" x="7134225" y="6081713"/>
          <p14:tracePt t="169174" x="7159625" y="6081713"/>
          <p14:tracePt t="169182" x="7197725" y="6069013"/>
          <p14:tracePt t="169190" x="7235825" y="6045200"/>
          <p14:tracePt t="169198" x="7259638" y="6019800"/>
          <p14:tracePt t="169206" x="7285038" y="5981700"/>
          <p14:tracePt t="169214" x="7323138" y="5956300"/>
          <p14:tracePt t="169222" x="7335838" y="5932488"/>
          <p14:tracePt t="169230" x="7335838" y="5894388"/>
          <p14:tracePt t="169238" x="7359650" y="5832475"/>
          <p14:tracePt t="169247" x="7359650" y="5807075"/>
          <p14:tracePt t="169254" x="7359650" y="5794375"/>
          <p14:tracePt t="169262" x="7359650" y="5756275"/>
          <p14:tracePt t="169270" x="7359650" y="5732463"/>
          <p14:tracePt t="169278" x="7359650" y="5707063"/>
          <p14:tracePt t="169430" x="7372350" y="5694363"/>
          <p14:tracePt t="169447" x="7385050" y="5707063"/>
          <p14:tracePt t="169454" x="7397750" y="5743575"/>
          <p14:tracePt t="169462" x="7410450" y="5781675"/>
          <p14:tracePt t="169470" x="7435850" y="5807075"/>
          <p14:tracePt t="169478" x="7435850" y="5843588"/>
          <p14:tracePt t="169486" x="7459663" y="5881688"/>
          <p14:tracePt t="169494" x="7459663" y="5907088"/>
          <p14:tracePt t="169502" x="7472363" y="5932488"/>
          <p14:tracePt t="169510" x="7472363" y="5945188"/>
          <p14:tracePt t="169518" x="7497763" y="5969000"/>
          <p14:tracePt t="169598" x="7497763" y="5981700"/>
          <p14:tracePt t="170094" x="7510463" y="5981700"/>
          <p14:tracePt t="170646" x="7523163" y="5981700"/>
          <p14:tracePt t="170750" x="7548563" y="5981700"/>
          <p14:tracePt t="170830" x="7523163" y="6019800"/>
          <p14:tracePt t="170838" x="7497763" y="6045200"/>
          <p14:tracePt t="170846" x="7423150" y="6081713"/>
          <p14:tracePt t="170854" x="7359650" y="6107113"/>
          <p14:tracePt t="170863" x="7246938" y="6157913"/>
          <p14:tracePt t="170870" x="7185025" y="6169025"/>
          <p14:tracePt t="170878" x="7110413" y="6181725"/>
          <p14:tracePt t="170886" x="7085013" y="6181725"/>
          <p14:tracePt t="170894" x="7059613" y="6181725"/>
          <p14:tracePt t="170918" x="7059613" y="6169025"/>
          <p14:tracePt t="170926" x="7059613" y="6132513"/>
          <p14:tracePt t="170935" x="7059613" y="6119813"/>
          <p14:tracePt t="170947" x="7059613" y="6081713"/>
          <p14:tracePt t="170950" x="7059613" y="6056313"/>
          <p14:tracePt t="170958" x="7059613" y="6032500"/>
          <p14:tracePt t="170966" x="7059613" y="6019800"/>
          <p14:tracePt t="170974" x="7072313" y="5994400"/>
          <p14:tracePt t="170982" x="7072313" y="5981700"/>
          <p14:tracePt t="170990" x="7085013" y="5956300"/>
          <p14:tracePt t="170998" x="7085013" y="5945188"/>
          <p14:tracePt t="171006" x="7085013" y="5919788"/>
          <p14:tracePt t="171014" x="7085013" y="5894388"/>
          <p14:tracePt t="171030" x="7097713" y="5868988"/>
          <p14:tracePt t="171054" x="7097713" y="5856288"/>
          <p14:tracePt t="171166" x="7085013" y="5856288"/>
          <p14:tracePt t="171174" x="7059613" y="5856288"/>
          <p14:tracePt t="171182" x="7034213" y="5856288"/>
          <p14:tracePt t="171190" x="7010400" y="5856288"/>
          <p14:tracePt t="171198" x="6997700" y="5856288"/>
          <p14:tracePt t="171206" x="6985000" y="5856288"/>
          <p14:tracePt t="171214" x="6946900" y="5868988"/>
          <p14:tracePt t="171231" x="6934200" y="5894388"/>
          <p14:tracePt t="171238" x="6921500" y="5919788"/>
          <p14:tracePt t="171246" x="6921500" y="5945188"/>
          <p14:tracePt t="171302" x="6921500" y="5956300"/>
          <p14:tracePt t="171318" x="6921500" y="5969000"/>
          <p14:tracePt t="171326" x="6934200" y="5969000"/>
          <p14:tracePt t="171334" x="6946900" y="5969000"/>
          <p14:tracePt t="171350" x="6972300" y="5956300"/>
          <p14:tracePt t="171358" x="6972300" y="5945188"/>
          <p14:tracePt t="171366" x="6972300" y="5932488"/>
          <p14:tracePt t="171374" x="6972300" y="5907088"/>
          <p14:tracePt t="171382" x="6959600" y="5881688"/>
          <p14:tracePt t="171390" x="6921500" y="5856288"/>
          <p14:tracePt t="171398" x="6897688" y="5843588"/>
          <p14:tracePt t="171415" x="6884988" y="5832475"/>
          <p14:tracePt t="171422" x="6872288" y="5832475"/>
          <p14:tracePt t="171470" x="6846888" y="5843588"/>
          <p14:tracePt t="171478" x="6846888" y="5868988"/>
          <p14:tracePt t="171486" x="6846888" y="5907088"/>
          <p14:tracePt t="171494" x="6846888" y="5932488"/>
          <p14:tracePt t="171503" x="6846888" y="5956300"/>
          <p14:tracePt t="171510" x="6846888" y="5981700"/>
          <p14:tracePt t="171526" x="6846888" y="5994400"/>
          <p14:tracePt t="171550" x="6859588" y="5994400"/>
          <p14:tracePt t="171558" x="6872288" y="5994400"/>
          <p14:tracePt t="171566" x="6884988" y="5994400"/>
          <p14:tracePt t="171574" x="6921500" y="5994400"/>
          <p14:tracePt t="171582" x="6934200" y="5969000"/>
          <p14:tracePt t="171590" x="6946900" y="5956300"/>
          <p14:tracePt t="171598" x="6946900" y="5932488"/>
          <p14:tracePt t="171606" x="6946900" y="5907088"/>
          <p14:tracePt t="171615" x="6946900" y="5881688"/>
          <p14:tracePt t="171622" x="6946900" y="5856288"/>
          <p14:tracePt t="171638" x="6946900" y="5832475"/>
          <p14:tracePt t="171646" x="6921500" y="5819775"/>
          <p14:tracePt t="171654" x="6910388" y="5819775"/>
          <p14:tracePt t="171662" x="6897688" y="5819775"/>
          <p14:tracePt t="171678" x="6872288" y="5819775"/>
          <p14:tracePt t="171687" x="6846888" y="5819775"/>
          <p14:tracePt t="171694" x="6821488" y="5819775"/>
          <p14:tracePt t="171702" x="6821488" y="5843588"/>
          <p14:tracePt t="171710" x="6821488" y="5856288"/>
          <p14:tracePt t="171718" x="6808788" y="5881688"/>
          <p14:tracePt t="171726" x="6808788" y="5894388"/>
          <p14:tracePt t="171742" x="6821488" y="5932488"/>
          <p14:tracePt t="171758" x="6872288" y="5932488"/>
          <p14:tracePt t="171766" x="6910388" y="5932488"/>
          <p14:tracePt t="171774" x="6946900" y="5932488"/>
          <p14:tracePt t="171783" x="6972300" y="5932488"/>
          <p14:tracePt t="171790" x="6985000" y="5932488"/>
          <p14:tracePt t="171799" x="7010400" y="5932488"/>
          <p14:tracePt t="171806" x="7046913" y="5907088"/>
          <p14:tracePt t="171814" x="7046913" y="5894388"/>
          <p14:tracePt t="171822" x="7046913" y="5868988"/>
          <p14:tracePt t="171830" x="7046913" y="5843588"/>
          <p14:tracePt t="171838" x="7046913" y="5819775"/>
          <p14:tracePt t="171846" x="7021513" y="5794375"/>
          <p14:tracePt t="171854" x="6972300" y="5768975"/>
          <p14:tracePt t="171862" x="6946900" y="5756275"/>
          <p14:tracePt t="171871" x="6897688" y="5743575"/>
          <p14:tracePt t="171878" x="6884988" y="5732463"/>
          <p14:tracePt t="171887" x="6846888" y="5732463"/>
          <p14:tracePt t="171894" x="6808788" y="5732463"/>
          <p14:tracePt t="171902" x="6784975" y="5732463"/>
          <p14:tracePt t="171910" x="6746875" y="5732463"/>
          <p14:tracePt t="171918" x="6696075" y="5732463"/>
          <p14:tracePt t="171926" x="6659563" y="5768975"/>
          <p14:tracePt t="171934" x="6596063" y="5807075"/>
          <p14:tracePt t="171950" x="6508750" y="5894388"/>
          <p14:tracePt t="171958" x="6434138" y="5945188"/>
          <p14:tracePt t="171966" x="6296025" y="5969000"/>
          <p14:tracePt t="171974" x="6157913" y="5994400"/>
          <p14:tracePt t="171983" x="6034088" y="5994400"/>
          <p14:tracePt t="171990" x="5883275" y="5994400"/>
          <p14:tracePt t="171998" x="5732463" y="5994400"/>
          <p14:tracePt t="172006" x="5557838" y="5981700"/>
          <p14:tracePt t="172014" x="5370513" y="5919788"/>
          <p14:tracePt t="172022" x="5081588" y="5807075"/>
          <p14:tracePt t="172030" x="4906963" y="5743575"/>
          <p14:tracePt t="172038" x="4719638" y="5668963"/>
          <p14:tracePt t="172046" x="4606925" y="5581650"/>
          <p14:tracePt t="172055" x="4506913" y="5530850"/>
          <p14:tracePt t="172062" x="4430713" y="5494338"/>
          <p14:tracePt t="172071" x="4381500" y="5468938"/>
          <p14:tracePt t="172078" x="4305300" y="5430838"/>
          <p14:tracePt t="172086" x="4268788" y="5407025"/>
          <p14:tracePt t="172094" x="4230688" y="5381625"/>
          <p14:tracePt t="172102" x="4205288" y="5368925"/>
          <p14:tracePt t="172110" x="4168775" y="5356225"/>
          <p14:tracePt t="172118" x="4130675" y="5343525"/>
          <p14:tracePt t="172126" x="4092575" y="5330825"/>
          <p14:tracePt t="172134" x="4068763" y="5330825"/>
          <p14:tracePt t="172142" x="4017963" y="5330825"/>
          <p14:tracePt t="172150" x="3930650" y="5330825"/>
          <p14:tracePt t="172158" x="3867150" y="5330825"/>
          <p14:tracePt t="172166" x="3817938" y="5330825"/>
          <p14:tracePt t="172174" x="3743325" y="5330825"/>
          <p14:tracePt t="172182" x="3705225" y="5330825"/>
          <p14:tracePt t="172190" x="3667125" y="5330825"/>
          <p14:tracePt t="172198" x="3643313" y="5330825"/>
          <p14:tracePt t="172206" x="3605213" y="5318125"/>
          <p14:tracePt t="172214" x="3579813" y="5318125"/>
          <p14:tracePt t="172222" x="3554413" y="5305425"/>
          <p14:tracePt t="172230" x="3517900" y="5305425"/>
          <p14:tracePt t="172238" x="3479800" y="5294313"/>
          <p14:tracePt t="172246" x="3454400" y="5294313"/>
          <p14:tracePt t="172255" x="3405188" y="5294313"/>
          <p14:tracePt t="172262" x="3367088" y="5268913"/>
          <p14:tracePt t="172270" x="3328988" y="5268913"/>
          <p14:tracePt t="172278" x="3292475" y="5256213"/>
          <p14:tracePt t="172286" x="3228975" y="5218113"/>
          <p14:tracePt t="172294" x="3205163" y="5218113"/>
          <p14:tracePt t="172302" x="3167063" y="5218113"/>
          <p14:tracePt t="172310" x="3141663" y="5218113"/>
          <p14:tracePt t="172318" x="3116263" y="5218113"/>
          <p14:tracePt t="172326" x="3079750" y="5218113"/>
          <p14:tracePt t="172334" x="3041650" y="5205413"/>
          <p14:tracePt t="172342" x="3028950" y="5205413"/>
          <p14:tracePt t="172351" x="3003550" y="5205413"/>
          <p14:tracePt t="172358" x="2992438" y="5205413"/>
          <p14:tracePt t="172367" x="2979738" y="5194300"/>
          <p14:tracePt t="172382" x="2967038" y="5194300"/>
          <p14:tracePt t="172406" x="2954338" y="5194300"/>
          <p14:tracePt t="172414" x="2941638" y="5194300"/>
          <p14:tracePt t="172422" x="2916238" y="5181600"/>
          <p14:tracePt t="172430" x="2903538" y="5181600"/>
          <p14:tracePt t="172439" x="2890838" y="5181600"/>
          <p14:tracePt t="172446" x="2879725" y="5181600"/>
          <p14:tracePt t="172462" x="2867025" y="5181600"/>
          <p14:tracePt t="172678" x="2854325" y="5181600"/>
          <p14:tracePt t="172702" x="2867025" y="5194300"/>
          <p14:tracePt t="172710" x="2879725" y="5205413"/>
          <p14:tracePt t="172750" x="2890838" y="5218113"/>
          <p14:tracePt t="172758" x="2903538" y="5218113"/>
          <p14:tracePt t="172782" x="2916238" y="5218113"/>
          <p14:tracePt t="172830" x="2928938" y="5218113"/>
          <p14:tracePt t="172862" x="2941638" y="5218113"/>
          <p14:tracePt t="172870" x="2954338" y="5218113"/>
          <p14:tracePt t="172886" x="2979738" y="5218113"/>
          <p14:tracePt t="172902" x="2992438" y="5205413"/>
          <p14:tracePt t="172918" x="3016250" y="5194300"/>
          <p14:tracePt t="172942" x="3028950" y="5194300"/>
          <p14:tracePt t="172950" x="3041650" y="5194300"/>
          <p14:tracePt t="172958" x="3054350" y="5194300"/>
          <p14:tracePt t="172974" x="3067050" y="5194300"/>
          <p14:tracePt t="172998" x="3092450" y="5181600"/>
          <p14:tracePt t="173007" x="3103563" y="5181600"/>
          <p14:tracePt t="173070" x="3128963" y="5181600"/>
          <p14:tracePt t="173102" x="3141663" y="5181600"/>
          <p14:tracePt t="173134" x="3154363" y="5181600"/>
          <p14:tracePt t="173150" x="3167063" y="5181600"/>
          <p14:tracePt t="173166" x="3179763" y="5181600"/>
          <p14:tracePt t="173174" x="3192463" y="5181600"/>
          <p14:tracePt t="173191" x="3205163" y="5181600"/>
          <p14:tracePt t="173206" x="3216275" y="5181600"/>
          <p14:tracePt t="173398" x="3228975" y="5181600"/>
          <p14:tracePt t="173406" x="3254375" y="5181600"/>
          <p14:tracePt t="173414" x="3292475" y="5194300"/>
          <p14:tracePt t="173422" x="3317875" y="5205413"/>
          <p14:tracePt t="173430" x="3328988" y="5205413"/>
          <p14:tracePt t="173438" x="3354388" y="5205413"/>
          <p14:tracePt t="173446" x="3379788" y="5205413"/>
          <p14:tracePt t="173462" x="3405188" y="5205413"/>
          <p14:tracePt t="173478" x="3417888" y="5205413"/>
          <p14:tracePt t="173510" x="3429000" y="5205413"/>
          <p14:tracePt t="173542" x="3441700" y="5205413"/>
          <p14:tracePt t="173550" x="3454400" y="5205413"/>
          <p14:tracePt t="173694" x="3467100" y="5205413"/>
          <p14:tracePt t="173734" x="3479800" y="5205413"/>
          <p14:tracePt t="173774" x="3492500" y="5205413"/>
          <p14:tracePt t="174478" x="3579813" y="5205413"/>
          <p14:tracePt t="174486" x="3879850" y="5256213"/>
          <p14:tracePt t="174495" x="4518025" y="5456238"/>
          <p14:tracePt t="174502" x="5194300" y="5630863"/>
          <p14:tracePt t="174510" x="5808663" y="5819775"/>
          <p14:tracePt t="174518" x="6508750" y="5945188"/>
          <p14:tracePt t="174526" x="7072313" y="6069013"/>
          <p14:tracePt t="174534" x="7523163" y="6107113"/>
          <p14:tracePt t="174542" x="7861300" y="6169025"/>
          <p14:tracePt t="174550" x="8010525" y="6181725"/>
          <p14:tracePt t="174558" x="8135938" y="6194425"/>
          <p14:tracePt t="174566" x="8199438" y="6207125"/>
          <p14:tracePt t="174574" x="8223250" y="6207125"/>
          <p14:tracePt t="174598" x="8235950" y="6207125"/>
          <p14:tracePt t="174607" x="8248650" y="6207125"/>
          <p14:tracePt t="174614" x="8286750" y="6219825"/>
          <p14:tracePt t="174622" x="8348663" y="6232525"/>
          <p14:tracePt t="174630" x="8448675" y="6245225"/>
          <p14:tracePt t="174638" x="8548688" y="6257925"/>
          <p14:tracePt t="174646" x="8624888" y="6281738"/>
          <p14:tracePt t="174654" x="8650288" y="6294438"/>
          <p14:tracePt t="174662" x="8674100" y="6307138"/>
          <p14:tracePt t="174734" x="8712200" y="6307138"/>
          <p14:tracePt t="174742" x="8737600" y="6307138"/>
          <p14:tracePt t="174750" x="8786813" y="6307138"/>
          <p14:tracePt t="174758" x="8874125" y="6307138"/>
          <p14:tracePt t="174766" x="8937625" y="6307138"/>
          <p14:tracePt t="174774" x="9012238" y="6307138"/>
          <p14:tracePt t="174782" x="9050338" y="6307138"/>
          <p14:tracePt t="174791" x="9088438" y="6307138"/>
          <p14:tracePt t="174798" x="9112250" y="6294438"/>
          <p14:tracePt t="174806" x="9112250" y="6281738"/>
          <p14:tracePt t="174814" x="9124950" y="6245225"/>
          <p14:tracePt t="174822" x="9124950" y="6207125"/>
          <p14:tracePt t="174830" x="9124950" y="6169025"/>
          <p14:tracePt t="174838" x="9124950" y="6145213"/>
          <p14:tracePt t="174846" x="9124950" y="6107113"/>
          <p14:tracePt t="174854" x="9112250" y="6081713"/>
          <p14:tracePt t="174862" x="9088438" y="6069013"/>
          <p14:tracePt t="174870" x="9075738" y="6045200"/>
          <p14:tracePt t="174879" x="9050338" y="6032500"/>
          <p14:tracePt t="174886" x="8999538" y="6007100"/>
          <p14:tracePt t="174894" x="8963025" y="5981700"/>
          <p14:tracePt t="174902" x="8937625" y="5981700"/>
          <p14:tracePt t="174910" x="8899525" y="5956300"/>
          <p14:tracePt t="174918" x="8863013" y="5945188"/>
          <p14:tracePt t="174926" x="8799513" y="5919788"/>
          <p14:tracePt t="174934" x="8737600" y="5894388"/>
          <p14:tracePt t="174942" x="8712200" y="5881688"/>
          <p14:tracePt t="174959" x="8650288" y="5856288"/>
          <p14:tracePt t="174966" x="8599488" y="5856288"/>
          <p14:tracePt t="174975" x="8537575" y="5832475"/>
          <p14:tracePt t="174982" x="8435975" y="5807075"/>
          <p14:tracePt t="174991" x="8361363" y="5794375"/>
          <p14:tracePt t="174998" x="8312150" y="5781675"/>
          <p14:tracePt t="175006" x="8274050" y="5781675"/>
          <p14:tracePt t="175014" x="8248650" y="5781675"/>
          <p14:tracePt t="175022" x="8223250" y="5768975"/>
          <p14:tracePt t="175030" x="8199438" y="5768975"/>
          <p14:tracePt t="175038" x="8174038" y="5768975"/>
          <p14:tracePt t="175046" x="8161338" y="5768975"/>
          <p14:tracePt t="175054" x="8148638" y="5768975"/>
          <p14:tracePt t="175063" x="8123238" y="5768975"/>
          <p14:tracePt t="175070" x="8099425" y="5768975"/>
          <p14:tracePt t="175086" x="8074025" y="5768975"/>
          <p14:tracePt t="175094" x="8048625" y="5768975"/>
          <p14:tracePt t="175102" x="8010525" y="5768975"/>
          <p14:tracePt t="175110" x="7974013" y="5768975"/>
          <p14:tracePt t="175118" x="7923213" y="5768975"/>
          <p14:tracePt t="175126" x="7886700" y="5768975"/>
          <p14:tracePt t="175134" x="7835900" y="5768975"/>
          <p14:tracePt t="175142" x="7797800" y="5768975"/>
          <p14:tracePt t="175150" x="7761288" y="5807075"/>
          <p14:tracePt t="175158" x="7710488" y="5807075"/>
          <p14:tracePt t="175166" x="7673975" y="5832475"/>
          <p14:tracePt t="175175" x="7661275" y="5843588"/>
          <p14:tracePt t="175182" x="7648575" y="5843588"/>
          <p14:tracePt t="175190" x="7610475" y="5856288"/>
          <p14:tracePt t="175206" x="7610475" y="5868988"/>
          <p14:tracePt t="175214" x="7597775" y="5881688"/>
          <p14:tracePt t="175222" x="7597775" y="5894388"/>
          <p14:tracePt t="175230" x="7597775" y="5919788"/>
          <p14:tracePt t="175238" x="7597775" y="5932488"/>
          <p14:tracePt t="175254" x="7597775" y="5956300"/>
          <p14:tracePt t="175263" x="7597775" y="5981700"/>
          <p14:tracePt t="175270" x="7597775" y="6007100"/>
          <p14:tracePt t="175278" x="7610475" y="6019800"/>
          <p14:tracePt t="175286" x="7623175" y="6032500"/>
          <p14:tracePt t="175294" x="7648575" y="6045200"/>
          <p14:tracePt t="175302" x="7673975" y="6069013"/>
          <p14:tracePt t="175310" x="7685088" y="6069013"/>
          <p14:tracePt t="175318" x="7723188" y="6094413"/>
          <p14:tracePt t="175326" x="7735888" y="6094413"/>
          <p14:tracePt t="175334" x="7748588" y="6107113"/>
          <p14:tracePt t="175342" x="7785100" y="6119813"/>
          <p14:tracePt t="175359" x="7810500" y="6119813"/>
          <p14:tracePt t="175366" x="7823200" y="6132513"/>
          <p14:tracePt t="175374" x="7835900" y="6132513"/>
          <p14:tracePt t="175382" x="7848600" y="6132513"/>
          <p14:tracePt t="175390" x="7861300" y="6132513"/>
          <p14:tracePt t="175398" x="7874000" y="6145213"/>
          <p14:tracePt t="175406" x="7897813" y="6157913"/>
          <p14:tracePt t="175414" x="7910513" y="6157913"/>
          <p14:tracePt t="175431" x="7935913" y="6157913"/>
          <p14:tracePt t="175438" x="7948613" y="6157913"/>
          <p14:tracePt t="175447" x="7974013" y="6157913"/>
          <p14:tracePt t="175454" x="7999413" y="6181725"/>
          <p14:tracePt t="175462" x="8023225" y="6181725"/>
          <p14:tracePt t="175470" x="8035925" y="6181725"/>
          <p14:tracePt t="175478" x="8074025" y="6181725"/>
          <p14:tracePt t="175486" x="8110538" y="6181725"/>
          <p14:tracePt t="175494" x="8123238" y="6181725"/>
          <p14:tracePt t="175502" x="8161338" y="6181725"/>
          <p14:tracePt t="175510" x="8199438" y="6157913"/>
          <p14:tracePt t="175518" x="8223250" y="6132513"/>
          <p14:tracePt t="175526" x="8274050" y="6094413"/>
          <p14:tracePt t="175534" x="8286750" y="6069013"/>
          <p14:tracePt t="175543" x="8312150" y="6032500"/>
          <p14:tracePt t="175550" x="8324850" y="6007100"/>
          <p14:tracePt t="175558" x="8324850" y="5981700"/>
          <p14:tracePt t="175574" x="8324850" y="5945188"/>
          <p14:tracePt t="175582" x="8324850" y="5932488"/>
          <p14:tracePt t="175590" x="8324850" y="5919788"/>
          <p14:tracePt t="175606" x="8324850" y="5907088"/>
          <p14:tracePt t="175622" x="8324850" y="5881688"/>
          <p14:tracePt t="175638" x="8324850" y="5868988"/>
          <p14:tracePt t="175654" x="8324850" y="5856288"/>
          <p14:tracePt t="175662" x="8312150" y="5856288"/>
          <p14:tracePt t="175670" x="8299450" y="5856288"/>
          <p14:tracePt t="175686" x="8286750" y="5856288"/>
          <p14:tracePt t="175694" x="8274050" y="5856288"/>
          <p14:tracePt t="175710" x="8261350" y="5856288"/>
          <p14:tracePt t="175718" x="8248650" y="5856288"/>
          <p14:tracePt t="175734" x="8223250" y="5856288"/>
          <p14:tracePt t="175743" x="8199438" y="5856288"/>
          <p14:tracePt t="175750" x="8161338" y="5868988"/>
          <p14:tracePt t="175758" x="8148638" y="5881688"/>
          <p14:tracePt t="175766" x="8123238" y="5894388"/>
          <p14:tracePt t="175774" x="8110538" y="5919788"/>
          <p14:tracePt t="175782" x="8099425" y="5932488"/>
          <p14:tracePt t="175790" x="8099425" y="5956300"/>
          <p14:tracePt t="175799" x="8099425" y="5981700"/>
          <p14:tracePt t="175806" x="8099425" y="6019800"/>
          <p14:tracePt t="175815" x="8099425" y="6045200"/>
          <p14:tracePt t="175822" x="8099425" y="6056313"/>
          <p14:tracePt t="175830" x="8099425" y="6081713"/>
          <p14:tracePt t="175838" x="8099425" y="6094413"/>
          <p14:tracePt t="175846" x="8099425" y="6107113"/>
          <p14:tracePt t="175870" x="8110538" y="6119813"/>
          <p14:tracePt t="175878" x="8123238" y="6132513"/>
          <p14:tracePt t="175894" x="8135938" y="6132513"/>
          <p14:tracePt t="175910" x="8161338" y="6132513"/>
          <p14:tracePt t="175918" x="8174038" y="6132513"/>
          <p14:tracePt t="175944" x="8223250" y="6132513"/>
          <p14:tracePt t="175950" x="8235950" y="6132513"/>
          <p14:tracePt t="175958" x="8274050" y="6132513"/>
          <p14:tracePt t="175966" x="8299450" y="6132513"/>
          <p14:tracePt t="175974" x="8324850" y="6107113"/>
          <p14:tracePt t="175982" x="8335963" y="6094413"/>
          <p14:tracePt t="175990" x="8361363" y="6056313"/>
          <p14:tracePt t="175999" x="8361363" y="6032500"/>
          <p14:tracePt t="176006" x="8374063" y="5981700"/>
          <p14:tracePt t="176014" x="8374063" y="5945188"/>
          <p14:tracePt t="176022" x="8374063" y="5932488"/>
          <p14:tracePt t="176030" x="8374063" y="5894388"/>
          <p14:tracePt t="176038" x="8374063" y="5868988"/>
          <p14:tracePt t="176046" x="8374063" y="5856288"/>
          <p14:tracePt t="176054" x="8374063" y="5843588"/>
          <p14:tracePt t="176062" x="8361363" y="5832475"/>
          <p14:tracePt t="176070" x="8361363" y="5819775"/>
          <p14:tracePt t="176078" x="8348663" y="5819775"/>
          <p14:tracePt t="176086" x="8335963" y="5807075"/>
          <p14:tracePt t="176094" x="8324850" y="5807075"/>
          <p14:tracePt t="176102" x="8286750" y="5807075"/>
          <p14:tracePt t="176111" x="8274050" y="5807075"/>
          <p14:tracePt t="176118" x="8235950" y="5807075"/>
          <p14:tracePt t="176126" x="8212138" y="5807075"/>
          <p14:tracePt t="176134" x="8186738" y="5807075"/>
          <p14:tracePt t="176142" x="8148638" y="5807075"/>
          <p14:tracePt t="176150" x="8099425" y="5819775"/>
          <p14:tracePt t="176158" x="8074025" y="5832475"/>
          <p14:tracePt t="176166" x="8061325" y="5856288"/>
          <p14:tracePt t="176174" x="8048625" y="5894388"/>
          <p14:tracePt t="176183" x="8048625" y="5919788"/>
          <p14:tracePt t="176190" x="8048625" y="5956300"/>
          <p14:tracePt t="176199" x="8048625" y="5969000"/>
          <p14:tracePt t="176206" x="8048625" y="5994400"/>
          <p14:tracePt t="176214" x="8048625" y="6007100"/>
          <p14:tracePt t="176222" x="8061325" y="6019800"/>
          <p14:tracePt t="176230" x="8099425" y="6045200"/>
          <p14:tracePt t="176238" x="8110538" y="6056313"/>
          <p14:tracePt t="176246" x="8135938" y="6056313"/>
          <p14:tracePt t="176254" x="8135938" y="6069013"/>
          <p14:tracePt t="176262" x="8148638" y="6069013"/>
          <p14:tracePt t="176270" x="8161338" y="6069013"/>
          <p14:tracePt t="176278" x="8174038" y="6069013"/>
          <p14:tracePt t="176295" x="8199438" y="6069013"/>
          <p14:tracePt t="176302" x="8212138" y="6069013"/>
          <p14:tracePt t="176310" x="8223250" y="6069013"/>
          <p14:tracePt t="176318" x="8248650" y="6069013"/>
          <p14:tracePt t="176326" x="8261350" y="6069013"/>
          <p14:tracePt t="176334" x="8274050" y="6032500"/>
          <p14:tracePt t="176342" x="8274050" y="5994400"/>
          <p14:tracePt t="176350" x="8274050" y="5945188"/>
          <p14:tracePt t="176358" x="8274050" y="5919788"/>
          <p14:tracePt t="176367" x="8274050" y="5894388"/>
          <p14:tracePt t="176374" x="8274050" y="5856288"/>
          <p14:tracePt t="176382" x="8274050" y="5843588"/>
          <p14:tracePt t="176390" x="8248650" y="5832475"/>
          <p14:tracePt t="176398" x="8235950" y="5819775"/>
          <p14:tracePt t="176406" x="8223250" y="5819775"/>
          <p14:tracePt t="176414" x="8212138" y="5819775"/>
          <p14:tracePt t="176430" x="8186738" y="5819775"/>
          <p14:tracePt t="176438" x="8174038" y="5819775"/>
          <p14:tracePt t="176446" x="8135938" y="5819775"/>
          <p14:tracePt t="176454" x="8086725" y="5832475"/>
          <p14:tracePt t="176462" x="8061325" y="5856288"/>
          <p14:tracePt t="176470" x="8061325" y="5919788"/>
          <p14:tracePt t="176479" x="8035925" y="5981700"/>
          <p14:tracePt t="176486" x="8035925" y="6019800"/>
          <p14:tracePt t="176494" x="8035925" y="6032500"/>
          <p14:tracePt t="176502" x="8035925" y="6069013"/>
          <p14:tracePt t="176510" x="8048625" y="6081713"/>
          <p14:tracePt t="176518" x="8074025" y="6081713"/>
          <p14:tracePt t="176526" x="8099425" y="6081713"/>
          <p14:tracePt t="176534" x="8110538" y="6081713"/>
          <p14:tracePt t="176551" x="8123238" y="6081713"/>
          <p14:tracePt t="176567" x="8135938" y="6081713"/>
          <p14:tracePt t="176574" x="8148638" y="6081713"/>
          <p14:tracePt t="176582" x="8174038" y="6081713"/>
          <p14:tracePt t="176590" x="8199438" y="6081713"/>
          <p14:tracePt t="176598" x="8223250" y="6081713"/>
          <p14:tracePt t="176606" x="8235950" y="6069013"/>
          <p14:tracePt t="176614" x="8248650" y="6032500"/>
          <p14:tracePt t="176622" x="8248650" y="6007100"/>
          <p14:tracePt t="176630" x="8248650" y="5981700"/>
          <p14:tracePt t="176638" x="8248650" y="5945188"/>
          <p14:tracePt t="176646" x="8248650" y="5919788"/>
          <p14:tracePt t="176654" x="8235950" y="5894388"/>
          <p14:tracePt t="176678" x="8223250" y="5881688"/>
          <p14:tracePt t="176702" x="8212138" y="5881688"/>
          <p14:tracePt t="176742" x="8199438" y="5881688"/>
          <p14:tracePt t="176751" x="8174038" y="5881688"/>
          <p14:tracePt t="176766" x="8174038" y="5894388"/>
          <p14:tracePt t="176774" x="8161338" y="5932488"/>
          <p14:tracePt t="176790" x="8161338" y="5945188"/>
          <p14:tracePt t="176798" x="8161338" y="5956300"/>
          <p14:tracePt t="176830" x="8161338" y="5969000"/>
          <p14:tracePt t="176878" x="8174038" y="5969000"/>
          <p14:tracePt t="176894" x="8186738" y="5969000"/>
          <p14:tracePt t="177174" x="8199438" y="5969000"/>
          <p14:tracePt t="177246" x="8212138" y="5969000"/>
          <p14:tracePt t="177294" x="8223250" y="5969000"/>
          <p14:tracePt t="177319" x="8235950" y="5969000"/>
          <p14:tracePt t="177334" x="8248650" y="5969000"/>
          <p14:tracePt t="177350" x="8248650" y="5956300"/>
          <p14:tracePt t="177358" x="8248650" y="5932488"/>
          <p14:tracePt t="177366" x="8248650" y="5907088"/>
          <p14:tracePt t="177374" x="8248650" y="5881688"/>
          <p14:tracePt t="177382" x="8248650" y="5868988"/>
          <p14:tracePt t="177390" x="8248650" y="5843588"/>
          <p14:tracePt t="177398" x="8248650" y="5819775"/>
          <p14:tracePt t="177406" x="8248650" y="5794375"/>
          <p14:tracePt t="177415" x="8223250" y="5781675"/>
          <p14:tracePt t="177422" x="8223250" y="5768975"/>
          <p14:tracePt t="177430" x="8212138" y="5756275"/>
          <p14:tracePt t="177446" x="8199438" y="5756275"/>
          <p14:tracePt t="177454" x="8186738" y="5756275"/>
          <p14:tracePt t="177470" x="8148638" y="5756275"/>
          <p14:tracePt t="177478" x="8110538" y="5756275"/>
          <p14:tracePt t="177486" x="8086725" y="5768975"/>
          <p14:tracePt t="177494" x="8035925" y="5807075"/>
          <p14:tracePt t="177503" x="7999413" y="5843588"/>
          <p14:tracePt t="177510" x="7974013" y="5868988"/>
          <p14:tracePt t="177518" x="7974013" y="5907088"/>
          <p14:tracePt t="177526" x="7974013" y="5932488"/>
          <p14:tracePt t="177534" x="7974013" y="5945188"/>
          <p14:tracePt t="177550" x="7974013" y="5969000"/>
          <p14:tracePt t="177558" x="7974013" y="5981700"/>
          <p14:tracePt t="177566" x="7986713" y="5981700"/>
          <p14:tracePt t="177574" x="8010525" y="5981700"/>
          <p14:tracePt t="177582" x="8023225" y="5981700"/>
          <p14:tracePt t="177599" x="8048625" y="5994400"/>
          <p14:tracePt t="177606" x="8061325" y="5994400"/>
          <p14:tracePt t="177615" x="8074025" y="5994400"/>
          <p14:tracePt t="177622" x="8086725" y="5994400"/>
          <p14:tracePt t="177630" x="8110538" y="5994400"/>
          <p14:tracePt t="177646" x="8135938" y="5994400"/>
          <p14:tracePt t="177662" x="8161338" y="5994400"/>
          <p14:tracePt t="177678" x="8161338" y="5981700"/>
          <p14:tracePt t="177687" x="8161338" y="5969000"/>
          <p14:tracePt t="177694" x="8148638" y="5956300"/>
          <p14:tracePt t="177702" x="8148638" y="5945188"/>
          <p14:tracePt t="177710" x="8123238" y="5932488"/>
          <p14:tracePt t="177718" x="8110538" y="5919788"/>
          <p14:tracePt t="177750" x="8099425" y="5919788"/>
          <p14:tracePt t="177758" x="8086725" y="5919788"/>
          <p14:tracePt t="177774" x="8074025" y="5919788"/>
          <p14:tracePt t="177782" x="8061325" y="5932488"/>
          <p14:tracePt t="177790" x="8035925" y="5945188"/>
          <p14:tracePt t="177799" x="8035925" y="5981700"/>
          <p14:tracePt t="177806" x="8035925" y="5994400"/>
          <p14:tracePt t="177814" x="8035925" y="6032500"/>
          <p14:tracePt t="177830" x="8035925" y="6045200"/>
          <p14:tracePt t="177838" x="8048625" y="6056313"/>
          <p14:tracePt t="177846" x="8061325" y="6069013"/>
          <p14:tracePt t="177870" x="8074025" y="6069013"/>
          <p14:tracePt t="177886" x="8099425" y="6069013"/>
          <p14:tracePt t="177894" x="8123238" y="6069013"/>
          <p14:tracePt t="177902" x="8135938" y="6056313"/>
          <p14:tracePt t="177910" x="8161338" y="6045200"/>
          <p14:tracePt t="177918" x="8161338" y="6032500"/>
          <p14:tracePt t="177926" x="8161338" y="5994400"/>
          <p14:tracePt t="177934" x="8161338" y="5981700"/>
          <p14:tracePt t="177950" x="8161338" y="5956300"/>
          <p14:tracePt t="178142" x="8135938" y="5981700"/>
          <p14:tracePt t="178150" x="8110538" y="5994400"/>
          <p14:tracePt t="178158" x="8048625" y="6007100"/>
          <p14:tracePt t="178166" x="7961313" y="6007100"/>
          <p14:tracePt t="178174" x="7810500" y="6007100"/>
          <p14:tracePt t="178182" x="7610475" y="6007100"/>
          <p14:tracePt t="178190" x="7272338" y="6007100"/>
          <p14:tracePt t="178198" x="6646863" y="5919788"/>
          <p14:tracePt t="178206" x="5895975" y="5694363"/>
          <p14:tracePt t="178214" x="5257800" y="5518150"/>
          <p14:tracePt t="178222" x="4643438" y="5318125"/>
          <p14:tracePt t="178230" x="4168775" y="5156200"/>
          <p14:tracePt t="178239" x="3743325" y="4981575"/>
          <p14:tracePt t="178246" x="3417888" y="4843463"/>
          <p14:tracePt t="178254" x="3241675" y="4768850"/>
          <p14:tracePt t="178262" x="3092450" y="4692650"/>
          <p14:tracePt t="178270" x="3041650" y="4667250"/>
          <p14:tracePt t="178278" x="3003550" y="4656138"/>
          <p14:tracePt t="178286" x="2979738" y="4656138"/>
          <p14:tracePt t="178302" x="2967038" y="4656138"/>
          <p14:tracePt t="178310" x="2928938" y="4656138"/>
          <p14:tracePt t="178318" x="2903538" y="4656138"/>
          <p14:tracePt t="178326" x="2867025" y="4656138"/>
          <p14:tracePt t="178334" x="2816225" y="4656138"/>
          <p14:tracePt t="178342" x="2767013" y="4656138"/>
          <p14:tracePt t="178350" x="2741613" y="4656138"/>
          <p14:tracePt t="178358" x="2690813" y="4656138"/>
          <p14:tracePt t="178367" x="2667000" y="4656138"/>
          <p14:tracePt t="178374" x="2628900" y="4643438"/>
          <p14:tracePt t="178382" x="2603500" y="4643438"/>
          <p14:tracePt t="178390" x="2565400" y="4630738"/>
          <p14:tracePt t="178398" x="2541588" y="4630738"/>
          <p14:tracePt t="178406" x="2516188" y="4630738"/>
          <p14:tracePt t="178414" x="2490788" y="4618038"/>
          <p14:tracePt t="178422" x="2478088" y="4618038"/>
          <p14:tracePt t="178430" x="2452688" y="4618038"/>
          <p14:tracePt t="178439" x="2428875" y="4618038"/>
          <p14:tracePt t="178454" x="2428875" y="4605338"/>
          <p14:tracePt t="178494" x="2416175" y="4605338"/>
          <p14:tracePt t="178502" x="2390775" y="4605338"/>
          <p14:tracePt t="178518" x="2365375" y="4605338"/>
          <p14:tracePt t="178526" x="2339975" y="4618038"/>
          <p14:tracePt t="178534" x="2328863" y="4618038"/>
          <p14:tracePt t="178542" x="2316163" y="4618038"/>
          <p14:tracePt t="178551" x="2303463" y="4618038"/>
          <p14:tracePt t="178558" x="2290763" y="4630738"/>
          <p14:tracePt t="178574" x="2278063" y="4630738"/>
          <p14:tracePt t="178590" x="2265363" y="4643438"/>
          <p14:tracePt t="178598" x="2252663" y="4643438"/>
          <p14:tracePt t="178606" x="2239963" y="4643438"/>
          <p14:tracePt t="178614" x="2216150" y="4643438"/>
          <p14:tracePt t="178623" x="2203450" y="4643438"/>
          <p14:tracePt t="178630" x="2190750" y="4643438"/>
          <p14:tracePt t="178646" x="2165350" y="4643438"/>
          <p14:tracePt t="178654" x="2152650" y="4643438"/>
          <p14:tracePt t="178670" x="2127250" y="4643438"/>
          <p14:tracePt t="178678" x="2116138" y="4643438"/>
          <p14:tracePt t="178686" x="2090738" y="4643438"/>
          <p14:tracePt t="178694" x="2078038" y="4643438"/>
          <p14:tracePt t="178806" x="2052638" y="4643438"/>
          <p14:tracePt t="178830" x="2039938" y="4643438"/>
          <p14:tracePt t="178846" x="2027238" y="4643438"/>
          <p14:tracePt t="178854" x="2014538" y="4656138"/>
          <p14:tracePt t="179038" x="2027238" y="4656138"/>
          <p14:tracePt t="179054" x="2039938" y="4656138"/>
          <p14:tracePt t="179070" x="2065338" y="4656138"/>
          <p14:tracePt t="179078" x="2090738" y="4656138"/>
          <p14:tracePt t="179086" x="2139950" y="4656138"/>
          <p14:tracePt t="179094" x="2190750" y="4656138"/>
          <p14:tracePt t="179103" x="2278063" y="4656138"/>
          <p14:tracePt t="179110" x="2352675" y="4656138"/>
          <p14:tracePt t="179118" x="2403475" y="4656138"/>
          <p14:tracePt t="179126" x="2441575" y="4656138"/>
          <p14:tracePt t="179134" x="2465388" y="4656138"/>
          <p14:tracePt t="179142" x="2490788" y="4656138"/>
          <p14:tracePt t="179158" x="2503488" y="4656138"/>
          <p14:tracePt t="179206" x="2516188" y="4656138"/>
          <p14:tracePt t="179222" x="2528888" y="4656138"/>
          <p14:tracePt t="179230" x="2541588" y="4656138"/>
          <p14:tracePt t="179238" x="2578100" y="4656138"/>
          <p14:tracePt t="179246" x="2616200" y="4656138"/>
          <p14:tracePt t="179254" x="2628900" y="4656138"/>
          <p14:tracePt t="179262" x="2667000" y="4656138"/>
          <p14:tracePt t="179278" x="2678113" y="4656138"/>
          <p14:tracePt t="179286" x="2690813" y="4643438"/>
          <p14:tracePt t="179310" x="2703513" y="4643438"/>
          <p14:tracePt t="179318" x="2716213" y="4643438"/>
          <p14:tracePt t="179326" x="2728913" y="4643438"/>
          <p14:tracePt t="179350" x="2754313" y="4630738"/>
          <p14:tracePt t="179382" x="2767013" y="4630738"/>
          <p14:tracePt t="179390" x="2778125" y="4630738"/>
          <p14:tracePt t="179422" x="2790825" y="4630738"/>
          <p14:tracePt t="179430" x="2816225" y="4605338"/>
          <p14:tracePt t="179454" x="2828925" y="4592638"/>
          <p14:tracePt t="179470" x="2828925" y="4579938"/>
          <p14:tracePt t="179486" x="2828925" y="4554538"/>
          <p14:tracePt t="179510" x="2828925" y="4543425"/>
          <p14:tracePt t="179758" x="2828925" y="4530725"/>
          <p14:tracePt t="179766" x="2790825" y="4567238"/>
          <p14:tracePt t="179774" x="2741613" y="4656138"/>
          <p14:tracePt t="179782" x="2678113" y="4743450"/>
          <p14:tracePt t="179790" x="2628900" y="4805363"/>
          <p14:tracePt t="179798" x="2554288" y="4918075"/>
          <p14:tracePt t="179806" x="2541588" y="4968875"/>
          <p14:tracePt t="179814" x="2541588" y="4992688"/>
          <p14:tracePt t="179822" x="2541588" y="5030788"/>
          <p14:tracePt t="179830" x="2516188" y="5056188"/>
          <p14:tracePt t="179846" x="2516188" y="5068888"/>
          <p14:tracePt t="179870" x="2516188" y="5081588"/>
          <p14:tracePt t="179878" x="2516188" y="5092700"/>
          <p14:tracePt t="179886" x="2516188" y="5105400"/>
          <p14:tracePt t="179894" x="2503488" y="5118100"/>
          <p14:tracePt t="179902" x="2503488" y="5130800"/>
          <p14:tracePt t="179910" x="2503488" y="5143500"/>
          <p14:tracePt t="179918" x="2503488" y="5156200"/>
          <p14:tracePt t="179926" x="2503488" y="5168900"/>
          <p14:tracePt t="179934" x="2503488" y="5181600"/>
          <p14:tracePt t="179998" x="2503488" y="5194300"/>
          <p14:tracePt t="180022" x="2503488" y="5205413"/>
          <p14:tracePt t="180030" x="2490788" y="5230813"/>
          <p14:tracePt t="180062" x="2478088" y="5256213"/>
          <p14:tracePt t="180078" x="2478088" y="5268913"/>
          <p14:tracePt t="180094" x="2465388" y="5294313"/>
          <p14:tracePt t="180598" x="2465388" y="5305425"/>
          <p14:tracePt t="181502" x="2503488" y="5305425"/>
          <p14:tracePt t="181510" x="2516188" y="5305425"/>
          <p14:tracePt t="181518" x="2578100" y="5305425"/>
          <p14:tracePt t="181526" x="2690813" y="5330825"/>
          <p14:tracePt t="181534" x="2867025" y="5368925"/>
          <p14:tracePt t="181543" x="3154363" y="5407025"/>
          <p14:tracePt t="181550" x="3643313" y="5468938"/>
          <p14:tracePt t="181558" x="4105275" y="5556250"/>
          <p14:tracePt t="181566" x="4656138" y="5607050"/>
          <p14:tracePt t="181574" x="5094288" y="5668963"/>
          <p14:tracePt t="181582" x="5645150" y="5743575"/>
          <p14:tracePt t="181590" x="6045200" y="5807075"/>
          <p14:tracePt t="181598" x="6408738" y="5881688"/>
          <p14:tracePt t="181606" x="6596063" y="5894388"/>
          <p14:tracePt t="181614" x="6784975" y="5956300"/>
          <p14:tracePt t="181622" x="6910388" y="5994400"/>
          <p14:tracePt t="181631" x="7010400" y="6045200"/>
          <p14:tracePt t="181638" x="7097713" y="6069013"/>
          <p14:tracePt t="181646" x="7210425" y="6119813"/>
          <p14:tracePt t="181654" x="7310438" y="6157913"/>
          <p14:tracePt t="181662" x="7423150" y="6194425"/>
          <p14:tracePt t="181670" x="7561263" y="6257925"/>
          <p14:tracePt t="181678" x="7697788" y="6307138"/>
          <p14:tracePt t="181686" x="7810500" y="6332538"/>
          <p14:tracePt t="181694" x="7935913" y="6370638"/>
          <p14:tracePt t="181702" x="8023225" y="6394450"/>
          <p14:tracePt t="181710" x="8086725" y="6419850"/>
          <p14:tracePt t="181806" x="8110538" y="6419850"/>
          <p14:tracePt t="181815" x="8123238" y="6419850"/>
          <p14:tracePt t="181822" x="8148638" y="6419850"/>
          <p14:tracePt t="181830" x="8148638" y="6381750"/>
          <p14:tracePt t="181838" x="8148638" y="6345238"/>
          <p14:tracePt t="181846" x="8161338" y="6294438"/>
          <p14:tracePt t="181854" x="8161338" y="6257925"/>
          <p14:tracePt t="181862" x="8161338" y="6207125"/>
          <p14:tracePt t="181870" x="8161338" y="6145213"/>
          <p14:tracePt t="181878" x="8161338" y="6119813"/>
          <p14:tracePt t="181886" x="8161338" y="6081713"/>
          <p14:tracePt t="181894" x="8174038" y="6056313"/>
          <p14:tracePt t="181902" x="8174038" y="6032500"/>
          <p14:tracePt t="181910" x="8199438" y="6007100"/>
          <p14:tracePt t="181918" x="8199438" y="5981700"/>
          <p14:tracePt t="181927" x="8199438" y="5969000"/>
          <p14:tracePt t="181945" x="8199438" y="5932488"/>
          <p14:tracePt t="181950" x="8199438" y="5907088"/>
          <p14:tracePt t="181958" x="8199438" y="5894388"/>
          <p14:tracePt t="181966" x="8174038" y="5868988"/>
          <p14:tracePt t="181974" x="8148638" y="5843588"/>
          <p14:tracePt t="181982" x="8086725" y="5819775"/>
          <p14:tracePt t="181990" x="8074025" y="5819775"/>
          <p14:tracePt t="181999" x="8048625" y="5807075"/>
          <p14:tracePt t="182006" x="8023225" y="5794375"/>
          <p14:tracePt t="182015" x="7986713" y="5794375"/>
          <p14:tracePt t="182022" x="7974013" y="5794375"/>
          <p14:tracePt t="182030" x="7935913" y="5794375"/>
          <p14:tracePt t="182038" x="7910513" y="5794375"/>
          <p14:tracePt t="182046" x="7886700" y="5794375"/>
          <p14:tracePt t="182062" x="7861300" y="5794375"/>
          <p14:tracePt t="182070" x="7848600" y="5807075"/>
          <p14:tracePt t="182078" x="7848600" y="5843588"/>
          <p14:tracePt t="182086" x="7848600" y="5868988"/>
          <p14:tracePt t="182094" x="7848600" y="5919788"/>
          <p14:tracePt t="182102" x="7848600" y="5969000"/>
          <p14:tracePt t="182111" x="7848600" y="6007100"/>
          <p14:tracePt t="182118" x="7848600" y="6056313"/>
          <p14:tracePt t="182126" x="7897813" y="6094413"/>
          <p14:tracePt t="182134" x="7923213" y="6132513"/>
          <p14:tracePt t="182142" x="7974013" y="6157913"/>
          <p14:tracePt t="182150" x="8010525" y="6169025"/>
          <p14:tracePt t="182158" x="8048625" y="6181725"/>
          <p14:tracePt t="182166" x="8086725" y="6181725"/>
          <p14:tracePt t="182174" x="8123238" y="6181725"/>
          <p14:tracePt t="182183" x="8174038" y="6181725"/>
          <p14:tracePt t="182190" x="8235950" y="6181725"/>
          <p14:tracePt t="182198" x="8299450" y="6181725"/>
          <p14:tracePt t="182206" x="8361363" y="6169025"/>
          <p14:tracePt t="182214" x="8399463" y="6145213"/>
          <p14:tracePt t="182222" x="8424863" y="6119813"/>
          <p14:tracePt t="182230" x="8461375" y="6056313"/>
          <p14:tracePt t="182238" x="8461375" y="6045200"/>
          <p14:tracePt t="182246" x="8461375" y="6007100"/>
          <p14:tracePt t="182254" x="8461375" y="5956300"/>
          <p14:tracePt t="182262" x="8461375" y="5919788"/>
          <p14:tracePt t="182270" x="8461375" y="5907088"/>
          <p14:tracePt t="182278" x="8448675" y="5881688"/>
          <p14:tracePt t="182286" x="8435975" y="5856288"/>
          <p14:tracePt t="182295" x="8412163" y="5819775"/>
          <p14:tracePt t="182302" x="8399463" y="5807075"/>
          <p14:tracePt t="182310" x="8374063" y="5794375"/>
          <p14:tracePt t="182318" x="8361363" y="5781675"/>
          <p14:tracePt t="182326" x="8324850" y="5768975"/>
          <p14:tracePt t="182334" x="8299450" y="5768975"/>
          <p14:tracePt t="182342" x="8248650" y="5768975"/>
          <p14:tracePt t="182350" x="8212138" y="5768975"/>
          <p14:tracePt t="182358" x="8174038" y="5768975"/>
          <p14:tracePt t="182367" x="8110538" y="5781675"/>
          <p14:tracePt t="182374" x="8086725" y="5794375"/>
          <p14:tracePt t="182382" x="8035925" y="5843588"/>
          <p14:tracePt t="182390" x="8023225" y="5881688"/>
          <p14:tracePt t="182398" x="8010525" y="5919788"/>
          <p14:tracePt t="182406" x="8010525" y="5945188"/>
          <p14:tracePt t="182414" x="8010525" y="5981700"/>
          <p14:tracePt t="182422" x="8010525" y="6007100"/>
          <p14:tracePt t="182430" x="8010525" y="6019800"/>
          <p14:tracePt t="182438" x="8010525" y="6032500"/>
          <p14:tracePt t="182446" x="8035925" y="6056313"/>
          <p14:tracePt t="182454" x="8061325" y="6069013"/>
          <p14:tracePt t="182462" x="8086725" y="6081713"/>
          <p14:tracePt t="182470" x="8110538" y="6081713"/>
          <p14:tracePt t="182479" x="8123238" y="6081713"/>
          <p14:tracePt t="182486" x="8161338" y="6081713"/>
          <p14:tracePt t="182494" x="8199438" y="6081713"/>
          <p14:tracePt t="182502" x="8212138" y="6081713"/>
          <p14:tracePt t="182510" x="8235950" y="6081713"/>
          <p14:tracePt t="182518" x="8261350" y="6081713"/>
          <p14:tracePt t="182526" x="8312150" y="6032500"/>
          <p14:tracePt t="182534" x="8312150" y="6019800"/>
          <p14:tracePt t="182542" x="8348663" y="5981700"/>
          <p14:tracePt t="182550" x="8348663" y="5932488"/>
          <p14:tracePt t="182558" x="8348663" y="5894388"/>
          <p14:tracePt t="182567" x="8348663" y="5856288"/>
          <p14:tracePt t="182574" x="8335963" y="5832475"/>
          <p14:tracePt t="182582" x="8335963" y="5819775"/>
          <p14:tracePt t="182590" x="8299450" y="5794375"/>
          <p14:tracePt t="182598" x="8286750" y="5768975"/>
          <p14:tracePt t="182606" x="8274050" y="5768975"/>
          <p14:tracePt t="182622" x="8261350" y="5768975"/>
          <p14:tracePt t="182630" x="8235950" y="5768975"/>
          <p14:tracePt t="182638" x="8212138" y="5768975"/>
          <p14:tracePt t="182646" x="8174038" y="5768975"/>
          <p14:tracePt t="182654" x="8135938" y="5768975"/>
          <p14:tracePt t="182663" x="8110538" y="5807075"/>
          <p14:tracePt t="182670" x="8074025" y="5881688"/>
          <p14:tracePt t="182678" x="8074025" y="5956300"/>
          <p14:tracePt t="182686" x="8074025" y="6007100"/>
          <p14:tracePt t="182694" x="8074025" y="6045200"/>
          <p14:tracePt t="182702" x="8099425" y="6081713"/>
          <p14:tracePt t="182710" x="8123238" y="6107113"/>
          <p14:tracePt t="182718" x="8148638" y="6132513"/>
          <p14:tracePt t="182726" x="8186738" y="6157913"/>
          <p14:tracePt t="182734" x="8212138" y="6169025"/>
          <p14:tracePt t="182742" x="8235950" y="6181725"/>
          <p14:tracePt t="182751" x="8261350" y="6181725"/>
          <p14:tracePt t="182758" x="8299450" y="6181725"/>
          <p14:tracePt t="182774" x="8312150" y="6181725"/>
          <p14:tracePt t="182782" x="8348663" y="6181725"/>
          <p14:tracePt t="182790" x="8361363" y="6181725"/>
          <p14:tracePt t="182798" x="8386763" y="6181725"/>
          <p14:tracePt t="182806" x="8399463" y="6181725"/>
          <p14:tracePt t="182814" x="8399463" y="6157913"/>
          <p14:tracePt t="182822" x="8399463" y="6119813"/>
          <p14:tracePt t="182830" x="8399463" y="6107113"/>
          <p14:tracePt t="182838" x="8399463" y="6094413"/>
          <p14:tracePt t="182846" x="8399463" y="6069013"/>
          <p14:tracePt t="182854" x="8399463" y="6056313"/>
          <p14:tracePt t="182870" x="8386763" y="6056313"/>
          <p14:tracePt t="182878" x="8374063" y="6045200"/>
          <p14:tracePt t="182886" x="8361363" y="6045200"/>
          <p14:tracePt t="182894" x="8324850" y="6045200"/>
          <p14:tracePt t="182902" x="8299450" y="6045200"/>
          <p14:tracePt t="182910" x="8261350" y="6045200"/>
          <p14:tracePt t="182918" x="8235950" y="6069013"/>
          <p14:tracePt t="182926" x="8186738" y="6107113"/>
          <p14:tracePt t="182935" x="8161338" y="6132513"/>
          <p14:tracePt t="182942" x="8148638" y="6145213"/>
          <p14:tracePt t="182963" x="8148638" y="6157913"/>
          <p14:tracePt t="183014" x="8148638" y="6145213"/>
          <p14:tracePt t="183022" x="8161338" y="6094413"/>
          <p14:tracePt t="183030" x="8174038" y="6081713"/>
          <p14:tracePt t="183038" x="8174038" y="6045200"/>
          <p14:tracePt t="183047" x="8186738" y="6019800"/>
          <p14:tracePt t="183054" x="8186738" y="5981700"/>
          <p14:tracePt t="183062" x="8186738" y="5969000"/>
          <p14:tracePt t="183070" x="8186738" y="5956300"/>
          <p14:tracePt t="183078" x="8186738" y="5945188"/>
          <p14:tracePt t="183110" x="8186738" y="5932488"/>
          <p14:tracePt t="183135" x="8174038" y="5932488"/>
          <p14:tracePt t="183174" x="8161338" y="5932488"/>
          <p14:tracePt t="183814" x="8174038" y="5932488"/>
          <p14:tracePt t="183862" x="8186738" y="5932488"/>
          <p14:tracePt t="183870" x="8199438" y="5932488"/>
          <p14:tracePt t="183902" x="8212138" y="5932488"/>
          <p14:tracePt t="183918" x="8223250" y="5932488"/>
          <p14:tracePt t="183958" x="8235950" y="5932488"/>
          <p14:tracePt t="185550" x="8186738" y="5932488"/>
          <p14:tracePt t="185558" x="8123238" y="5956300"/>
          <p14:tracePt t="185566" x="8074025" y="5981700"/>
          <p14:tracePt t="185574" x="7986713" y="6007100"/>
          <p14:tracePt t="185582" x="7910513" y="6019800"/>
          <p14:tracePt t="185590" x="7848600" y="6032500"/>
          <p14:tracePt t="185598" x="7773988" y="6032500"/>
          <p14:tracePt t="185606" x="7723188" y="6032500"/>
          <p14:tracePt t="185614" x="7685088" y="6032500"/>
          <p14:tracePt t="185622" x="7635875" y="6032500"/>
          <p14:tracePt t="185630" x="7597775" y="6032500"/>
          <p14:tracePt t="185638" x="7548563" y="6032500"/>
          <p14:tracePt t="185646" x="7472363" y="6007100"/>
          <p14:tracePt t="185654" x="7410450" y="5994400"/>
          <p14:tracePt t="185662" x="7285038" y="5945188"/>
          <p14:tracePt t="185671" x="7123113" y="5932488"/>
          <p14:tracePt t="185678" x="6934200" y="5919788"/>
          <p14:tracePt t="185686" x="6784975" y="5881688"/>
          <p14:tracePt t="185694" x="6696075" y="5881688"/>
          <p14:tracePt t="185702" x="6608763" y="5856288"/>
          <p14:tracePt t="185710" x="6559550" y="5856288"/>
          <p14:tracePt t="185718" x="6508750" y="5843588"/>
          <p14:tracePt t="185726" x="6496050" y="5843588"/>
          <p14:tracePt t="185734" x="6483350" y="5843588"/>
          <p14:tracePt t="185774" x="6472238" y="5843588"/>
          <p14:tracePt t="185790" x="6446838" y="5843588"/>
          <p14:tracePt t="185798" x="6434138" y="5843588"/>
          <p14:tracePt t="185806" x="6396038" y="5843588"/>
          <p14:tracePt t="185814" x="6370638" y="5856288"/>
          <p14:tracePt t="185822" x="6346825" y="5856288"/>
          <p14:tracePt t="185830" x="6334125" y="5868988"/>
          <p14:tracePt t="185838" x="6308725" y="5868988"/>
          <p14:tracePt t="185846" x="6308725" y="5881688"/>
          <p14:tracePt t="185886" x="6296025" y="5881688"/>
          <p14:tracePt t="185894" x="6296025" y="5894388"/>
          <p14:tracePt t="185902" x="6296025" y="5907088"/>
          <p14:tracePt t="185910" x="6283325" y="5907088"/>
          <p14:tracePt t="185918" x="6270625" y="5932488"/>
          <p14:tracePt t="185938" x="6270625" y="5945188"/>
          <p14:tracePt t="185942" x="6270625" y="5956300"/>
          <p14:tracePt t="185958" x="6270625" y="5969000"/>
          <p14:tracePt t="186094" x="6270625" y="5981700"/>
          <p14:tracePt t="186102" x="6270625" y="5994400"/>
          <p14:tracePt t="186110" x="6270625" y="6007100"/>
          <p14:tracePt t="186127" x="6270625" y="6019800"/>
          <p14:tracePt t="186142" x="6270625" y="6032500"/>
          <p14:tracePt t="186158" x="6270625" y="6045200"/>
          <p14:tracePt t="186494" x="6296025" y="6045200"/>
          <p14:tracePt t="186510" x="6308725" y="6045200"/>
          <p14:tracePt t="186518" x="6346825" y="6045200"/>
          <p14:tracePt t="186526" x="6396038" y="6045200"/>
          <p14:tracePt t="186534" x="6459538" y="6045200"/>
          <p14:tracePt t="186542" x="6559550" y="6045200"/>
          <p14:tracePt t="186550" x="6708775" y="6045200"/>
          <p14:tracePt t="186558" x="6897688" y="6045200"/>
          <p14:tracePt t="186566" x="7146925" y="6045200"/>
          <p14:tracePt t="186574" x="7423150" y="6045200"/>
          <p14:tracePt t="186582" x="7723188" y="6045200"/>
          <p14:tracePt t="186590" x="8212138" y="6032500"/>
          <p14:tracePt t="186598" x="8524875" y="6019800"/>
          <p14:tracePt t="186607" x="8799513" y="6019800"/>
          <p14:tracePt t="186614" x="9137650" y="6019800"/>
          <p14:tracePt t="186622" x="9450388" y="6019800"/>
          <p14:tracePt t="186630" x="9650413" y="6019800"/>
          <p14:tracePt t="186638" x="9839325" y="6019800"/>
          <p14:tracePt t="186646" x="9963150" y="6019800"/>
          <p14:tracePt t="186654" x="10052050" y="6019800"/>
          <p14:tracePt t="186662" x="10101263" y="6019800"/>
          <p14:tracePt t="186670" x="10152063" y="6019800"/>
          <p14:tracePt t="186679" x="10177463" y="6019800"/>
          <p14:tracePt t="186686" x="10188575" y="6019800"/>
          <p14:tracePt t="186710" x="10213975" y="6019800"/>
          <p14:tracePt t="186726" x="10226675" y="6019800"/>
          <p14:tracePt t="186742" x="10239375" y="6019800"/>
          <p14:tracePt t="186750" x="10252075" y="6019800"/>
          <p14:tracePt t="186758" x="10264775" y="6019800"/>
          <p14:tracePt t="186774" x="10277475" y="6019800"/>
          <p14:tracePt t="186782" x="10288588" y="6019800"/>
          <p14:tracePt t="186791" x="10301288" y="6019800"/>
          <p14:tracePt t="186798" x="10326688" y="6019800"/>
          <p14:tracePt t="186806" x="10339388" y="6032500"/>
          <p14:tracePt t="186814" x="10364788" y="6032500"/>
          <p14:tracePt t="186822" x="10377488" y="6032500"/>
          <p14:tracePt t="186830" x="10401300" y="6032500"/>
          <p14:tracePt t="186838" x="10426700" y="6032500"/>
          <p14:tracePt t="186879" x="10439400" y="6032500"/>
          <p14:tracePt t="187038" x="10452100" y="6032500"/>
          <p14:tracePt t="187046" x="10464800" y="6032500"/>
          <p14:tracePt t="187063" x="10477500" y="6032500"/>
          <p14:tracePt t="187070" x="10490200" y="6032500"/>
          <p14:tracePt t="187078" x="10502900" y="6045200"/>
          <p14:tracePt t="187166" x="10502900" y="6056313"/>
          <p14:tracePt t="187182" x="10502900" y="6069013"/>
          <p14:tracePt t="187190" x="10514013" y="6094413"/>
          <p14:tracePt t="187198" x="10514013" y="6107113"/>
          <p14:tracePt t="187206" x="10514013" y="6119813"/>
          <p14:tracePt t="187214" x="10514013" y="6132513"/>
          <p14:tracePt t="187222" x="10514013" y="6145213"/>
          <p14:tracePt t="187230" x="10514013" y="6169025"/>
          <p14:tracePt t="187238" x="10514013" y="6194425"/>
          <p14:tracePt t="187247" x="10514013" y="6219825"/>
          <p14:tracePt t="187254" x="10502900" y="6232525"/>
          <p14:tracePt t="187262" x="10490200" y="6269038"/>
          <p14:tracePt t="187278" x="10490200" y="6281738"/>
          <p14:tracePt t="187286" x="10477500" y="6307138"/>
          <p14:tracePt t="187350" x="10452100" y="6319838"/>
          <p14:tracePt t="187382" x="10439400" y="6319838"/>
          <p14:tracePt t="187390" x="10426700" y="6319838"/>
          <p14:tracePt t="187398" x="10414000" y="6319838"/>
          <p14:tracePt t="187422" x="10401300" y="6319838"/>
          <p14:tracePt t="187454" x="10390188" y="6319838"/>
          <p14:tracePt t="187462" x="10390188" y="6332538"/>
          <p14:tracePt t="187526" x="10377488" y="6332538"/>
          <p14:tracePt t="188062" x="10364788" y="6332538"/>
          <p14:tracePt t="188070" x="10364788" y="6319838"/>
          <p14:tracePt t="188086" x="10364788" y="6294438"/>
          <p14:tracePt t="188094" x="10377488" y="6294438"/>
          <p14:tracePt t="188102" x="10377488" y="6281738"/>
          <p14:tracePt t="188126" x="10377488" y="6269038"/>
          <p14:tracePt t="188134" x="10377488" y="6257925"/>
          <p14:tracePt t="188150" x="10377488" y="6245225"/>
          <p14:tracePt t="188166" x="10364788" y="6245225"/>
          <p14:tracePt t="188222" x="10364788" y="6232525"/>
          <p14:tracePt t="188238" x="10352088" y="6232525"/>
          <p14:tracePt t="188254" x="10352088" y="6219825"/>
          <p14:tracePt t="188278" x="10352088" y="6207125"/>
          <p14:tracePt t="188286" x="10352088" y="6194425"/>
          <p14:tracePt t="188294" x="10352088" y="6181725"/>
          <p14:tracePt t="188310" x="10352088" y="6157913"/>
          <p14:tracePt t="188318" x="10352088" y="6145213"/>
          <p14:tracePt t="188326" x="10352088" y="6132513"/>
          <p14:tracePt t="188334" x="10352088" y="6119813"/>
          <p14:tracePt t="188342" x="10352088" y="6081713"/>
          <p14:tracePt t="188358" x="10352088" y="6056313"/>
          <p14:tracePt t="188366" x="10352088" y="6045200"/>
          <p14:tracePt t="188374" x="10352088" y="6019800"/>
          <p14:tracePt t="188382" x="10352088" y="5994400"/>
          <p14:tracePt t="188390" x="10339388" y="5981700"/>
          <p14:tracePt t="188398" x="10339388" y="5969000"/>
          <p14:tracePt t="188406" x="10326688" y="5956300"/>
          <p14:tracePt t="188414" x="10313988" y="5945188"/>
          <p14:tracePt t="188422" x="10301288" y="5945188"/>
          <p14:tracePt t="188430" x="10288588" y="5932488"/>
          <p14:tracePt t="188438" x="10277475" y="5932488"/>
          <p14:tracePt t="188446" x="10264775" y="5932488"/>
          <p14:tracePt t="188462" x="10252075" y="5932488"/>
          <p14:tracePt t="188470" x="10239375" y="5932488"/>
          <p14:tracePt t="188542" x="10226675" y="5945188"/>
          <p14:tracePt t="188550" x="10213975" y="5956300"/>
          <p14:tracePt t="188558" x="10201275" y="5969000"/>
          <p14:tracePt t="188686" x="10201275" y="5981700"/>
          <p14:tracePt t="188694" x="10188575" y="6032500"/>
          <p14:tracePt t="188702" x="10164763" y="6032500"/>
          <p14:tracePt t="188710" x="10139363" y="6069013"/>
          <p14:tracePt t="188718" x="10088563" y="6081713"/>
          <p14:tracePt t="188726" x="10064750" y="6107113"/>
          <p14:tracePt t="188734" x="10039350" y="6132513"/>
          <p14:tracePt t="188742" x="10026650" y="6157913"/>
          <p14:tracePt t="188750" x="10001250" y="6157913"/>
          <p14:tracePt t="188758" x="9988550" y="6169025"/>
          <p14:tracePt t="188902" x="9988550" y="6157913"/>
          <p14:tracePt t="188910" x="10001250" y="6157913"/>
          <p14:tracePt t="188918" x="10013950" y="6132513"/>
          <p14:tracePt t="188926" x="10026650" y="6119813"/>
          <p14:tracePt t="188935" x="10039350" y="6094413"/>
          <p14:tracePt t="188946" x="10039350" y="6081713"/>
          <p14:tracePt t="188950" x="10039350" y="6069013"/>
          <p14:tracePt t="188958" x="10064750" y="6045200"/>
          <p14:tracePt t="188974" x="10064750" y="6032500"/>
          <p14:tracePt t="188982" x="10064750" y="6007100"/>
          <p14:tracePt t="189006" x="10064750" y="5981700"/>
          <p14:tracePt t="189022" x="10064750" y="5956300"/>
          <p14:tracePt t="189038" x="10064750" y="5945188"/>
          <p14:tracePt t="189047" x="10052050" y="5932488"/>
          <p14:tracePt t="189070" x="10052050" y="5919788"/>
          <p14:tracePt t="189086" x="10052050" y="5907088"/>
          <p14:tracePt t="189094" x="10052050" y="5881688"/>
          <p14:tracePt t="189110" x="10064750" y="5881688"/>
          <p14:tracePt t="189119" x="10088563" y="5868988"/>
          <p14:tracePt t="189142" x="10101263" y="5856288"/>
          <p14:tracePt t="189414" x="10101263" y="5881688"/>
          <p14:tracePt t="189422" x="10101263" y="5945188"/>
          <p14:tracePt t="189430" x="10088563" y="6019800"/>
          <p14:tracePt t="189438" x="10075863" y="6094413"/>
          <p14:tracePt t="189446" x="10052050" y="6169025"/>
          <p14:tracePt t="189454" x="10052050" y="6219825"/>
          <p14:tracePt t="189462" x="10052050" y="6245225"/>
          <p14:tracePt t="189478" x="10052050" y="6281738"/>
          <p14:tracePt t="189518" x="10064750" y="6281738"/>
          <p14:tracePt t="189534" x="10075863" y="6281738"/>
          <p14:tracePt t="189566" x="10088563" y="6281738"/>
          <p14:tracePt t="189574" x="10101263" y="6281738"/>
          <p14:tracePt t="189582" x="10126663" y="6281738"/>
          <p14:tracePt t="189590" x="10152063" y="6269038"/>
          <p14:tracePt t="189598" x="10164763" y="6269038"/>
          <p14:tracePt t="189606" x="10188575" y="6257925"/>
          <p14:tracePt t="189614" x="10201275" y="6232525"/>
          <p14:tracePt t="189622" x="10213975" y="6232525"/>
          <p14:tracePt t="189638" x="10213975" y="6219825"/>
          <p14:tracePt t="189662" x="10213975" y="6207125"/>
          <p14:tracePt t="189670" x="10226675" y="6207125"/>
          <p14:tracePt t="189678" x="10226675" y="6194425"/>
          <p14:tracePt t="189694" x="10226675" y="6181725"/>
          <p14:tracePt t="189702" x="10239375" y="6157913"/>
          <p14:tracePt t="189854" x="10226675" y="6157913"/>
          <p14:tracePt t="190006" x="10239375" y="6157913"/>
          <p14:tracePt t="190038" x="10252075" y="6157913"/>
          <p14:tracePt t="190054" x="10264775" y="6157913"/>
          <p14:tracePt t="190062" x="10277475" y="6157913"/>
          <p14:tracePt t="190070" x="10288588" y="6157913"/>
          <p14:tracePt t="190078" x="10313988" y="6145213"/>
          <p14:tracePt t="190086" x="10326688" y="6132513"/>
          <p14:tracePt t="190118" x="10339388" y="6119813"/>
          <p14:tracePt t="190206" x="10352088" y="6107113"/>
          <p14:tracePt t="190214" x="10364788" y="6094413"/>
          <p14:tracePt t="190246" x="10377488" y="6094413"/>
          <p14:tracePt t="190278" x="10401300" y="6094413"/>
          <p14:tracePt t="190286" x="10439400" y="6094413"/>
          <p14:tracePt t="190294" x="10452100" y="6094413"/>
          <p14:tracePt t="190318" x="10477500" y="6107113"/>
          <p14:tracePt t="190326" x="10490200" y="6119813"/>
          <p14:tracePt t="190334" x="10502900" y="6132513"/>
          <p14:tracePt t="190374" x="10514013" y="6132513"/>
          <p14:tracePt t="190422" x="10539413" y="6132513"/>
          <p14:tracePt t="190430" x="10539413" y="6119813"/>
          <p14:tracePt t="190439" x="10539413" y="6107113"/>
          <p14:tracePt t="190446" x="10539413" y="6094413"/>
          <p14:tracePt t="190454" x="10539413" y="6081713"/>
          <p14:tracePt t="190462" x="10539413" y="6056313"/>
          <p14:tracePt t="190470" x="10539413" y="6045200"/>
          <p14:tracePt t="190526" x="10539413" y="6032500"/>
          <p14:tracePt t="190534" x="10539413" y="6019800"/>
          <p14:tracePt t="190542" x="10552113" y="6019800"/>
          <p14:tracePt t="190558" x="10564813" y="6019800"/>
          <p14:tracePt t="190582" x="10577513" y="6019800"/>
          <p14:tracePt t="190590" x="10590213" y="6019800"/>
          <p14:tracePt t="190606" x="10602913" y="6019800"/>
          <p14:tracePt t="190614" x="10614025" y="6019800"/>
          <p14:tracePt t="190622" x="10626725" y="6019800"/>
          <p14:tracePt t="190638" x="10639425" y="6019800"/>
          <p14:tracePt t="190654" x="10652125" y="6019800"/>
          <p14:tracePt t="190662" x="10664825" y="6019800"/>
          <p14:tracePt t="190678" x="10677525" y="6019800"/>
          <p14:tracePt t="190694" x="10690225" y="6019800"/>
          <p14:tracePt t="190774" x="10702925" y="6019800"/>
          <p14:tracePt t="190790" x="10715625" y="6019800"/>
          <p14:tracePt t="190798" x="10726738" y="6019800"/>
          <p14:tracePt t="190806" x="10739438" y="6019800"/>
          <p14:tracePt t="190822" x="10764838" y="6032500"/>
          <p14:tracePt t="190830" x="10777538" y="6032500"/>
          <p14:tracePt t="190838" x="10790238" y="6045200"/>
          <p14:tracePt t="190846" x="10802938" y="6045200"/>
          <p14:tracePt t="190854" x="10815638" y="6045200"/>
          <p14:tracePt t="190862" x="10828338" y="6045200"/>
          <p14:tracePt t="190910" x="10839450" y="6045200"/>
          <p14:tracePt t="191022" x="10852150" y="6045200"/>
          <p14:tracePt t="191038" x="10852150" y="6056313"/>
          <p14:tracePt t="191262" x="10864850" y="6069013"/>
          <p14:tracePt t="191382" x="10877550" y="6069013"/>
          <p14:tracePt t="191390" x="10902950" y="6094413"/>
          <p14:tracePt t="191398" x="10902950" y="6107113"/>
          <p14:tracePt t="191406" x="10915650" y="6119813"/>
          <p14:tracePt t="191422" x="10915650" y="6132513"/>
          <p14:tracePt t="191438" x="10928350" y="6132513"/>
          <p14:tracePt t="191454" x="10939463" y="6132513"/>
          <p14:tracePt t="191518" x="10952163" y="6132513"/>
          <p14:tracePt t="191526" x="10964863" y="6132513"/>
          <p14:tracePt t="191550" x="10977563" y="6132513"/>
          <p14:tracePt t="191558" x="10990263" y="6132513"/>
          <p14:tracePt t="191598" x="11002963" y="6119813"/>
          <p14:tracePt t="191614" x="11002963" y="6107113"/>
          <p14:tracePt t="191630" x="11002963" y="6094413"/>
          <p14:tracePt t="191638" x="11002963" y="6081713"/>
          <p14:tracePt t="191653" x="11002963" y="6069013"/>
          <p14:tracePt t="191662" x="11002963" y="6056313"/>
          <p14:tracePt t="191718" x="11015663" y="6045200"/>
          <p14:tracePt t="191750" x="11028363" y="6045200"/>
          <p14:tracePt t="191758" x="11052175" y="6045200"/>
          <p14:tracePt t="191766" x="11077575" y="6045200"/>
          <p14:tracePt t="191774" x="11102975" y="6045200"/>
          <p14:tracePt t="191782" x="11128375" y="6045200"/>
          <p14:tracePt t="191790" x="11141075" y="6032500"/>
          <p14:tracePt t="191798" x="11153775" y="6032500"/>
          <p14:tracePt t="191806" x="11164888" y="6019800"/>
          <p14:tracePt t="191814" x="11177588" y="6007100"/>
          <p14:tracePt t="191822" x="11202988" y="5994400"/>
          <p14:tracePt t="191830" x="11215688" y="5981700"/>
          <p14:tracePt t="191838" x="11228388" y="5981700"/>
          <p14:tracePt t="191846" x="11228388" y="5969000"/>
          <p14:tracePt t="191862" x="11241088" y="5969000"/>
          <p14:tracePt t="191974" x="11241088" y="5956300"/>
          <p14:tracePt t="192070" x="11253788" y="5956300"/>
          <p14:tracePt t="192110" x="11266488" y="5945188"/>
          <p14:tracePt t="192254" x="11277600" y="5945188"/>
          <p14:tracePt t="193486" x="11290300" y="5945188"/>
          <p14:tracePt t="195358" x="11290300" y="5932488"/>
          <p14:tracePt t="195478" x="11290300" y="5919788"/>
          <p14:tracePt t="195750" x="11277600" y="5881688"/>
          <p14:tracePt t="195758" x="11277600" y="5781675"/>
          <p14:tracePt t="195766" x="11277600" y="5619750"/>
          <p14:tracePt t="195774" x="11341100" y="5181600"/>
          <p14:tracePt t="195782" x="11603038" y="4405313"/>
          <p14:tracePt t="195790" x="11966575" y="3667125"/>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Entropy-Mathematical problem</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64404" y="105672"/>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115037" y="3179711"/>
            <a:ext cx="1144865" cy="400110"/>
          </a:xfrm>
          <a:prstGeom prst="rect">
            <a:avLst/>
          </a:prstGeom>
          <a:noFill/>
        </p:spPr>
        <p:txBody>
          <a:bodyPr wrap="non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Solution</a:t>
            </a:r>
            <a:r>
              <a:rPr lang="en-US" dirty="0">
                <a:solidFill>
                  <a:srgbClr val="FF0000"/>
                </a:solidFill>
              </a:rPr>
              <a:t>:</a:t>
            </a:r>
          </a:p>
        </p:txBody>
      </p:sp>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037" y="1465436"/>
            <a:ext cx="5885662" cy="1654749"/>
          </a:xfrm>
          <a:prstGeom prst="rect">
            <a:avLst/>
          </a:prstGeom>
        </p:spPr>
      </p:pic>
      <p:pic>
        <p:nvPicPr>
          <p:cNvPr id="14" name="Picture 1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5745" y="3653415"/>
            <a:ext cx="5814954" cy="2430190"/>
          </a:xfrm>
          <a:prstGeom prst="rect">
            <a:avLst/>
          </a:prstGeom>
        </p:spPr>
      </p:pic>
      <p:sp>
        <p:nvSpPr>
          <p:cNvPr id="23" name="Rectangle 22"/>
          <p:cNvSpPr/>
          <p:nvPr/>
        </p:nvSpPr>
        <p:spPr>
          <a:xfrm>
            <a:off x="171309" y="1407882"/>
            <a:ext cx="434699" cy="369332"/>
          </a:xfrm>
          <a:prstGeom prst="rect">
            <a:avLst/>
          </a:prstGeom>
        </p:spPr>
        <p:txBody>
          <a:bodyPr wrap="square">
            <a:spAutoFit/>
          </a:bodyPr>
          <a:lstStyle/>
          <a:p>
            <a:pPr marL="280988" indent="-280988" algn="just"/>
            <a:r>
              <a:rPr lang="en-US" b="1" dirty="0">
                <a:solidFill>
                  <a:srgbClr val="C00000"/>
                </a:solidFill>
                <a:latin typeface="Times New Roman" panose="02020603050405020304" pitchFamily="18" charset="0"/>
                <a:cs typeface="Times New Roman" panose="02020603050405020304" pitchFamily="18" charset="0"/>
              </a:rPr>
              <a:t>1. </a:t>
            </a:r>
            <a:endParaRPr lang="en-US" dirty="0">
              <a:solidFill>
                <a:srgbClr val="C00000"/>
              </a:solidFill>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1781782805"/>
      </p:ext>
    </p:extLst>
  </p:cSld>
  <p:clrMapOvr>
    <a:masterClrMapping/>
  </p:clrMapOvr>
  <mc:AlternateContent xmlns:mc="http://schemas.openxmlformats.org/markup-compatibility/2006" xmlns:p14="http://schemas.microsoft.com/office/powerpoint/2010/main">
    <mc:Choice Requires="p14">
      <p:transition p14:dur="10" advTm="192345"/>
    </mc:Choice>
    <mc:Fallback xmlns="">
      <p:transition advTm="19234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3" grpId="0"/>
    </p:bldLst>
  </p:timing>
  <p:extLst>
    <p:ext uri="{3A86A75C-4F4B-4683-9AE1-C65F6400EC91}">
      <p14:laserTraceLst xmlns:p14="http://schemas.microsoft.com/office/powerpoint/2010/main">
        <p14:tracePtLst>
          <p14:tracePt t="3635" x="5019675" y="3354388"/>
          <p14:tracePt t="3667" x="5032375" y="3354388"/>
          <p14:tracePt t="4227" x="4956175" y="3354388"/>
          <p14:tracePt t="4235" x="4832350" y="3354388"/>
          <p14:tracePt t="4243" x="4694238" y="3390900"/>
          <p14:tracePt t="4251" x="4518025" y="3403600"/>
          <p14:tracePt t="4259" x="4318000" y="3403600"/>
          <p14:tracePt t="4268" x="4117975" y="3403600"/>
          <p14:tracePt t="4275" x="3879850" y="3403600"/>
          <p14:tracePt t="4283" x="3705225" y="3403600"/>
          <p14:tracePt t="4291" x="3530600" y="3316288"/>
          <p14:tracePt t="4299" x="3341688" y="3165475"/>
          <p14:tracePt t="4307" x="3228975" y="2990850"/>
          <p14:tracePt t="4315" x="3079750" y="2728913"/>
          <p14:tracePt t="4323" x="3041650" y="2590800"/>
          <p14:tracePt t="4331" x="2916238" y="2427288"/>
          <p14:tracePt t="4340" x="2854325" y="2290763"/>
          <p14:tracePt t="4347" x="2778125" y="2165350"/>
          <p14:tracePt t="4355" x="2728913" y="2078038"/>
          <p14:tracePt t="4363" x="2690813" y="2001838"/>
          <p14:tracePt t="4371" x="2641600" y="1901825"/>
          <p14:tracePt t="4379" x="2616200" y="1876425"/>
          <p14:tracePt t="4387" x="2578100" y="1814513"/>
          <p14:tracePt t="4395" x="2554288" y="1789113"/>
          <p14:tracePt t="4403" x="2528888" y="1776413"/>
          <p14:tracePt t="4411" x="2503488" y="1765300"/>
          <p14:tracePt t="4419" x="2465388" y="1739900"/>
          <p14:tracePt t="4427" x="2441575" y="1739900"/>
          <p14:tracePt t="4435" x="2416175" y="1739900"/>
          <p14:tracePt t="4443" x="2403475" y="1739900"/>
          <p14:tracePt t="4451" x="2365375" y="1739900"/>
          <p14:tracePt t="4459" x="2328863" y="1739900"/>
          <p14:tracePt t="4467" x="2316163" y="1739900"/>
          <p14:tracePt t="4475" x="2265363" y="1739900"/>
          <p14:tracePt t="4483" x="2216150" y="1765300"/>
          <p14:tracePt t="4491" x="2139950" y="1827213"/>
          <p14:tracePt t="4499" x="2065338" y="1927225"/>
          <p14:tracePt t="4507" x="1990725" y="2014538"/>
          <p14:tracePt t="4515" x="1939925" y="2152650"/>
          <p14:tracePt t="4523" x="1927225" y="2278063"/>
          <p14:tracePt t="4531" x="1890713" y="2403475"/>
          <p14:tracePt t="4540" x="1890713" y="2503488"/>
          <p14:tracePt t="4547" x="1890713" y="2590800"/>
          <p14:tracePt t="4555" x="1903413" y="2652713"/>
          <p14:tracePt t="4563" x="2027238" y="2728913"/>
          <p14:tracePt t="4571" x="2190750" y="2816225"/>
          <p14:tracePt t="4579" x="2339975" y="2878138"/>
          <p14:tracePt t="4587" x="2516188" y="2941638"/>
          <p14:tracePt t="4595" x="2667000" y="2965450"/>
          <p14:tracePt t="4603" x="2803525" y="2990850"/>
          <p14:tracePt t="4611" x="2903538" y="2990850"/>
          <p14:tracePt t="4619" x="2928938" y="2990850"/>
          <p14:tracePt t="4627" x="2954338" y="2990850"/>
          <p14:tracePt t="4667" x="2954338" y="2952750"/>
          <p14:tracePt t="4675" x="2941638" y="2840038"/>
          <p14:tracePt t="4683" x="2903538" y="2778125"/>
          <p14:tracePt t="4691" x="2890838" y="2716213"/>
          <p14:tracePt t="4699" x="2841625" y="2652713"/>
          <p14:tracePt t="4707" x="2816225" y="2627313"/>
          <p14:tracePt t="4715" x="2778125" y="2578100"/>
          <p14:tracePt t="4724" x="2754313" y="2527300"/>
          <p14:tracePt t="4731" x="2728913" y="2516188"/>
          <p14:tracePt t="4739" x="2703513" y="2490788"/>
          <p14:tracePt t="4747" x="2641600" y="2478088"/>
          <p14:tracePt t="4755" x="2641600" y="2465388"/>
          <p14:tracePt t="4763" x="2616200" y="2452688"/>
          <p14:tracePt t="4771" x="2603500" y="2452688"/>
          <p14:tracePt t="4779" x="2590800" y="2452688"/>
          <p14:tracePt t="4787" x="2578100" y="2452688"/>
          <p14:tracePt t="4795" x="2565400" y="2452688"/>
          <p14:tracePt t="4811" x="2554288" y="2452688"/>
          <p14:tracePt t="4819" x="2541588" y="2452688"/>
          <p14:tracePt t="4836" x="2528888" y="2452688"/>
          <p14:tracePt t="4843" x="2516188" y="2452688"/>
          <p14:tracePt t="4851" x="2490788" y="2452688"/>
          <p14:tracePt t="4859" x="2465388" y="2452688"/>
          <p14:tracePt t="4867" x="2441575" y="2465388"/>
          <p14:tracePt t="4875" x="2365375" y="2516188"/>
          <p14:tracePt t="4883" x="2339975" y="2516188"/>
          <p14:tracePt t="4891" x="2303463" y="2540000"/>
          <p14:tracePt t="4899" x="2278063" y="2552700"/>
          <p14:tracePt t="4908" x="2239963" y="2552700"/>
          <p14:tracePt t="4915" x="2203450" y="2552700"/>
          <p14:tracePt t="4923" x="2152650" y="2552700"/>
          <p14:tracePt t="4931" x="2078038" y="2552700"/>
          <p14:tracePt t="4953" x="1878013" y="2552700"/>
          <p14:tracePt t="4955" x="1778000" y="2527300"/>
          <p14:tracePt t="4963" x="1652588" y="2478088"/>
          <p14:tracePt t="4971" x="1565275" y="2439988"/>
          <p14:tracePt t="4979" x="1439863" y="2403475"/>
          <p14:tracePt t="4987" x="1327150" y="2352675"/>
          <p14:tracePt t="4995" x="1227138" y="2314575"/>
          <p14:tracePt t="5003" x="1114425" y="2265363"/>
          <p14:tracePt t="5011" x="1050925" y="2239963"/>
          <p14:tracePt t="5020" x="989013" y="2201863"/>
          <p14:tracePt t="5027" x="938213" y="2190750"/>
          <p14:tracePt t="5035" x="889000" y="2152650"/>
          <p14:tracePt t="5043" x="838200" y="2139950"/>
          <p14:tracePt t="5051" x="825500" y="2127250"/>
          <p14:tracePt t="5059" x="788988" y="2114550"/>
          <p14:tracePt t="5067" x="776288" y="2101850"/>
          <p14:tracePt t="5083" x="763588" y="2101850"/>
          <p14:tracePt t="5092" x="750888" y="2101850"/>
          <p14:tracePt t="5099" x="750888" y="2089150"/>
          <p14:tracePt t="5107" x="738188" y="2089150"/>
          <p14:tracePt t="5115" x="725488" y="2078038"/>
          <p14:tracePt t="5123" x="701675" y="2078038"/>
          <p14:tracePt t="5131" x="688975" y="2065338"/>
          <p14:tracePt t="5147" x="676275" y="2065338"/>
          <p14:tracePt t="5179" x="663575" y="2065338"/>
          <p14:tracePt t="5187" x="650875" y="2052638"/>
          <p14:tracePt t="5195" x="625475" y="2052638"/>
          <p14:tracePt t="5203" x="612775" y="2052638"/>
          <p14:tracePt t="5211" x="576263" y="2052638"/>
          <p14:tracePt t="5219" x="563563" y="2052638"/>
          <p14:tracePt t="5227" x="538163" y="2052638"/>
          <p14:tracePt t="5235" x="525463" y="2052638"/>
          <p14:tracePt t="5243" x="500063" y="2052638"/>
          <p14:tracePt t="5251" x="488950" y="2052638"/>
          <p14:tracePt t="5259" x="476250" y="2052638"/>
          <p14:tracePt t="5323" x="476250" y="2065338"/>
          <p14:tracePt t="5331" x="500063" y="2139950"/>
          <p14:tracePt t="5339" x="525463" y="2201863"/>
          <p14:tracePt t="5347" x="576263" y="2290763"/>
          <p14:tracePt t="5355" x="638175" y="2365375"/>
          <p14:tracePt t="5363" x="701675" y="2465388"/>
          <p14:tracePt t="5371" x="750888" y="2516188"/>
          <p14:tracePt t="5379" x="801688" y="2578100"/>
          <p14:tracePt t="5387" x="876300" y="2640013"/>
          <p14:tracePt t="5395" x="963613" y="2716213"/>
          <p14:tracePt t="5404" x="1101725" y="2778125"/>
          <p14:tracePt t="5411" x="1239838" y="2828925"/>
          <p14:tracePt t="5419" x="1376363" y="2916238"/>
          <p14:tracePt t="5427" x="1577975" y="2965450"/>
          <p14:tracePt t="5435" x="1827213" y="2978150"/>
          <p14:tracePt t="5443" x="2039938" y="2990850"/>
          <p14:tracePt t="5451" x="2378075" y="2990850"/>
          <p14:tracePt t="5459" x="2816225" y="2990850"/>
          <p14:tracePt t="5467" x="3305175" y="2965450"/>
          <p14:tracePt t="5476" x="3767138" y="2916238"/>
          <p14:tracePt t="5483" x="4068763" y="2828925"/>
          <p14:tracePt t="5491" x="4230688" y="2765425"/>
          <p14:tracePt t="5499" x="4343400" y="2703513"/>
          <p14:tracePt t="5507" x="4468813" y="2627313"/>
          <p14:tracePt t="5515" x="4530725" y="2578100"/>
          <p14:tracePt t="5523" x="4543425" y="2540000"/>
          <p14:tracePt t="5531" x="4543425" y="2490788"/>
          <p14:tracePt t="5539" x="4543425" y="2427288"/>
          <p14:tracePt t="5547" x="4543425" y="2339975"/>
          <p14:tracePt t="5555" x="4494213" y="2227263"/>
          <p14:tracePt t="5563" x="4394200" y="2139950"/>
          <p14:tracePt t="5571" x="4318000" y="2065338"/>
          <p14:tracePt t="5579" x="4192588" y="1978025"/>
          <p14:tracePt t="5588" x="4105275" y="1901825"/>
          <p14:tracePt t="5595" x="3979863" y="1814513"/>
          <p14:tracePt t="5603" x="3856038" y="1752600"/>
          <p14:tracePt t="5611" x="3717925" y="1676400"/>
          <p14:tracePt t="5619" x="3554413" y="1614488"/>
          <p14:tracePt t="5627" x="3429000" y="1589088"/>
          <p14:tracePt t="5635" x="3279775" y="1539875"/>
          <p14:tracePt t="5643" x="3154363" y="1539875"/>
          <p14:tracePt t="5651" x="3016250" y="1527175"/>
          <p14:tracePt t="5660" x="2903538" y="1527175"/>
          <p14:tracePt t="5667" x="2778125" y="1527175"/>
          <p14:tracePt t="5675" x="2678113" y="1527175"/>
          <p14:tracePt t="5683" x="2565400" y="1527175"/>
          <p14:tracePt t="5691" x="2452688" y="1539875"/>
          <p14:tracePt t="5699" x="2328863" y="1563688"/>
          <p14:tracePt t="5707" x="2239963" y="1576388"/>
          <p14:tracePt t="5715" x="2152650" y="1601788"/>
          <p14:tracePt t="5723" x="2052638" y="1614488"/>
          <p14:tracePt t="5731" x="1952625" y="1627188"/>
          <p14:tracePt t="5739" x="1839913" y="1663700"/>
          <p14:tracePt t="5747" x="1739900" y="1689100"/>
          <p14:tracePt t="5755" x="1665288" y="1701800"/>
          <p14:tracePt t="5763" x="1601788" y="1739900"/>
          <p14:tracePt t="5772" x="1514475" y="1752600"/>
          <p14:tracePt t="5779" x="1427163" y="1789113"/>
          <p14:tracePt t="5787" x="1376363" y="1801813"/>
          <p14:tracePt t="5795" x="1327150" y="1814513"/>
          <p14:tracePt t="5803" x="1276350" y="1827213"/>
          <p14:tracePt t="5811" x="1189038" y="1865313"/>
          <p14:tracePt t="5819" x="1101725" y="1876425"/>
          <p14:tracePt t="5827" x="1014413" y="1927225"/>
          <p14:tracePt t="5835" x="938213" y="1939925"/>
          <p14:tracePt t="5843" x="850900" y="1978025"/>
          <p14:tracePt t="5851" x="825500" y="1989138"/>
          <p14:tracePt t="5859" x="788988" y="1989138"/>
          <p14:tracePt t="5867" x="776288" y="1989138"/>
          <p14:tracePt t="5915" x="763588" y="1989138"/>
          <p14:tracePt t="5923" x="750888" y="2014538"/>
          <p14:tracePt t="5931" x="738188" y="2052638"/>
          <p14:tracePt t="5939" x="738188" y="2101850"/>
          <p14:tracePt t="5947" x="738188" y="2165350"/>
          <p14:tracePt t="5955" x="738188" y="2214563"/>
          <p14:tracePt t="5963" x="750888" y="2265363"/>
          <p14:tracePt t="5971" x="776288" y="2339975"/>
          <p14:tracePt t="5979" x="814388" y="2403475"/>
          <p14:tracePt t="5987" x="863600" y="2452688"/>
          <p14:tracePt t="5995" x="950913" y="2527300"/>
          <p14:tracePt t="6003" x="1014413" y="2552700"/>
          <p14:tracePt t="6011" x="1114425" y="2603500"/>
          <p14:tracePt t="6019" x="1227138" y="2652713"/>
          <p14:tracePt t="6027" x="1339850" y="2678113"/>
          <p14:tracePt t="6035" x="1476375" y="2690813"/>
          <p14:tracePt t="6044" x="1665288" y="2716213"/>
          <p14:tracePt t="6051" x="1903413" y="2716213"/>
          <p14:tracePt t="6059" x="2178050" y="2716213"/>
          <p14:tracePt t="6067" x="2452688" y="2716213"/>
          <p14:tracePt t="6075" x="2690813" y="2716213"/>
          <p14:tracePt t="6083" x="2903538" y="2716213"/>
          <p14:tracePt t="6091" x="3028950" y="2716213"/>
          <p14:tracePt t="6099" x="3179763" y="2703513"/>
          <p14:tracePt t="6107" x="3228975" y="2703513"/>
          <p14:tracePt t="6115" x="3292475" y="2690813"/>
          <p14:tracePt t="6123" x="3328988" y="2678113"/>
          <p14:tracePt t="6131" x="3341688" y="2665413"/>
          <p14:tracePt t="6139" x="3367088" y="2652713"/>
          <p14:tracePt t="6147" x="3379788" y="2652713"/>
          <p14:tracePt t="6163" x="3417888" y="2627313"/>
          <p14:tracePt t="6179" x="3454400" y="2616200"/>
          <p14:tracePt t="6195" x="3467100" y="2616200"/>
          <p14:tracePt t="6211" x="3479800" y="2616200"/>
          <p14:tracePt t="7219" x="3479800" y="2527300"/>
          <p14:tracePt t="7227" x="3441700" y="2516188"/>
          <p14:tracePt t="7235" x="3405188" y="2452688"/>
          <p14:tracePt t="7243" x="3328988" y="2403475"/>
          <p14:tracePt t="7251" x="3305175" y="2390775"/>
          <p14:tracePt t="7259" x="3241675" y="2352675"/>
          <p14:tracePt t="7267" x="3205163" y="2339975"/>
          <p14:tracePt t="7276" x="3141663" y="2290763"/>
          <p14:tracePt t="7283" x="3116263" y="2278063"/>
          <p14:tracePt t="7291" x="3041650" y="2239963"/>
          <p14:tracePt t="7299" x="2967038" y="2227263"/>
          <p14:tracePt t="7307" x="2867025" y="2190750"/>
          <p14:tracePt t="7315" x="2741613" y="2178050"/>
          <p14:tracePt t="7323" x="2603500" y="2165350"/>
          <p14:tracePt t="7331" x="2441575" y="2152650"/>
          <p14:tracePt t="7339" x="2278063" y="2152650"/>
          <p14:tracePt t="7348" x="2127250" y="2152650"/>
          <p14:tracePt t="7355" x="1965325" y="2152650"/>
          <p14:tracePt t="7363" x="1827213" y="2152650"/>
          <p14:tracePt t="7371" x="1739900" y="2152650"/>
          <p14:tracePt t="7379" x="1665288" y="2152650"/>
          <p14:tracePt t="7387" x="1577975" y="2152650"/>
          <p14:tracePt t="7395" x="1539875" y="2152650"/>
          <p14:tracePt t="7403" x="1514475" y="2152650"/>
          <p14:tracePt t="7411" x="1476375" y="2152650"/>
          <p14:tracePt t="7419" x="1452563" y="2165350"/>
          <p14:tracePt t="7427" x="1439863" y="2178050"/>
          <p14:tracePt t="7435" x="1414463" y="2190750"/>
          <p14:tracePt t="7443" x="1376363" y="2227263"/>
          <p14:tracePt t="7451" x="1363663" y="2239963"/>
          <p14:tracePt t="7460" x="1339850" y="2265363"/>
          <p14:tracePt t="7467" x="1339850" y="2290763"/>
          <p14:tracePt t="7475" x="1339850" y="2314575"/>
          <p14:tracePt t="7483" x="1339850" y="2352675"/>
          <p14:tracePt t="7491" x="1339850" y="2365375"/>
          <p14:tracePt t="7499" x="1339850" y="2403475"/>
          <p14:tracePt t="7507" x="1339850" y="2427288"/>
          <p14:tracePt t="7515" x="1339850" y="2465388"/>
          <p14:tracePt t="7523" x="1363663" y="2490788"/>
          <p14:tracePt t="7532" x="1376363" y="2503488"/>
          <p14:tracePt t="7539" x="1414463" y="2503488"/>
          <p14:tracePt t="7547" x="1439863" y="2503488"/>
          <p14:tracePt t="7555" x="1476375" y="2503488"/>
          <p14:tracePt t="7563" x="1527175" y="2503488"/>
          <p14:tracePt t="7571" x="1577975" y="2503488"/>
          <p14:tracePt t="7579" x="1614488" y="2503488"/>
          <p14:tracePt t="7587" x="1665288" y="2503488"/>
          <p14:tracePt t="7595" x="1752600" y="2465388"/>
          <p14:tracePt t="7603" x="1852613" y="2403475"/>
          <p14:tracePt t="7611" x="1939925" y="2339975"/>
          <p14:tracePt t="7619" x="2003425" y="2278063"/>
          <p14:tracePt t="7627" x="2027238" y="2227263"/>
          <p14:tracePt t="7635" x="2027238" y="2139950"/>
          <p14:tracePt t="7644" x="2027238" y="2114550"/>
          <p14:tracePt t="7651" x="2003425" y="2052638"/>
          <p14:tracePt t="7659" x="1914525" y="1989138"/>
          <p14:tracePt t="7667" x="1827213" y="1939925"/>
          <p14:tracePt t="7675" x="1714500" y="1889125"/>
          <p14:tracePt t="7683" x="1627188" y="1852613"/>
          <p14:tracePt t="7691" x="1552575" y="1814513"/>
          <p14:tracePt t="7699" x="1476375" y="1789113"/>
          <p14:tracePt t="7707" x="1352550" y="1727200"/>
          <p14:tracePt t="7715" x="1289050" y="1714500"/>
          <p14:tracePt t="7723" x="1214438" y="1714500"/>
          <p14:tracePt t="7732" x="1139825" y="1714500"/>
          <p14:tracePt t="7739" x="1063625" y="1714500"/>
          <p14:tracePt t="7747" x="1027113" y="1714500"/>
          <p14:tracePt t="7755" x="1001713" y="1714500"/>
          <p14:tracePt t="7763" x="976313" y="1752600"/>
          <p14:tracePt t="7771" x="950913" y="1776413"/>
          <p14:tracePt t="7779" x="950913" y="1814513"/>
          <p14:tracePt t="7787" x="938213" y="1876425"/>
          <p14:tracePt t="7795" x="938213" y="1927225"/>
          <p14:tracePt t="7803" x="938213" y="1978025"/>
          <p14:tracePt t="7811" x="938213" y="2039938"/>
          <p14:tracePt t="7819" x="1014413" y="2127250"/>
          <p14:tracePt t="7827" x="1050925" y="2190750"/>
          <p14:tracePt t="7835" x="1114425" y="2252663"/>
          <p14:tracePt t="7843" x="1189038" y="2303463"/>
          <p14:tracePt t="7851" x="1263650" y="2365375"/>
          <p14:tracePt t="7859" x="1352550" y="2390775"/>
          <p14:tracePt t="7867" x="1389063" y="2390775"/>
          <p14:tracePt t="7875" x="1439863" y="2390775"/>
          <p14:tracePt t="7883" x="1476375" y="2390775"/>
          <p14:tracePt t="7891" x="1552575" y="2390775"/>
          <p14:tracePt t="7899" x="1577975" y="2390775"/>
          <p14:tracePt t="7907" x="1665288" y="2390775"/>
          <p14:tracePt t="7915" x="1752600" y="2352675"/>
          <p14:tracePt t="7923" x="1839913" y="2278063"/>
          <p14:tracePt t="7931" x="1914525" y="2201863"/>
          <p14:tracePt t="7939" x="1965325" y="2139950"/>
          <p14:tracePt t="7947" x="1965325" y="2078038"/>
          <p14:tracePt t="7955" x="1965325" y="2001838"/>
          <p14:tracePt t="7963" x="1965325" y="1965325"/>
          <p14:tracePt t="7971" x="1965325" y="1927225"/>
          <p14:tracePt t="7979" x="1927225" y="1889125"/>
          <p14:tracePt t="7987" x="1914525" y="1876425"/>
          <p14:tracePt t="7995" x="1878013" y="1865313"/>
          <p14:tracePt t="8003" x="1865313" y="1852613"/>
          <p14:tracePt t="8011" x="1852613" y="1852613"/>
          <p14:tracePt t="8019" x="1839913" y="1852613"/>
          <p14:tracePt t="8035" x="1814513" y="1852613"/>
          <p14:tracePt t="8043" x="1790700" y="1852613"/>
          <p14:tracePt t="8051" x="1727200" y="1876425"/>
          <p14:tracePt t="8059" x="1652588" y="1939925"/>
          <p14:tracePt t="8067" x="1589088" y="2001838"/>
          <p14:tracePt t="8075" x="1527175" y="2089150"/>
          <p14:tracePt t="8083" x="1414463" y="2201863"/>
          <p14:tracePt t="8091" x="1363663" y="2290763"/>
          <p14:tracePt t="8100" x="1314450" y="2365375"/>
          <p14:tracePt t="8107" x="1276350" y="2427288"/>
          <p14:tracePt t="8115" x="1263650" y="2465388"/>
          <p14:tracePt t="8123" x="1263650" y="2490788"/>
          <p14:tracePt t="8131" x="1252538" y="2503488"/>
          <p14:tracePt t="8139" x="1252538" y="2516188"/>
          <p14:tracePt t="8147" x="1252538" y="2527300"/>
          <p14:tracePt t="8155" x="1252538" y="2540000"/>
          <p14:tracePt t="8163" x="1263650" y="2540000"/>
          <p14:tracePt t="8171" x="1276350" y="2540000"/>
          <p14:tracePt t="8179" x="1314450" y="2552700"/>
          <p14:tracePt t="8187" x="1327150" y="2565400"/>
          <p14:tracePt t="8195" x="1363663" y="2565400"/>
          <p14:tracePt t="8203" x="1401763" y="2578100"/>
          <p14:tracePt t="8212" x="1476375" y="2578100"/>
          <p14:tracePt t="8219" x="1552575" y="2578100"/>
          <p14:tracePt t="8227" x="1689100" y="2578100"/>
          <p14:tracePt t="8235" x="1865313" y="2578100"/>
          <p14:tracePt t="8243" x="2039938" y="2565400"/>
          <p14:tracePt t="8251" x="2239963" y="2516188"/>
          <p14:tracePt t="8259" x="2452688" y="2427288"/>
          <p14:tracePt t="8267" x="2616200" y="2314575"/>
          <p14:tracePt t="8275" x="2741613" y="2252663"/>
          <p14:tracePt t="8284" x="2816225" y="2178050"/>
          <p14:tracePt t="8291" x="2867025" y="2127250"/>
          <p14:tracePt t="8299" x="2867025" y="2114550"/>
          <p14:tracePt t="8307" x="2867025" y="2089150"/>
          <p14:tracePt t="8315" x="2867025" y="2065338"/>
          <p14:tracePt t="8323" x="2867025" y="2027238"/>
          <p14:tracePt t="8347" x="2867025" y="2014538"/>
          <p14:tracePt t="8371" x="2854325" y="2014538"/>
          <p14:tracePt t="8387" x="2841625" y="2014538"/>
          <p14:tracePt t="8395" x="2816225" y="2039938"/>
          <p14:tracePt t="8403" x="2816225" y="2052638"/>
          <p14:tracePt t="8411" x="2816225" y="2078038"/>
          <p14:tracePt t="8419" x="2816225" y="2101850"/>
          <p14:tracePt t="8427" x="2816225" y="2139950"/>
          <p14:tracePt t="8435" x="2816225" y="2165350"/>
          <p14:tracePt t="8443" x="2816225" y="2178050"/>
          <p14:tracePt t="8451" x="2816225" y="2201863"/>
          <p14:tracePt t="8459" x="2841625" y="2214563"/>
          <p14:tracePt t="8467" x="2854325" y="2227263"/>
          <p14:tracePt t="8475" x="2867025" y="2227263"/>
          <p14:tracePt t="8483" x="2890838" y="2252663"/>
          <p14:tracePt t="8491" x="2903538" y="2252663"/>
          <p14:tracePt t="8499" x="2928938" y="2252663"/>
          <p14:tracePt t="8507" x="2954338" y="2252663"/>
          <p14:tracePt t="8515" x="2979738" y="2265363"/>
          <p14:tracePt t="8523" x="2992438" y="2265363"/>
          <p14:tracePt t="8531" x="3028950" y="2265363"/>
          <p14:tracePt t="8539" x="3067050" y="2265363"/>
          <p14:tracePt t="8547" x="3128963" y="2265363"/>
          <p14:tracePt t="8555" x="3228975" y="2252663"/>
          <p14:tracePt t="8563" x="3328988" y="2239963"/>
          <p14:tracePt t="8571" x="3441700" y="2214563"/>
          <p14:tracePt t="8579" x="3592513" y="2190750"/>
          <p14:tracePt t="8587" x="3730625" y="2178050"/>
          <p14:tracePt t="8595" x="3867150" y="2165350"/>
          <p14:tracePt t="8603" x="3992563" y="2165350"/>
          <p14:tracePt t="8611" x="4092575" y="2165350"/>
          <p14:tracePt t="8619" x="4156075" y="2165350"/>
          <p14:tracePt t="8627" x="4192588" y="2165350"/>
          <p14:tracePt t="8707" x="4205288" y="2165350"/>
          <p14:tracePt t="8715" x="4205288" y="2201863"/>
          <p14:tracePt t="8723" x="4205288" y="2214563"/>
          <p14:tracePt t="8731" x="4205288" y="2265363"/>
          <p14:tracePt t="8739" x="4205288" y="2290763"/>
          <p14:tracePt t="8747" x="4205288" y="2327275"/>
          <p14:tracePt t="8755" x="4205288" y="2365375"/>
          <p14:tracePt t="8763" x="4205288" y="2403475"/>
          <p14:tracePt t="8771" x="4217988" y="2452688"/>
          <p14:tracePt t="8779" x="4243388" y="2516188"/>
          <p14:tracePt t="8787" x="4281488" y="2552700"/>
          <p14:tracePt t="8795" x="4305300" y="2590800"/>
          <p14:tracePt t="8803" x="4368800" y="2652713"/>
          <p14:tracePt t="8811" x="4418013" y="2678113"/>
          <p14:tracePt t="8819" x="4456113" y="2703513"/>
          <p14:tracePt t="8827" x="4481513" y="2716213"/>
          <p14:tracePt t="8835" x="4494213" y="2716213"/>
          <p14:tracePt t="8915" x="4506913" y="2716213"/>
          <p14:tracePt t="8931" x="4506913" y="2690813"/>
          <p14:tracePt t="8939" x="4494213" y="2678113"/>
          <p14:tracePt t="8947" x="4468813" y="2665413"/>
          <p14:tracePt t="8955" x="4443413" y="2665413"/>
          <p14:tracePt t="8964" x="4381500" y="2640013"/>
          <p14:tracePt t="8971" x="4318000" y="2616200"/>
          <p14:tracePt t="8979" x="4205288" y="2603500"/>
          <p14:tracePt t="8987" x="4092575" y="2590800"/>
          <p14:tracePt t="8995" x="3930650" y="2565400"/>
          <p14:tracePt t="9003" x="3756025" y="2565400"/>
          <p14:tracePt t="9011" x="3630613" y="2565400"/>
          <p14:tracePt t="9019" x="3505200" y="2565400"/>
          <p14:tracePt t="9027" x="3405188" y="2565400"/>
          <p14:tracePt t="9035" x="3328988" y="2565400"/>
          <p14:tracePt t="9043" x="3267075" y="2590800"/>
          <p14:tracePt t="9051" x="3205163" y="2640013"/>
          <p14:tracePt t="9059" x="3179763" y="2690813"/>
          <p14:tracePt t="9067" x="3141663" y="2740025"/>
          <p14:tracePt t="9075" x="3116263" y="2816225"/>
          <p14:tracePt t="9083" x="3116263" y="2865438"/>
          <p14:tracePt t="9091" x="3116263" y="2903538"/>
          <p14:tracePt t="9099" x="3116263" y="2941638"/>
          <p14:tracePt t="9107" x="3116263" y="2952750"/>
          <p14:tracePt t="9115" x="3141663" y="3003550"/>
          <p14:tracePt t="9123" x="3167063" y="3003550"/>
          <p14:tracePt t="9131" x="3205163" y="3016250"/>
          <p14:tracePt t="9139" x="3241675" y="3016250"/>
          <p14:tracePt t="9148" x="3305175" y="3016250"/>
          <p14:tracePt t="9155" x="3367088" y="3016250"/>
          <p14:tracePt t="9163" x="3441700" y="3028950"/>
          <p14:tracePt t="9171" x="3517900" y="3028950"/>
          <p14:tracePt t="9179" x="3643313" y="3028950"/>
          <p14:tracePt t="9187" x="3792538" y="3028950"/>
          <p14:tracePt t="9195" x="3968750" y="3028950"/>
          <p14:tracePt t="9203" x="4156075" y="3028950"/>
          <p14:tracePt t="9211" x="4381500" y="3028950"/>
          <p14:tracePt t="9220" x="4581525" y="3028950"/>
          <p14:tracePt t="9227" x="4732338" y="3028950"/>
          <p14:tracePt t="9235" x="4843463" y="3028950"/>
          <p14:tracePt t="9243" x="4919663" y="3028950"/>
          <p14:tracePt t="9251" x="4956175" y="3028950"/>
          <p14:tracePt t="9323" x="4981575" y="3028950"/>
          <p14:tracePt t="9331" x="4994275" y="3054350"/>
          <p14:tracePt t="9339" x="5006975" y="3054350"/>
          <p14:tracePt t="9347" x="5006975" y="3078163"/>
          <p14:tracePt t="9355" x="5006975" y="3090863"/>
          <p14:tracePt t="9363" x="5032375" y="3103563"/>
          <p14:tracePt t="9371" x="5032375" y="3116263"/>
          <p14:tracePt t="9379" x="5045075" y="3141663"/>
          <p14:tracePt t="9387" x="5057775" y="3154363"/>
          <p14:tracePt t="9395" x="5081588" y="3190875"/>
          <p14:tracePt t="9403" x="5094288" y="3203575"/>
          <p14:tracePt t="9411" x="5119688" y="3228975"/>
          <p14:tracePt t="9419" x="5132388" y="3241675"/>
          <p14:tracePt t="9427" x="5181600" y="3278188"/>
          <p14:tracePt t="9435" x="5219700" y="3303588"/>
          <p14:tracePt t="9443" x="5245100" y="3303588"/>
          <p14:tracePt t="9451" x="5257800" y="3316288"/>
          <p14:tracePt t="9459" x="5281613" y="3328988"/>
          <p14:tracePt t="9475" x="5294313" y="3328988"/>
          <p14:tracePt t="9763" x="5307013" y="3341688"/>
          <p14:tracePt t="9835" x="5307013" y="3354388"/>
          <p14:tracePt t="9851" x="5307013" y="3367088"/>
          <p14:tracePt t="9859" x="5307013" y="3390900"/>
          <p14:tracePt t="9867" x="5307013" y="3403600"/>
          <p14:tracePt t="9875" x="5332413" y="3416300"/>
          <p14:tracePt t="9883" x="5332413" y="3441700"/>
          <p14:tracePt t="9891" x="5332413" y="3454400"/>
          <p14:tracePt t="9900" x="5332413" y="3467100"/>
          <p14:tracePt t="9907" x="5345113" y="3490913"/>
          <p14:tracePt t="9939" x="5345113" y="3516313"/>
          <p14:tracePt t="9955" x="5345113" y="3529013"/>
          <p14:tracePt t="9972" x="5319713" y="3529013"/>
          <p14:tracePt t="9987" x="5307013" y="3529013"/>
          <p14:tracePt t="9995" x="5270500" y="3516313"/>
          <p14:tracePt t="10003" x="5257800" y="3454400"/>
          <p14:tracePt t="10011" x="5245100" y="3328988"/>
          <p14:tracePt t="10019" x="5194300" y="3178175"/>
          <p14:tracePt t="10027" x="5170488" y="3054350"/>
          <p14:tracePt t="10035" x="5119688" y="2952750"/>
          <p14:tracePt t="10043" x="5081588" y="2865438"/>
          <p14:tracePt t="10051" x="5057775" y="2803525"/>
          <p14:tracePt t="10059" x="5032375" y="2765425"/>
          <p14:tracePt t="10067" x="5019675" y="2752725"/>
          <p14:tracePt t="10075" x="5019675" y="2728913"/>
          <p14:tracePt t="10084" x="5006975" y="2728913"/>
          <p14:tracePt t="10115" x="5006975" y="2716213"/>
          <p14:tracePt t="10123" x="4981575" y="2716213"/>
          <p14:tracePt t="10131" x="4945063" y="2716213"/>
          <p14:tracePt t="10139" x="4906963" y="2728913"/>
          <p14:tracePt t="10147" x="4856163" y="2752725"/>
          <p14:tracePt t="10156" x="4819650" y="2803525"/>
          <p14:tracePt t="10163" x="4768850" y="2852738"/>
          <p14:tracePt t="10171" x="4756150" y="2878138"/>
          <p14:tracePt t="10179" x="4719638" y="2916238"/>
          <p14:tracePt t="10187" x="4706938" y="2928938"/>
          <p14:tracePt t="10195" x="4681538" y="2978150"/>
          <p14:tracePt t="10211" x="4668838" y="2990850"/>
          <p14:tracePt t="10219" x="4668838" y="3003550"/>
          <p14:tracePt t="10227" x="4668838" y="3016250"/>
          <p14:tracePt t="10243" x="4668838" y="3028950"/>
          <p14:tracePt t="10275" x="4668838" y="3054350"/>
          <p14:tracePt t="10283" x="4681538" y="3078163"/>
          <p14:tracePt t="10291" x="4681538" y="3090863"/>
          <p14:tracePt t="10299" x="4694238" y="3090863"/>
          <p14:tracePt t="10315" x="4706938" y="3090863"/>
          <p14:tracePt t="10323" x="4719638" y="3090863"/>
          <p14:tracePt t="10331" x="4743450" y="3090863"/>
          <p14:tracePt t="10339" x="4756150" y="3090863"/>
          <p14:tracePt t="10347" x="4794250" y="3090863"/>
          <p14:tracePt t="10356" x="4819650" y="3065463"/>
          <p14:tracePt t="10363" x="4856163" y="3041650"/>
          <p14:tracePt t="10371" x="4868863" y="3003550"/>
          <p14:tracePt t="10379" x="4894263" y="2965450"/>
          <p14:tracePt t="10387" x="4919663" y="2928938"/>
          <p14:tracePt t="10395" x="4945063" y="2903538"/>
          <p14:tracePt t="10403" x="4945063" y="2890838"/>
          <p14:tracePt t="10411" x="4968875" y="2865438"/>
          <p14:tracePt t="10427" x="4968875" y="2852738"/>
          <p14:tracePt t="10435" x="4968875" y="2840038"/>
          <p14:tracePt t="10443" x="4968875" y="2828925"/>
          <p14:tracePt t="10451" x="4968875" y="2816225"/>
          <p14:tracePt t="10459" x="4956175" y="2816225"/>
          <p14:tracePt t="10475" x="4932363" y="2790825"/>
          <p14:tracePt t="10491" x="4906963" y="2790825"/>
          <p14:tracePt t="10507" x="4881563" y="2790825"/>
          <p14:tracePt t="10515" x="4868863" y="2790825"/>
          <p14:tracePt t="10531" x="4832350" y="2790825"/>
          <p14:tracePt t="10540" x="4819650" y="2790825"/>
          <p14:tracePt t="10547" x="4794250" y="2790825"/>
          <p14:tracePt t="10555" x="4756150" y="2790825"/>
          <p14:tracePt t="10563" x="4732338" y="2790825"/>
          <p14:tracePt t="10571" x="4694238" y="2790825"/>
          <p14:tracePt t="10579" x="4668838" y="2790825"/>
          <p14:tracePt t="10587" x="4643438" y="2828925"/>
          <p14:tracePt t="10595" x="4594225" y="2865438"/>
          <p14:tracePt t="10603" x="4594225" y="2890838"/>
          <p14:tracePt t="10611" x="4581525" y="2928938"/>
          <p14:tracePt t="10619" x="4581525" y="2952750"/>
          <p14:tracePt t="10627" x="4568825" y="2978150"/>
          <p14:tracePt t="10635" x="4568825" y="3016250"/>
          <p14:tracePt t="10643" x="4568825" y="3041650"/>
          <p14:tracePt t="10652" x="4581525" y="3065463"/>
          <p14:tracePt t="10659" x="4594225" y="3090863"/>
          <p14:tracePt t="10667" x="4619625" y="3116263"/>
          <p14:tracePt t="10675" x="4643438" y="3128963"/>
          <p14:tracePt t="10691" x="4668838" y="3141663"/>
          <p14:tracePt t="10699" x="4694238" y="3154363"/>
          <p14:tracePt t="10707" x="4706938" y="3154363"/>
          <p14:tracePt t="10715" x="4719638" y="3154363"/>
          <p14:tracePt t="10724" x="4756150" y="3165475"/>
          <p14:tracePt t="10731" x="4794250" y="3165475"/>
          <p14:tracePt t="10739" x="4843463" y="3165475"/>
          <p14:tracePt t="10747" x="4894263" y="3165475"/>
          <p14:tracePt t="10755" x="4932363" y="3154363"/>
          <p14:tracePt t="10763" x="4981575" y="3103563"/>
          <p14:tracePt t="10771" x="5019675" y="3078163"/>
          <p14:tracePt t="10779" x="5032375" y="3041650"/>
          <p14:tracePt t="10787" x="5032375" y="3003550"/>
          <p14:tracePt t="10795" x="5032375" y="2965450"/>
          <p14:tracePt t="10803" x="5032375" y="2928938"/>
          <p14:tracePt t="10819" x="5032375" y="2916238"/>
          <p14:tracePt t="10827" x="5032375" y="2890838"/>
          <p14:tracePt t="10836" x="5019675" y="2890838"/>
          <p14:tracePt t="10851" x="4994275" y="2878138"/>
          <p14:tracePt t="10859" x="4981575" y="2878138"/>
          <p14:tracePt t="10867" x="4945063" y="2878138"/>
          <p14:tracePt t="10875" x="4906963" y="2878138"/>
          <p14:tracePt t="10883" x="4843463" y="2903538"/>
          <p14:tracePt t="10891" x="4781550" y="2941638"/>
          <p14:tracePt t="10899" x="4719638" y="2990850"/>
          <p14:tracePt t="10908" x="4681538" y="3054350"/>
          <p14:tracePt t="10915" x="4630738" y="3103563"/>
          <p14:tracePt t="10923" x="4606925" y="3128963"/>
          <p14:tracePt t="10931" x="4606925" y="3154363"/>
          <p14:tracePt t="10939" x="4606925" y="3165475"/>
          <p14:tracePt t="10947" x="4606925" y="3190875"/>
          <p14:tracePt t="10955" x="4619625" y="3203575"/>
          <p14:tracePt t="10971" x="4656138" y="3216275"/>
          <p14:tracePt t="10979" x="4668838" y="3228975"/>
          <p14:tracePt t="10987" x="4694238" y="3228975"/>
          <p14:tracePt t="10995" x="4756150" y="3228975"/>
          <p14:tracePt t="11003" x="4868863" y="3228975"/>
          <p14:tracePt t="11011" x="4945063" y="3228975"/>
          <p14:tracePt t="11020" x="5045075" y="3228975"/>
          <p14:tracePt t="11027" x="5132388" y="3228975"/>
          <p14:tracePt t="11035" x="5207000" y="3228975"/>
          <p14:tracePt t="11043" x="5270500" y="3190875"/>
          <p14:tracePt t="11051" x="5307013" y="3165475"/>
          <p14:tracePt t="11059" x="5332413" y="3141663"/>
          <p14:tracePt t="11067" x="5345113" y="3128963"/>
          <p14:tracePt t="11075" x="5345113" y="3116263"/>
          <p14:tracePt t="11083" x="5332413" y="3090863"/>
          <p14:tracePt t="11115" x="5307013" y="3090863"/>
          <p14:tracePt t="11171" x="5319713" y="3116263"/>
          <p14:tracePt t="11179" x="5357813" y="3154363"/>
          <p14:tracePt t="11187" x="5419725" y="3165475"/>
          <p14:tracePt t="11195" x="5483225" y="3203575"/>
          <p14:tracePt t="11203" x="5532438" y="3228975"/>
          <p14:tracePt t="11211" x="5557838" y="3228975"/>
          <p14:tracePt t="11219" x="5583238" y="3228975"/>
          <p14:tracePt t="11227" x="5607050" y="3228975"/>
          <p14:tracePt t="11235" x="5619750" y="3228975"/>
          <p14:tracePt t="11243" x="5645150" y="3228975"/>
          <p14:tracePt t="11251" x="5670550" y="3228975"/>
          <p14:tracePt t="11259" x="5695950" y="3203575"/>
          <p14:tracePt t="11267" x="5708650" y="3190875"/>
          <p14:tracePt t="11275" x="5732463" y="3165475"/>
          <p14:tracePt t="11283" x="5745163" y="3165475"/>
          <p14:tracePt t="11292" x="5757863" y="3154363"/>
          <p14:tracePt t="11299" x="5757863" y="3141663"/>
          <p14:tracePt t="11323" x="5757863" y="3128963"/>
          <p14:tracePt t="11347" x="5757863" y="3103563"/>
          <p14:tracePt t="11379" x="5757863" y="3090863"/>
          <p14:tracePt t="11435" x="5757863" y="3078163"/>
          <p14:tracePt t="11467" x="5745163" y="3065463"/>
          <p14:tracePt t="11515" x="5732463" y="3065463"/>
          <p14:tracePt t="11563" x="5708650" y="3065463"/>
          <p14:tracePt t="11571" x="5657850" y="3065463"/>
          <p14:tracePt t="11579" x="5595938" y="3065463"/>
          <p14:tracePt t="11587" x="5519738" y="3065463"/>
          <p14:tracePt t="11595" x="5470525" y="3065463"/>
          <p14:tracePt t="11603" x="5383213" y="3065463"/>
          <p14:tracePt t="11611" x="5319713" y="3054350"/>
          <p14:tracePt t="11619" x="5281613" y="3041650"/>
          <p14:tracePt t="11627" x="5270500" y="3028950"/>
          <p14:tracePt t="11635" x="5257800" y="3016250"/>
          <p14:tracePt t="11747" x="5257800" y="3003550"/>
          <p14:tracePt t="11787" x="5270500" y="3028950"/>
          <p14:tracePt t="11795" x="5281613" y="3054350"/>
          <p14:tracePt t="11803" x="5307013" y="3078163"/>
          <p14:tracePt t="11811" x="5319713" y="3090863"/>
          <p14:tracePt t="11819" x="5345113" y="3116263"/>
          <p14:tracePt t="11835" x="5357813" y="3141663"/>
          <p14:tracePt t="11844" x="5370513" y="3154363"/>
          <p14:tracePt t="11851" x="5383213" y="3165475"/>
          <p14:tracePt t="11867" x="5394325" y="3165475"/>
          <p14:tracePt t="11915" x="5419725" y="3165475"/>
          <p14:tracePt t="11955" x="5432425" y="3165475"/>
          <p14:tracePt t="11963" x="5445125" y="3154363"/>
          <p14:tracePt t="11979" x="5457825" y="3154363"/>
          <p14:tracePt t="11987" x="5470525" y="3154363"/>
          <p14:tracePt t="11995" x="5495925" y="3154363"/>
          <p14:tracePt t="12003" x="5507038" y="3154363"/>
          <p14:tracePt t="12011" x="5532438" y="3154363"/>
          <p14:tracePt t="12019" x="5557838" y="3154363"/>
          <p14:tracePt t="12035" x="5583238" y="3154363"/>
          <p14:tracePt t="12051" x="5595938" y="3154363"/>
          <p14:tracePt t="12083" x="5607050" y="3154363"/>
          <p14:tracePt t="12115" x="5619750" y="3154363"/>
          <p14:tracePt t="12163" x="5632450" y="3154363"/>
          <p14:tracePt t="12651" x="5645150" y="3154363"/>
          <p14:tracePt t="12699" x="5657850" y="3154363"/>
          <p14:tracePt t="12771" x="5670550" y="3154363"/>
          <p14:tracePt t="12779" x="5683250" y="3154363"/>
          <p14:tracePt t="12787" x="5708650" y="3154363"/>
          <p14:tracePt t="12803" x="5719763" y="3154363"/>
          <p14:tracePt t="12811" x="5745163" y="3154363"/>
          <p14:tracePt t="12819" x="5795963" y="3154363"/>
          <p14:tracePt t="12827" x="5821363" y="3154363"/>
          <p14:tracePt t="12843" x="5845175" y="3154363"/>
          <p14:tracePt t="12851" x="5870575" y="3154363"/>
          <p14:tracePt t="12867" x="5883275" y="3154363"/>
          <p14:tracePt t="12875" x="5895975" y="3154363"/>
          <p14:tracePt t="12883" x="5908675" y="3154363"/>
          <p14:tracePt t="12979" x="5895975" y="3141663"/>
          <p14:tracePt t="12987" x="5895975" y="3103563"/>
          <p14:tracePt t="12995" x="5895975" y="3090863"/>
          <p14:tracePt t="13003" x="5895975" y="3054350"/>
          <p14:tracePt t="13011" x="5895975" y="3028950"/>
          <p14:tracePt t="13019" x="5870575" y="2990850"/>
          <p14:tracePt t="13027" x="5870575" y="2965450"/>
          <p14:tracePt t="13035" x="5857875" y="2952750"/>
          <p14:tracePt t="13043" x="5857875" y="2941638"/>
          <p14:tracePt t="13051" x="5832475" y="2916238"/>
          <p14:tracePt t="13067" x="5795963" y="2903538"/>
          <p14:tracePt t="13075" x="5757863" y="2865438"/>
          <p14:tracePt t="13083" x="5719763" y="2865438"/>
          <p14:tracePt t="13091" x="5683250" y="2852738"/>
          <p14:tracePt t="13099" x="5607050" y="2816225"/>
          <p14:tracePt t="13107" x="5557838" y="2790825"/>
          <p14:tracePt t="13115" x="5457825" y="2765425"/>
          <p14:tracePt t="13123" x="5345113" y="2740025"/>
          <p14:tracePt t="13131" x="5219700" y="2728913"/>
          <p14:tracePt t="13139" x="5094288" y="2703513"/>
          <p14:tracePt t="13147" x="4981575" y="2703513"/>
          <p14:tracePt t="13155" x="4894263" y="2703513"/>
          <p14:tracePt t="13164" x="4806950" y="2703513"/>
          <p14:tracePt t="13171" x="4743450" y="2703513"/>
          <p14:tracePt t="13179" x="4694238" y="2703513"/>
          <p14:tracePt t="13187" x="4656138" y="2752725"/>
          <p14:tracePt t="13195" x="4630738" y="2778125"/>
          <p14:tracePt t="13203" x="4606925" y="2816225"/>
          <p14:tracePt t="13211" x="4581525" y="2865438"/>
          <p14:tracePt t="13219" x="4568825" y="2916238"/>
          <p14:tracePt t="13227" x="4556125" y="2978150"/>
          <p14:tracePt t="13235" x="4518025" y="3028950"/>
          <p14:tracePt t="13243" x="4506913" y="3065463"/>
          <p14:tracePt t="13251" x="4481513" y="3103563"/>
          <p14:tracePt t="13259" x="4468813" y="3116263"/>
          <p14:tracePt t="13267" x="4456113" y="3141663"/>
          <p14:tracePt t="13276" x="4456113" y="3154363"/>
          <p14:tracePt t="13283" x="4443413" y="3154363"/>
          <p14:tracePt t="13467" x="4543425" y="3165475"/>
          <p14:tracePt t="13475" x="4643438" y="3178175"/>
          <p14:tracePt t="13483" x="4781550" y="3178175"/>
          <p14:tracePt t="13491" x="4932363" y="3178175"/>
          <p14:tracePt t="13499" x="5068888" y="3178175"/>
          <p14:tracePt t="13507" x="5207000" y="3178175"/>
          <p14:tracePt t="13515" x="5345113" y="3178175"/>
          <p14:tracePt t="13523" x="5457825" y="3178175"/>
          <p14:tracePt t="13532" x="5545138" y="3178175"/>
          <p14:tracePt t="13539" x="5583238" y="3178175"/>
          <p14:tracePt t="13547" x="5595938" y="3178175"/>
          <p14:tracePt t="13739" x="5583238" y="3178175"/>
          <p14:tracePt t="13747" x="5557838" y="3165475"/>
          <p14:tracePt t="13755" x="5519738" y="3165475"/>
          <p14:tracePt t="13763" x="5483225" y="3154363"/>
          <p14:tracePt t="13771" x="5432425" y="3128963"/>
          <p14:tracePt t="13779" x="5394325" y="3103563"/>
          <p14:tracePt t="13787" x="5357813" y="3103563"/>
          <p14:tracePt t="13795" x="5294313" y="3103563"/>
          <p14:tracePt t="13803" x="5232400" y="3103563"/>
          <p14:tracePt t="13811" x="5181600" y="3103563"/>
          <p14:tracePt t="13819" x="5145088" y="3103563"/>
          <p14:tracePt t="13827" x="5119688" y="3103563"/>
          <p14:tracePt t="13835" x="5094288" y="3103563"/>
          <p14:tracePt t="13843" x="5068888" y="3103563"/>
          <p14:tracePt t="13907" x="5057775" y="3103563"/>
          <p14:tracePt t="13916" x="5045075" y="3103563"/>
          <p14:tracePt t="13947" x="5045075" y="3116263"/>
          <p14:tracePt t="13963" x="5045075" y="3128963"/>
          <p14:tracePt t="13971" x="5032375" y="3141663"/>
          <p14:tracePt t="13987" x="5019675" y="3154363"/>
          <p14:tracePt t="14003" x="5006975" y="3154363"/>
          <p14:tracePt t="14011" x="4994275" y="3154363"/>
          <p14:tracePt t="14027" x="4981575" y="3154363"/>
          <p14:tracePt t="14107" x="4968875" y="3154363"/>
          <p14:tracePt t="14283" x="5006975" y="3154363"/>
          <p14:tracePt t="14291" x="5045075" y="3154363"/>
          <p14:tracePt t="14299" x="5068888" y="3141663"/>
          <p14:tracePt t="14307" x="5106988" y="3141663"/>
          <p14:tracePt t="14315" x="5145088" y="3128963"/>
          <p14:tracePt t="14323" x="5157788" y="3128963"/>
          <p14:tracePt t="14331" x="5181600" y="3128963"/>
          <p14:tracePt t="14339" x="5194300" y="3128963"/>
          <p14:tracePt t="14491" x="5207000" y="3128963"/>
          <p14:tracePt t="14531" x="5219700" y="3128963"/>
          <p14:tracePt t="14667" x="5232400" y="3128963"/>
          <p14:tracePt t="14755" x="5245100" y="3128963"/>
          <p14:tracePt t="14795" x="5257800" y="3128963"/>
          <p14:tracePt t="14811" x="5270500" y="3128963"/>
          <p14:tracePt t="14851" x="5281613" y="3128963"/>
          <p14:tracePt t="14883" x="5294313" y="3128963"/>
          <p14:tracePt t="15067" x="5307013" y="3128963"/>
          <p14:tracePt t="15155" x="5319713" y="3128963"/>
          <p14:tracePt t="15219" x="5332413" y="3128963"/>
          <p14:tracePt t="15267" x="5345113" y="3128963"/>
          <p14:tracePt t="15275" x="5357813" y="3128963"/>
          <p14:tracePt t="15283" x="5383213" y="3128963"/>
          <p14:tracePt t="15291" x="5432425" y="3128963"/>
          <p14:tracePt t="15299" x="5507038" y="3128963"/>
          <p14:tracePt t="15307" x="5570538" y="3128963"/>
          <p14:tracePt t="15315" x="5645150" y="3116263"/>
          <p14:tracePt t="15323" x="5732463" y="3090863"/>
          <p14:tracePt t="15331" x="5757863" y="3065463"/>
          <p14:tracePt t="15339" x="5783263" y="3041650"/>
          <p14:tracePt t="15347" x="5821363" y="3016250"/>
          <p14:tracePt t="15355" x="5821363" y="2990850"/>
          <p14:tracePt t="15363" x="5821363" y="2952750"/>
          <p14:tracePt t="15371" x="5821363" y="2928938"/>
          <p14:tracePt t="15379" x="5821363" y="2878138"/>
          <p14:tracePt t="15387" x="5821363" y="2840038"/>
          <p14:tracePt t="15395" x="5821363" y="2790825"/>
          <p14:tracePt t="15404" x="5832475" y="2740025"/>
          <p14:tracePt t="15411" x="5845175" y="2716213"/>
          <p14:tracePt t="15419" x="5857875" y="2690813"/>
          <p14:tracePt t="15427" x="5870575" y="2665413"/>
          <p14:tracePt t="15435" x="5870575" y="2652713"/>
          <p14:tracePt t="15443" x="5870575" y="2640013"/>
          <p14:tracePt t="15451" x="5883275" y="2627313"/>
          <p14:tracePt t="15555" x="5883275" y="2616200"/>
          <p14:tracePt t="15659" x="5870575" y="2616200"/>
          <p14:tracePt t="15667" x="5870575" y="2627313"/>
          <p14:tracePt t="15675" x="5870575" y="2652713"/>
          <p14:tracePt t="15683" x="5895975" y="2652713"/>
          <p14:tracePt t="15691" x="5921375" y="2652713"/>
          <p14:tracePt t="15699" x="5957888" y="2652713"/>
          <p14:tracePt t="15715" x="5983288" y="2652713"/>
          <p14:tracePt t="15723" x="5995988" y="2652713"/>
          <p14:tracePt t="15731" x="6008688" y="2652713"/>
          <p14:tracePt t="15923" x="6021388" y="2652713"/>
          <p14:tracePt t="15955" x="6034088" y="2652713"/>
          <p14:tracePt t="15971" x="6045200" y="2652713"/>
          <p14:tracePt t="15987" x="6057900" y="2652713"/>
          <p14:tracePt t="16323" x="6057900" y="2640013"/>
          <p14:tracePt t="16331" x="5845175" y="2603500"/>
          <p14:tracePt t="16339" x="5645150" y="2578100"/>
          <p14:tracePt t="16347" x="5470525" y="2565400"/>
          <p14:tracePt t="16355" x="5332413" y="2540000"/>
          <p14:tracePt t="16363" x="5232400" y="2527300"/>
          <p14:tracePt t="16371" x="5145088" y="2516188"/>
          <p14:tracePt t="16379" x="5081588" y="2503488"/>
          <p14:tracePt t="16387" x="5057775" y="2478088"/>
          <p14:tracePt t="16483" x="5068888" y="2503488"/>
          <p14:tracePt t="16491" x="5132388" y="2516188"/>
          <p14:tracePt t="16499" x="5145088" y="2527300"/>
          <p14:tracePt t="16507" x="5181600" y="2540000"/>
          <p14:tracePt t="16515" x="5219700" y="2540000"/>
          <p14:tracePt t="16523" x="5270500" y="2552700"/>
          <p14:tracePt t="16531" x="5332413" y="2552700"/>
          <p14:tracePt t="16539" x="5394325" y="2552700"/>
          <p14:tracePt t="16547" x="5457825" y="2552700"/>
          <p14:tracePt t="16555" x="5557838" y="2552700"/>
          <p14:tracePt t="16563" x="5632450" y="2552700"/>
          <p14:tracePt t="16571" x="5695950" y="2552700"/>
          <p14:tracePt t="16579" x="5745163" y="2552700"/>
          <p14:tracePt t="16587" x="5832475" y="2552700"/>
          <p14:tracePt t="16595" x="5908675" y="2552700"/>
          <p14:tracePt t="16603" x="5945188" y="2552700"/>
          <p14:tracePt t="16611" x="5995988" y="2552700"/>
          <p14:tracePt t="16619" x="6021388" y="2552700"/>
          <p14:tracePt t="16627" x="6057900" y="2552700"/>
          <p14:tracePt t="16635" x="6096000" y="2552700"/>
          <p14:tracePt t="16643" x="6121400" y="2552700"/>
          <p14:tracePt t="16652" x="6157913" y="2552700"/>
          <p14:tracePt t="16659" x="6183313" y="2552700"/>
          <p14:tracePt t="16667" x="6196013" y="2552700"/>
          <p14:tracePt t="16675" x="6208713" y="2565400"/>
          <p14:tracePt t="16739" x="6221413" y="2565400"/>
          <p14:tracePt t="16747" x="6234113" y="2565400"/>
          <p14:tracePt t="16763" x="6246813" y="2578100"/>
          <p14:tracePt t="16771" x="6270625" y="2578100"/>
          <p14:tracePt t="16779" x="6308725" y="2578100"/>
          <p14:tracePt t="16787" x="6321425" y="2590800"/>
          <p14:tracePt t="16795" x="6346825" y="2590800"/>
          <p14:tracePt t="16803" x="6383338" y="2590800"/>
          <p14:tracePt t="16811" x="6408738" y="2590800"/>
          <p14:tracePt t="16819" x="6459538" y="2590800"/>
          <p14:tracePt t="16827" x="6546850" y="2590800"/>
          <p14:tracePt t="16836" x="6608763" y="2590800"/>
          <p14:tracePt t="16843" x="6696075" y="2590800"/>
          <p14:tracePt t="16851" x="6797675" y="2590800"/>
          <p14:tracePt t="16859" x="6872288" y="2590800"/>
          <p14:tracePt t="16867" x="6946900" y="2590800"/>
          <p14:tracePt t="16875" x="7034213" y="2590800"/>
          <p14:tracePt t="16883" x="7097713" y="2590800"/>
          <p14:tracePt t="16891" x="7172325" y="2590800"/>
          <p14:tracePt t="16899" x="7223125" y="2590800"/>
          <p14:tracePt t="16908" x="7259638" y="2590800"/>
          <p14:tracePt t="16915" x="7297738" y="2590800"/>
          <p14:tracePt t="16923" x="7310438" y="2590800"/>
          <p14:tracePt t="16931" x="7335838" y="2590800"/>
          <p14:tracePt t="16939" x="7348538" y="2590800"/>
          <p14:tracePt t="16947" x="7359650" y="2590800"/>
          <p14:tracePt t="16955" x="7372350" y="2590800"/>
          <p14:tracePt t="16979" x="7385050" y="2590800"/>
          <p14:tracePt t="17027" x="7410450" y="2590800"/>
          <p14:tracePt t="17067" x="7423150" y="2590800"/>
          <p14:tracePt t="17139" x="7448550" y="2590800"/>
          <p14:tracePt t="17171" x="7459663" y="2590800"/>
          <p14:tracePt t="18659" x="7448550" y="2590800"/>
          <p14:tracePt t="18667" x="7385050" y="2590800"/>
          <p14:tracePt t="18675" x="7297738" y="2590800"/>
          <p14:tracePt t="18683" x="7210425" y="2590800"/>
          <p14:tracePt t="18691" x="7110413" y="2590800"/>
          <p14:tracePt t="18699" x="7046913" y="2590800"/>
          <p14:tracePt t="18707" x="6972300" y="2590800"/>
          <p14:tracePt t="18715" x="6934200" y="2590800"/>
          <p14:tracePt t="18723" x="6910388" y="2590800"/>
          <p14:tracePt t="18731" x="6897688" y="2590800"/>
          <p14:tracePt t="18787" x="6884988" y="2590800"/>
          <p14:tracePt t="18795" x="6846888" y="2590800"/>
          <p14:tracePt t="18803" x="6808788" y="2590800"/>
          <p14:tracePt t="18811" x="6759575" y="2590800"/>
          <p14:tracePt t="18819" x="6659563" y="2590800"/>
          <p14:tracePt t="18827" x="6559550" y="2590800"/>
          <p14:tracePt t="18835" x="6434138" y="2590800"/>
          <p14:tracePt t="18843" x="6321425" y="2590800"/>
          <p14:tracePt t="18851" x="6208713" y="2590800"/>
          <p14:tracePt t="18859" x="6121400" y="2590800"/>
          <p14:tracePt t="18867" x="6070600" y="2590800"/>
          <p14:tracePt t="18875" x="6045200" y="2590800"/>
          <p14:tracePt t="18883" x="6021388" y="2590800"/>
          <p14:tracePt t="18891" x="5995988" y="2590800"/>
          <p14:tracePt t="18907" x="5983288" y="2590800"/>
          <p14:tracePt t="18915" x="5957888" y="2590800"/>
          <p14:tracePt t="18923" x="5945188" y="2590800"/>
          <p14:tracePt t="18942" x="5883275" y="2590800"/>
          <p14:tracePt t="18947" x="5832475" y="2590800"/>
          <p14:tracePt t="18955" x="5757863" y="2616200"/>
          <p14:tracePt t="18963" x="5708650" y="2627313"/>
          <p14:tracePt t="18971" x="5645150" y="2640013"/>
          <p14:tracePt t="18979" x="5595938" y="2640013"/>
          <p14:tracePt t="18987" x="5532438" y="2678113"/>
          <p14:tracePt t="18995" x="5519738" y="2678113"/>
          <p14:tracePt t="19003" x="5495925" y="2678113"/>
          <p14:tracePt t="19011" x="5483225" y="2678113"/>
          <p14:tracePt t="19019" x="5445125" y="2690813"/>
          <p14:tracePt t="19027" x="5419725" y="2703513"/>
          <p14:tracePt t="19035" x="5407025" y="2703513"/>
          <p14:tracePt t="19043" x="5383213" y="2716213"/>
          <p14:tracePt t="19051" x="5332413" y="2740025"/>
          <p14:tracePt t="19059" x="5294313" y="2752725"/>
          <p14:tracePt t="19067" x="5270500" y="2765425"/>
          <p14:tracePt t="19075" x="5232400" y="2790825"/>
          <p14:tracePt t="19083" x="5181600" y="2803525"/>
          <p14:tracePt t="19091" x="5132388" y="2816225"/>
          <p14:tracePt t="19099" x="5081588" y="2840038"/>
          <p14:tracePt t="19106" x="5032375" y="2840038"/>
          <p14:tracePt t="19115" x="4956175" y="2852738"/>
          <p14:tracePt t="19123" x="4906963" y="2852738"/>
          <p14:tracePt t="19131" x="4868863" y="2878138"/>
          <p14:tracePt t="19139" x="4832350" y="2878138"/>
          <p14:tracePt t="19147" x="4819650" y="2878138"/>
          <p14:tracePt t="19155" x="4806950" y="2878138"/>
          <p14:tracePt t="19163" x="4794250" y="2890838"/>
          <p14:tracePt t="19179" x="4781550" y="2890838"/>
          <p14:tracePt t="19187" x="4768850" y="2916238"/>
          <p14:tracePt t="19195" x="4743450" y="2928938"/>
          <p14:tracePt t="19203" x="4743450" y="2941638"/>
          <p14:tracePt t="19211" x="4719638" y="2965450"/>
          <p14:tracePt t="19219" x="4719638" y="2978150"/>
          <p14:tracePt t="19227" x="4694238" y="2990850"/>
          <p14:tracePt t="19235" x="4694238" y="3016250"/>
          <p14:tracePt t="19243" x="4694238" y="3054350"/>
          <p14:tracePt t="19251" x="4694238" y="3078163"/>
          <p14:tracePt t="19259" x="4694238" y="3116263"/>
          <p14:tracePt t="19267" x="4694238" y="3154363"/>
          <p14:tracePt t="19275" x="4694238" y="3203575"/>
          <p14:tracePt t="19283" x="4694238" y="3241675"/>
          <p14:tracePt t="19291" x="4719638" y="3303588"/>
          <p14:tracePt t="19299" x="4743450" y="3341688"/>
          <p14:tracePt t="19306" x="4756150" y="3367088"/>
          <p14:tracePt t="19315" x="4781550" y="3367088"/>
          <p14:tracePt t="19322" x="4806950" y="3367088"/>
          <p14:tracePt t="19339" x="4819650" y="3367088"/>
          <p14:tracePt t="19347" x="4832350" y="3367088"/>
          <p14:tracePt t="19355" x="4843463" y="3367088"/>
          <p14:tracePt t="19387" x="4856163" y="3367088"/>
          <p14:tracePt t="19395" x="4868863" y="3367088"/>
          <p14:tracePt t="19403" x="4881563" y="3367088"/>
          <p14:tracePt t="19411" x="4894263" y="3367088"/>
          <p14:tracePt t="19419" x="4906963" y="3341688"/>
          <p14:tracePt t="19427" x="4932363" y="3316288"/>
          <p14:tracePt t="19435" x="4956175" y="3290888"/>
          <p14:tracePt t="19443" x="4981575" y="3267075"/>
          <p14:tracePt t="19451" x="5019675" y="3216275"/>
          <p14:tracePt t="19459" x="5032375" y="3203575"/>
          <p14:tracePt t="19467" x="5032375" y="3165475"/>
          <p14:tracePt t="19475" x="5068888" y="3116263"/>
          <p14:tracePt t="19483" x="5068888" y="3103563"/>
          <p14:tracePt t="19491" x="5068888" y="3078163"/>
          <p14:tracePt t="19499" x="5068888" y="3065463"/>
          <p14:tracePt t="19507" x="5068888" y="3054350"/>
          <p14:tracePt t="19523" x="5068888" y="3041650"/>
          <p14:tracePt t="19531" x="5068888" y="3028950"/>
          <p14:tracePt t="19547" x="5057775" y="3028950"/>
          <p14:tracePt t="19555" x="5032375" y="3028950"/>
          <p14:tracePt t="19563" x="5019675" y="3028950"/>
          <p14:tracePt t="19571" x="5006975" y="3028950"/>
          <p14:tracePt t="19579" x="4981575" y="3028950"/>
          <p14:tracePt t="19595" x="4956175" y="3028950"/>
          <p14:tracePt t="19603" x="4945063" y="3028950"/>
          <p14:tracePt t="19611" x="4919663" y="3028950"/>
          <p14:tracePt t="19635" x="4894263" y="3028950"/>
          <p14:tracePt t="19659" x="4881563" y="3028950"/>
          <p14:tracePt t="19675" x="4868863" y="3041650"/>
          <p14:tracePt t="19691" x="4856163" y="3041650"/>
          <p14:tracePt t="19707" x="4843463" y="3054350"/>
          <p14:tracePt t="19723" x="4832350" y="3054350"/>
          <p14:tracePt t="19907" x="4832350" y="3065463"/>
          <p14:tracePt t="19916" x="4832350" y="3090863"/>
          <p14:tracePt t="19931" x="4832350" y="3116263"/>
          <p14:tracePt t="19939" x="4832350" y="3128963"/>
          <p14:tracePt t="19947" x="4832350" y="3141663"/>
          <p14:tracePt t="19955" x="4843463" y="3165475"/>
          <p14:tracePt t="19963" x="4856163" y="3178175"/>
          <p14:tracePt t="19971" x="4881563" y="3190875"/>
          <p14:tracePt t="19979" x="4906963" y="3190875"/>
          <p14:tracePt t="19987" x="4919663" y="3203575"/>
          <p14:tracePt t="20019" x="4932363" y="3203575"/>
          <p14:tracePt t="20027" x="4945063" y="3203575"/>
          <p14:tracePt t="20043" x="4956175" y="3203575"/>
          <p14:tracePt t="20243" x="4968875" y="3203575"/>
          <p14:tracePt t="20251" x="5006975" y="3228975"/>
          <p14:tracePt t="20259" x="5019675" y="3254375"/>
          <p14:tracePt t="20267" x="5057775" y="3290888"/>
          <p14:tracePt t="20275" x="5068888" y="3316288"/>
          <p14:tracePt t="20284" x="5094288" y="3328988"/>
          <p14:tracePt t="20291" x="5106988" y="3341688"/>
          <p14:tracePt t="20299" x="5145088" y="3341688"/>
          <p14:tracePt t="20307" x="5157788" y="3341688"/>
          <p14:tracePt t="20315" x="5170488" y="3341688"/>
          <p14:tracePt t="20323" x="5181600" y="3341688"/>
          <p14:tracePt t="20331" x="5207000" y="3341688"/>
          <p14:tracePt t="20339" x="5232400" y="3328988"/>
          <p14:tracePt t="20347" x="5257800" y="3316288"/>
          <p14:tracePt t="20355" x="5294313" y="3267075"/>
          <p14:tracePt t="20363" x="5332413" y="3241675"/>
          <p14:tracePt t="20371" x="5332413" y="3228975"/>
          <p14:tracePt t="20379" x="5332413" y="3216275"/>
          <p14:tracePt t="20387" x="5345113" y="3190875"/>
          <p14:tracePt t="20395" x="5345113" y="3178175"/>
          <p14:tracePt t="20403" x="5357813" y="3154363"/>
          <p14:tracePt t="20515" x="5357813" y="3141663"/>
          <p14:tracePt t="20555" x="5357813" y="3128963"/>
          <p14:tracePt t="21243" x="5383213" y="3078163"/>
          <p14:tracePt t="21251" x="5607050" y="3016250"/>
          <p14:tracePt t="21259" x="5808663" y="2952750"/>
          <p14:tracePt t="21267" x="6008688" y="2916238"/>
          <p14:tracePt t="21275" x="6183313" y="2852738"/>
          <p14:tracePt t="21283" x="6346825" y="2803525"/>
          <p14:tracePt t="21291" x="6472238" y="2765425"/>
          <p14:tracePt t="21299" x="6534150" y="2728913"/>
          <p14:tracePt t="21307" x="6608763" y="2690813"/>
          <p14:tracePt t="21315" x="6621463" y="2678113"/>
          <p14:tracePt t="21323" x="6634163" y="2665413"/>
          <p14:tracePt t="21747" x="6646863" y="2665413"/>
          <p14:tracePt t="21755" x="6659563" y="2665413"/>
          <p14:tracePt t="21763" x="6696075" y="2665413"/>
          <p14:tracePt t="21771" x="6734175" y="2665413"/>
          <p14:tracePt t="21779" x="6797675" y="2665413"/>
          <p14:tracePt t="21787" x="6884988" y="2665413"/>
          <p14:tracePt t="21795" x="6946900" y="2665413"/>
          <p14:tracePt t="21803" x="7010400" y="2665413"/>
          <p14:tracePt t="21811" x="7059613" y="2665413"/>
          <p14:tracePt t="21819" x="7097713" y="2665413"/>
          <p14:tracePt t="21827" x="7110413" y="2665413"/>
          <p14:tracePt t="21835" x="7134225" y="2665413"/>
          <p14:tracePt t="21867" x="7146925" y="2665413"/>
          <p14:tracePt t="24555" x="7123113" y="2665413"/>
          <p14:tracePt t="24571" x="7097713" y="2665413"/>
          <p14:tracePt t="24587" x="7085013" y="2665413"/>
          <p14:tracePt t="24627" x="7085013" y="2652713"/>
          <p14:tracePt t="24659" x="7085013" y="2640013"/>
          <p14:tracePt t="24731" x="7059613" y="2640013"/>
          <p14:tracePt t="24739" x="7021513" y="2640013"/>
          <p14:tracePt t="24747" x="6985000" y="2640013"/>
          <p14:tracePt t="24755" x="6946900" y="2640013"/>
          <p14:tracePt t="24763" x="6884988" y="2640013"/>
          <p14:tracePt t="24771" x="6821488" y="2640013"/>
          <p14:tracePt t="24779" x="6721475" y="2690813"/>
          <p14:tracePt t="24787" x="6608763" y="2740025"/>
          <p14:tracePt t="24795" x="6496050" y="2778125"/>
          <p14:tracePt t="24803" x="6396038" y="2816225"/>
          <p14:tracePt t="24811" x="6246813" y="2852738"/>
          <p14:tracePt t="24819" x="6134100" y="2890838"/>
          <p14:tracePt t="24827" x="5932488" y="2890838"/>
          <p14:tracePt t="24835" x="5695950" y="2890838"/>
          <p14:tracePt t="24843" x="5383213" y="2890838"/>
          <p14:tracePt t="24851" x="4868863" y="2852738"/>
          <p14:tracePt t="24859" x="4443413" y="2790825"/>
          <p14:tracePt t="24867" x="3992563" y="2627313"/>
          <p14:tracePt t="24875" x="3592513" y="2527300"/>
          <p14:tracePt t="24883" x="3305175" y="2427288"/>
          <p14:tracePt t="24891" x="3154363" y="2390775"/>
          <p14:tracePt t="24899" x="3054350" y="2327275"/>
          <p14:tracePt t="24907" x="2979738" y="2278063"/>
          <p14:tracePt t="24915" x="2903538" y="2239963"/>
          <p14:tracePt t="24923" x="2854325" y="2214563"/>
          <p14:tracePt t="24931" x="2816225" y="2178050"/>
          <p14:tracePt t="24942" x="2778125" y="2165350"/>
          <p14:tracePt t="24947" x="2741613" y="2152650"/>
          <p14:tracePt t="24955" x="2678113" y="2127250"/>
          <p14:tracePt t="24963" x="2590800" y="2114550"/>
          <p14:tracePt t="24971" x="2516188" y="2089150"/>
          <p14:tracePt t="24979" x="2465388" y="2078038"/>
          <p14:tracePt t="24987" x="2416175" y="2065338"/>
          <p14:tracePt t="24995" x="2352675" y="2039938"/>
          <p14:tracePt t="25003" x="2303463" y="1989138"/>
          <p14:tracePt t="25011" x="2228850" y="1939925"/>
          <p14:tracePt t="25019" x="2190750" y="1927225"/>
          <p14:tracePt t="25027" x="2127250" y="1876425"/>
          <p14:tracePt t="25035" x="2039938" y="1827213"/>
          <p14:tracePt t="25043" x="1965325" y="1801813"/>
          <p14:tracePt t="25051" x="1865313" y="1739900"/>
          <p14:tracePt t="25059" x="1739900" y="1701800"/>
          <p14:tracePt t="25067" x="1652588" y="1676400"/>
          <p14:tracePt t="25075" x="1565275" y="1663700"/>
          <p14:tracePt t="25083" x="1476375" y="1639888"/>
          <p14:tracePt t="25091" x="1414463" y="1627188"/>
          <p14:tracePt t="25099" x="1339850" y="1627188"/>
          <p14:tracePt t="25107" x="1289050" y="1614488"/>
          <p14:tracePt t="25115" x="1239838" y="1614488"/>
          <p14:tracePt t="25123" x="1201738" y="1614488"/>
          <p14:tracePt t="25131" x="1163638" y="1614488"/>
          <p14:tracePt t="25139" x="1101725" y="1614488"/>
          <p14:tracePt t="25147" x="1050925" y="1614488"/>
          <p14:tracePt t="25155" x="1001713" y="1614488"/>
          <p14:tracePt t="25163" x="950913" y="1614488"/>
          <p14:tracePt t="25171" x="914400" y="1614488"/>
          <p14:tracePt t="25179" x="863600" y="1614488"/>
          <p14:tracePt t="25187" x="814388" y="1614488"/>
          <p14:tracePt t="25195" x="763588" y="1614488"/>
          <p14:tracePt t="25203" x="738188" y="1614488"/>
          <p14:tracePt t="25211" x="701675" y="1614488"/>
          <p14:tracePt t="25219" x="676275" y="1614488"/>
          <p14:tracePt t="25227" x="663575" y="1614488"/>
          <p14:tracePt t="25235" x="650875" y="1614488"/>
          <p14:tracePt t="25251" x="638175" y="1614488"/>
          <p14:tracePt t="25259" x="625475" y="1614488"/>
          <p14:tracePt t="25275" x="612775" y="1614488"/>
          <p14:tracePt t="25283" x="600075" y="1614488"/>
          <p14:tracePt t="25291" x="588963" y="1614488"/>
          <p14:tracePt t="25299" x="576263" y="1614488"/>
          <p14:tracePt t="25307" x="563563" y="1614488"/>
          <p14:tracePt t="25315" x="550863" y="1614488"/>
          <p14:tracePt t="25323" x="525463" y="1627188"/>
          <p14:tracePt t="25339" x="512763" y="1627188"/>
          <p14:tracePt t="25347" x="500063" y="1627188"/>
          <p14:tracePt t="25355" x="500063" y="1639888"/>
          <p14:tracePt t="25387" x="488950" y="1639888"/>
          <p14:tracePt t="25395" x="476250" y="1652588"/>
          <p14:tracePt t="25435" x="476250" y="1676400"/>
          <p14:tracePt t="25442" x="476250" y="1689100"/>
          <p14:tracePt t="25459" x="476250" y="1701800"/>
          <p14:tracePt t="25467" x="476250" y="1714500"/>
          <p14:tracePt t="25475" x="476250" y="1739900"/>
          <p14:tracePt t="25491" x="476250" y="1752600"/>
          <p14:tracePt t="25499" x="476250" y="1776413"/>
          <p14:tracePt t="25515" x="488950" y="1789113"/>
          <p14:tracePt t="25531" x="500063" y="1814513"/>
          <p14:tracePt t="25539" x="512763" y="1827213"/>
          <p14:tracePt t="25547" x="525463" y="1827213"/>
          <p14:tracePt t="25555" x="525463" y="1839913"/>
          <p14:tracePt t="25563" x="525463" y="1852613"/>
          <p14:tracePt t="25571" x="550863" y="1865313"/>
          <p14:tracePt t="25587" x="563563" y="1876425"/>
          <p14:tracePt t="25595" x="588963" y="1889125"/>
          <p14:tracePt t="25603" x="600075" y="1901825"/>
          <p14:tracePt t="25611" x="625475" y="1914525"/>
          <p14:tracePt t="25627" x="638175" y="1939925"/>
          <p14:tracePt t="25635" x="663575" y="1939925"/>
          <p14:tracePt t="25643" x="663575" y="1952625"/>
          <p14:tracePt t="25651" x="688975" y="1965325"/>
          <p14:tracePt t="25667" x="712788" y="1965325"/>
          <p14:tracePt t="25674" x="712788" y="1978025"/>
          <p14:tracePt t="25683" x="725488" y="1978025"/>
          <p14:tracePt t="25691" x="750888" y="1978025"/>
          <p14:tracePt t="25699" x="763588" y="1989138"/>
          <p14:tracePt t="25706" x="788988" y="1989138"/>
          <p14:tracePt t="25723" x="801688" y="1989138"/>
          <p14:tracePt t="25731" x="825500" y="1989138"/>
          <p14:tracePt t="25747" x="838200" y="2001838"/>
          <p14:tracePt t="25763" x="850900" y="2001838"/>
          <p14:tracePt t="25771" x="889000" y="2014538"/>
          <p14:tracePt t="25779" x="914400" y="2027238"/>
          <p14:tracePt t="25787" x="950913" y="2039938"/>
          <p14:tracePt t="25795" x="1001713" y="2052638"/>
          <p14:tracePt t="25803" x="1050925" y="2065338"/>
          <p14:tracePt t="25811" x="1101725" y="2078038"/>
          <p14:tracePt t="25819" x="1163638" y="2078038"/>
          <p14:tracePt t="25827" x="1227138" y="2089150"/>
          <p14:tracePt t="25835" x="1276350" y="2089150"/>
          <p14:tracePt t="25842" x="1327150" y="2101850"/>
          <p14:tracePt t="25851" x="1376363" y="2101850"/>
          <p14:tracePt t="25858" x="1452563" y="2127250"/>
          <p14:tracePt t="25867" x="1501775" y="2139950"/>
          <p14:tracePt t="25874" x="1565275" y="2139950"/>
          <p14:tracePt t="25883" x="1627188" y="2165350"/>
          <p14:tracePt t="25890" x="1701800" y="2178050"/>
          <p14:tracePt t="25899" x="1801813" y="2214563"/>
          <p14:tracePt t="25906" x="1890713" y="2239963"/>
          <p14:tracePt t="25915" x="1952625" y="2252663"/>
          <p14:tracePt t="25923" x="2027238" y="2278063"/>
          <p14:tracePt t="25931" x="2065338" y="2314575"/>
          <p14:tracePt t="25945" x="2090738" y="2327275"/>
          <p14:tracePt t="25947" x="2152650" y="2378075"/>
          <p14:tracePt t="26499" x="2165350" y="2378075"/>
          <p14:tracePt t="26555" x="2116138" y="2378075"/>
          <p14:tracePt t="26562" x="2052638" y="2352675"/>
          <p14:tracePt t="26571" x="2014538" y="2327275"/>
          <p14:tracePt t="26579" x="1952625" y="2303463"/>
          <p14:tracePt t="26587" x="1927225" y="2278063"/>
          <p14:tracePt t="26595" x="1903413" y="2265363"/>
          <p14:tracePt t="26603" x="1878013" y="2239963"/>
          <p14:tracePt t="26610" x="1865313" y="2239963"/>
          <p14:tracePt t="26619" x="1839913" y="2227263"/>
          <p14:tracePt t="26627" x="1839913" y="2214563"/>
          <p14:tracePt t="26635" x="1827213" y="2214563"/>
          <p14:tracePt t="26643" x="1814513" y="2190750"/>
          <p14:tracePt t="26651" x="1801813" y="2165350"/>
          <p14:tracePt t="26659" x="1790700" y="2152650"/>
          <p14:tracePt t="26667" x="1765300" y="2127250"/>
          <p14:tracePt t="26675" x="1727200" y="2101850"/>
          <p14:tracePt t="26683" x="1677988" y="2078038"/>
          <p14:tracePt t="26691" x="1601788" y="2065338"/>
          <p14:tracePt t="26699" x="1527175" y="2039938"/>
          <p14:tracePt t="26707" x="1476375" y="2039938"/>
          <p14:tracePt t="26715" x="1401763" y="2027238"/>
          <p14:tracePt t="26723" x="1363663" y="2014538"/>
          <p14:tracePt t="26731" x="1301750" y="2001838"/>
          <p14:tracePt t="26739" x="1263650" y="2001838"/>
          <p14:tracePt t="26747" x="1214438" y="2001838"/>
          <p14:tracePt t="26755" x="1176338" y="1989138"/>
          <p14:tracePt t="26763" x="1139825" y="1989138"/>
          <p14:tracePt t="26771" x="1114425" y="1989138"/>
          <p14:tracePt t="26779" x="1076325" y="1989138"/>
          <p14:tracePt t="26787" x="1027113" y="1989138"/>
          <p14:tracePt t="26795" x="976313" y="1989138"/>
          <p14:tracePt t="26803" x="925513" y="1989138"/>
          <p14:tracePt t="26811" x="863600" y="1989138"/>
          <p14:tracePt t="26819" x="814388" y="1989138"/>
          <p14:tracePt t="26827" x="738188" y="1989138"/>
          <p14:tracePt t="26835" x="688975" y="1989138"/>
          <p14:tracePt t="26843" x="638175" y="1989138"/>
          <p14:tracePt t="26851" x="612775" y="1989138"/>
          <p14:tracePt t="26859" x="588963" y="1989138"/>
          <p14:tracePt t="26867" x="550863" y="1965325"/>
          <p14:tracePt t="26899" x="538163" y="1965325"/>
          <p14:tracePt t="26915" x="525463" y="1965325"/>
          <p14:tracePt t="26923" x="512763" y="1965325"/>
          <p14:tracePt t="26947" x="500063" y="1965325"/>
          <p14:tracePt t="26979" x="476250" y="1978025"/>
          <p14:tracePt t="27435" x="488950" y="1978025"/>
          <p14:tracePt t="27475" x="500063" y="1978025"/>
          <p14:tracePt t="27539" x="512763" y="1978025"/>
          <p14:tracePt t="27659" x="525463" y="1978025"/>
          <p14:tracePt t="27691" x="538163" y="1978025"/>
          <p14:tracePt t="27723" x="550863" y="1978025"/>
          <p14:tracePt t="27731" x="550863" y="1989138"/>
          <p14:tracePt t="27779" x="563563" y="1989138"/>
          <p14:tracePt t="27915" x="563563" y="2001838"/>
          <p14:tracePt t="28163" x="588963" y="1965325"/>
          <p14:tracePt t="28171" x="588963" y="1939925"/>
          <p14:tracePt t="28179" x="588963" y="1901825"/>
          <p14:tracePt t="28187" x="600075" y="1876425"/>
          <p14:tracePt t="28195" x="612775" y="1865313"/>
          <p14:tracePt t="28203" x="612775" y="1827213"/>
          <p14:tracePt t="28211" x="612775" y="1814513"/>
          <p14:tracePt t="28219" x="612775" y="1776413"/>
          <p14:tracePt t="28227" x="612775" y="1765300"/>
          <p14:tracePt t="28235" x="612775" y="1752600"/>
          <p14:tracePt t="28243" x="612775" y="1727200"/>
          <p14:tracePt t="28259" x="588963" y="1714500"/>
          <p14:tracePt t="28267" x="576263" y="1714500"/>
          <p14:tracePt t="28275" x="563563" y="1714500"/>
          <p14:tracePt t="28282" x="550863" y="1714500"/>
          <p14:tracePt t="28299" x="525463" y="1714500"/>
          <p14:tracePt t="28323" x="512763" y="1714500"/>
          <p14:tracePt t="28331" x="488950" y="1714500"/>
          <p14:tracePt t="28347" x="476250" y="1714500"/>
          <p14:tracePt t="28355" x="450850" y="1714500"/>
          <p14:tracePt t="28363" x="425450" y="1714500"/>
          <p14:tracePt t="28371" x="400050" y="1714500"/>
          <p14:tracePt t="28387" x="376238" y="1727200"/>
          <p14:tracePt t="28395" x="338138" y="1752600"/>
          <p14:tracePt t="28403" x="312738" y="1752600"/>
          <p14:tracePt t="28411" x="274638" y="1776413"/>
          <p14:tracePt t="28419" x="250825" y="1789113"/>
          <p14:tracePt t="28427" x="225425" y="1789113"/>
          <p14:tracePt t="28435" x="212725" y="1789113"/>
          <p14:tracePt t="28443" x="187325" y="1789113"/>
          <p14:tracePt t="28627" x="174625" y="1789113"/>
          <p14:tracePt t="28635" x="138113" y="1827213"/>
          <p14:tracePt t="28651" x="125413" y="1827213"/>
          <p14:tracePt t="28659" x="87313" y="1839913"/>
          <p14:tracePt t="28675" x="61913" y="1852613"/>
          <p14:tracePt t="28683" x="50800" y="1852613"/>
          <p14:tracePt t="28691" x="25400" y="1852613"/>
          <p14:tracePt t="28698" x="0" y="1852613"/>
          <p14:tracePt t="29083" x="38100" y="1676400"/>
          <p14:tracePt t="29091" x="61913" y="1676400"/>
          <p14:tracePt t="29099" x="87313" y="1676400"/>
          <p14:tracePt t="29107" x="112713" y="1676400"/>
          <p14:tracePt t="29114" x="138113" y="1676400"/>
          <p14:tracePt t="29123" x="163513" y="1676400"/>
          <p14:tracePt t="29130" x="200025" y="1676400"/>
          <p14:tracePt t="29139" x="225425" y="1676400"/>
          <p14:tracePt t="29146" x="250825" y="1676400"/>
          <p14:tracePt t="29155" x="287338" y="1676400"/>
          <p14:tracePt t="29163" x="312738" y="1676400"/>
          <p14:tracePt t="29171" x="363538" y="1701800"/>
          <p14:tracePt t="29179" x="387350" y="1701800"/>
          <p14:tracePt t="29195" x="412750" y="1714500"/>
          <p14:tracePt t="29291" x="425450" y="1714500"/>
          <p14:tracePt t="29299" x="425450" y="1727200"/>
          <p14:tracePt t="30027" x="438150" y="1739900"/>
          <p14:tracePt t="30045" x="450850" y="1739900"/>
          <p14:tracePt t="30091" x="463550" y="1739900"/>
          <p14:tracePt t="30099" x="525463" y="1789113"/>
          <p14:tracePt t="30107" x="538163" y="1801813"/>
          <p14:tracePt t="30115" x="550863" y="1801813"/>
          <p14:tracePt t="30122" x="563563" y="1827213"/>
          <p14:tracePt t="30131" x="576263" y="1827213"/>
          <p14:tracePt t="30147" x="576263" y="1839913"/>
          <p14:tracePt t="30155" x="588963" y="1839913"/>
          <p14:tracePt t="30267" x="600075" y="1839913"/>
          <p14:tracePt t="30595" x="625475" y="1839913"/>
          <p14:tracePt t="30603" x="625475" y="1827213"/>
          <p14:tracePt t="30611" x="650875" y="1814513"/>
          <p14:tracePt t="30627" x="663575" y="1801813"/>
          <p14:tracePt t="30635" x="688975" y="1776413"/>
          <p14:tracePt t="30643" x="701675" y="1776413"/>
          <p14:tracePt t="30659" x="712788" y="1776413"/>
          <p14:tracePt t="30738" x="738188" y="1776413"/>
          <p14:tracePt t="30746" x="750888" y="1776413"/>
          <p14:tracePt t="30763" x="776288" y="1776413"/>
          <p14:tracePt t="30819" x="788988" y="1776413"/>
          <p14:tracePt t="30979" x="814388" y="1776413"/>
          <p14:tracePt t="30995" x="825500" y="1776413"/>
          <p14:tracePt t="31011" x="838200" y="1776413"/>
          <p14:tracePt t="31019" x="850900" y="1776413"/>
          <p14:tracePt t="31027" x="863600" y="1776413"/>
          <p14:tracePt t="31035" x="889000" y="1776413"/>
          <p14:tracePt t="31051" x="901700" y="1776413"/>
          <p14:tracePt t="31059" x="938213" y="1776413"/>
          <p14:tracePt t="31067" x="976313" y="1776413"/>
          <p14:tracePt t="31075" x="989013" y="1776413"/>
          <p14:tracePt t="31083" x="1027113" y="1776413"/>
          <p14:tracePt t="31091" x="1038225" y="1776413"/>
          <p14:tracePt t="31099" x="1050925" y="1776413"/>
          <p14:tracePt t="31106" x="1076325" y="1776413"/>
          <p14:tracePt t="31115" x="1101725" y="1776413"/>
          <p14:tracePt t="31122" x="1114425" y="1776413"/>
          <p14:tracePt t="31131" x="1127125" y="1776413"/>
          <p14:tracePt t="31138" x="1139825" y="1776413"/>
          <p14:tracePt t="31147" x="1150938" y="1776413"/>
          <p14:tracePt t="31155" x="1163638" y="1776413"/>
          <p14:tracePt t="31163" x="1189038" y="1776413"/>
          <p14:tracePt t="31179" x="1214438" y="1776413"/>
          <p14:tracePt t="31187" x="1227138" y="1776413"/>
          <p14:tracePt t="31219" x="1239838" y="1776413"/>
          <p14:tracePt t="31235" x="1263650" y="1765300"/>
          <p14:tracePt t="31259" x="1301750" y="1752600"/>
          <p14:tracePt t="31275" x="1314450" y="1752600"/>
          <p14:tracePt t="31283" x="1339850" y="1752600"/>
          <p14:tracePt t="31299" x="1352550" y="1739900"/>
          <p14:tracePt t="31347" x="1376363" y="1739900"/>
          <p14:tracePt t="31355" x="1401763" y="1739900"/>
          <p14:tracePt t="31363" x="1427163" y="1739900"/>
          <p14:tracePt t="31371" x="1465263" y="1739900"/>
          <p14:tracePt t="31379" x="1489075" y="1739900"/>
          <p14:tracePt t="31387" x="1527175" y="1739900"/>
          <p14:tracePt t="31395" x="1565275" y="1739900"/>
          <p14:tracePt t="31403" x="1577975" y="1739900"/>
          <p14:tracePt t="31411" x="1614488" y="1739900"/>
          <p14:tracePt t="31419" x="1627188" y="1739900"/>
          <p14:tracePt t="31427" x="1639888" y="1739900"/>
          <p14:tracePt t="31435" x="1652588" y="1739900"/>
          <p14:tracePt t="31475" x="1665288" y="1739900"/>
          <p14:tracePt t="31483" x="1689100" y="1739900"/>
          <p14:tracePt t="31507" x="1701800" y="1739900"/>
          <p14:tracePt t="31515" x="1714500" y="1739900"/>
          <p14:tracePt t="31523" x="1727200" y="1739900"/>
          <p14:tracePt t="31539" x="1739900" y="1739900"/>
          <p14:tracePt t="31571" x="1752600" y="1739900"/>
          <p14:tracePt t="31587" x="1765300" y="1739900"/>
          <p14:tracePt t="31611" x="1778000" y="1739900"/>
          <p14:tracePt t="31643" x="1790700" y="1739900"/>
          <p14:tracePt t="31691" x="1801813" y="1739900"/>
          <p14:tracePt t="31699" x="1827213" y="1739900"/>
          <p14:tracePt t="31707" x="1839913" y="1739900"/>
          <p14:tracePt t="31716" x="1852613" y="1739900"/>
          <p14:tracePt t="31723" x="1865313" y="1739900"/>
          <p14:tracePt t="31731" x="1878013" y="1739900"/>
          <p14:tracePt t="31739" x="1903413" y="1739900"/>
          <p14:tracePt t="31747" x="1927225" y="1739900"/>
          <p14:tracePt t="31755" x="1965325" y="1739900"/>
          <p14:tracePt t="31771" x="1990725" y="1739900"/>
          <p14:tracePt t="31779" x="2014538" y="1739900"/>
          <p14:tracePt t="31787" x="2039938" y="1739900"/>
          <p14:tracePt t="31803" x="2065338" y="1739900"/>
          <p14:tracePt t="31811" x="2090738" y="1739900"/>
          <p14:tracePt t="31827" x="2116138" y="1739900"/>
          <p14:tracePt t="31835" x="2127250" y="1739900"/>
          <p14:tracePt t="31843" x="2165350" y="1739900"/>
          <p14:tracePt t="31851" x="2178050" y="1739900"/>
          <p14:tracePt t="31859" x="2203450" y="1739900"/>
          <p14:tracePt t="31867" x="2216150" y="1739900"/>
          <p14:tracePt t="31874" x="2228850" y="1739900"/>
          <p14:tracePt t="31883" x="2239963" y="1739900"/>
          <p14:tracePt t="31891" x="2252663" y="1739900"/>
          <p14:tracePt t="31979" x="2265363" y="1739900"/>
          <p14:tracePt t="32019" x="2278063" y="1739900"/>
          <p14:tracePt t="32027" x="2290763" y="1739900"/>
          <p14:tracePt t="32035" x="2316163" y="1739900"/>
          <p14:tracePt t="32042" x="2328863" y="1739900"/>
          <p14:tracePt t="32059" x="2352675" y="1739900"/>
          <p14:tracePt t="32067" x="2378075" y="1739900"/>
          <p14:tracePt t="32074" x="2403475" y="1739900"/>
          <p14:tracePt t="32083" x="2428875" y="1752600"/>
          <p14:tracePt t="32090" x="2452688" y="1752600"/>
          <p14:tracePt t="32099" x="2490788" y="1765300"/>
          <p14:tracePt t="32107" x="2503488" y="1765300"/>
          <p14:tracePt t="32115" x="2541588" y="1765300"/>
          <p14:tracePt t="32123" x="2590800" y="1776413"/>
          <p14:tracePt t="32131" x="2616200" y="1776413"/>
          <p14:tracePt t="32138" x="2641600" y="1776413"/>
          <p14:tracePt t="32147" x="2654300" y="1776413"/>
          <p14:tracePt t="32155" x="2667000" y="1776413"/>
          <p14:tracePt t="32163" x="2690813" y="1776413"/>
          <p14:tracePt t="32178" x="2703513" y="1776413"/>
          <p14:tracePt t="32187" x="2716213" y="1776413"/>
          <p14:tracePt t="32195" x="2728913" y="1776413"/>
          <p14:tracePt t="32258" x="2754313" y="1776413"/>
          <p14:tracePt t="32267" x="2767013" y="1776413"/>
          <p14:tracePt t="32274" x="2803525" y="1776413"/>
          <p14:tracePt t="32283" x="2816225" y="1776413"/>
          <p14:tracePt t="32291" x="2841625" y="1776413"/>
          <p14:tracePt t="32299" x="2879725" y="1776413"/>
          <p14:tracePt t="32306" x="2890838" y="1776413"/>
          <p14:tracePt t="32315" x="2916238" y="1776413"/>
          <p14:tracePt t="32322" x="2941638" y="1776413"/>
          <p14:tracePt t="32331" x="2979738" y="1776413"/>
          <p14:tracePt t="32338" x="2992438" y="1776413"/>
          <p14:tracePt t="32347" x="3028950" y="1776413"/>
          <p14:tracePt t="32354" x="3054350" y="1776413"/>
          <p14:tracePt t="32363" x="3079750" y="1765300"/>
          <p14:tracePt t="32371" x="3116263" y="1765300"/>
          <p14:tracePt t="32379" x="3154363" y="1765300"/>
          <p14:tracePt t="32387" x="3179763" y="1765300"/>
          <p14:tracePt t="32394" x="3216275" y="1765300"/>
          <p14:tracePt t="32403" x="3254375" y="1765300"/>
          <p14:tracePt t="32410" x="3279775" y="1765300"/>
          <p14:tracePt t="32419" x="3305175" y="1765300"/>
          <p14:tracePt t="32426" x="3341688" y="1765300"/>
          <p14:tracePt t="32435" x="3379788" y="1765300"/>
          <p14:tracePt t="32442" x="3392488" y="1765300"/>
          <p14:tracePt t="32451" x="3405188" y="1765300"/>
          <p14:tracePt t="32458" x="3429000" y="1765300"/>
          <p14:tracePt t="32467" x="3441700" y="1765300"/>
          <p14:tracePt t="32483" x="3454400" y="1765300"/>
          <p14:tracePt t="32531" x="3467100" y="1765300"/>
          <p14:tracePt t="32563" x="3492500" y="1765300"/>
          <p14:tracePt t="32579" x="3505200" y="1765300"/>
          <p14:tracePt t="32587" x="3517900" y="1765300"/>
          <p14:tracePt t="32595" x="3541713" y="1765300"/>
          <p14:tracePt t="32610" x="3554413" y="1765300"/>
          <p14:tracePt t="32627" x="3567113" y="1765300"/>
          <p14:tracePt t="32635" x="3579813" y="1765300"/>
          <p14:tracePt t="32642" x="3592513" y="1765300"/>
          <p14:tracePt t="32651" x="3605213" y="1765300"/>
          <p14:tracePt t="32658" x="3630613" y="1765300"/>
          <p14:tracePt t="32667" x="3654425" y="1765300"/>
          <p14:tracePt t="32675" x="3667125" y="1765300"/>
          <p14:tracePt t="32691" x="3679825" y="1752600"/>
          <p14:tracePt t="32707" x="3692525" y="1739900"/>
          <p14:tracePt t="32723" x="3705225" y="1739900"/>
          <p14:tracePt t="32731" x="3717925" y="1739900"/>
          <p14:tracePt t="32739" x="3730625" y="1739900"/>
          <p14:tracePt t="32747" x="3743325" y="1739900"/>
          <p14:tracePt t="32755" x="3756025" y="1739900"/>
          <p14:tracePt t="32763" x="3779838" y="1727200"/>
          <p14:tracePt t="32787" x="3792538" y="1727200"/>
          <p14:tracePt t="32827" x="3805238" y="1714500"/>
          <p14:tracePt t="32851" x="3817938" y="1714500"/>
          <p14:tracePt t="32859" x="3830638" y="1701800"/>
          <p14:tracePt t="32875" x="3843338" y="1701800"/>
          <p14:tracePt t="32907" x="3856038" y="1701800"/>
          <p14:tracePt t="32923" x="3879850" y="1701800"/>
          <p14:tracePt t="32939" x="3892550" y="1701800"/>
          <p14:tracePt t="32955" x="3917950" y="1701800"/>
          <p14:tracePt t="32979" x="3930650" y="1701800"/>
          <p14:tracePt t="33003" x="3956050" y="1701800"/>
          <p14:tracePt t="33027" x="3968750" y="1701800"/>
          <p14:tracePt t="33035" x="4005263" y="1701800"/>
          <p14:tracePt t="33043" x="4017963" y="1714500"/>
          <p14:tracePt t="33051" x="4043363" y="1727200"/>
          <p14:tracePt t="33059" x="4068763" y="1727200"/>
          <p14:tracePt t="33067" x="4092575" y="1727200"/>
          <p14:tracePt t="33075" x="4105275" y="1752600"/>
          <p14:tracePt t="33083" x="4117975" y="1752600"/>
          <p14:tracePt t="33091" x="4130675" y="1752600"/>
          <p14:tracePt t="33099" x="4143375" y="1752600"/>
          <p14:tracePt t="33107" x="4143375" y="1765300"/>
          <p14:tracePt t="33139" x="4156075" y="1765300"/>
          <p14:tracePt t="33155" x="4168775" y="1765300"/>
          <p14:tracePt t="33187" x="4181475" y="1765300"/>
          <p14:tracePt t="33203" x="4192588" y="1765300"/>
          <p14:tracePt t="33211" x="4205288" y="1765300"/>
          <p14:tracePt t="33226" x="4217988" y="1765300"/>
          <p14:tracePt t="33235" x="4230688" y="1776413"/>
          <p14:tracePt t="33243" x="4243388" y="1776413"/>
          <p14:tracePt t="33259" x="4256088" y="1776413"/>
          <p14:tracePt t="33267" x="4294188" y="1776413"/>
          <p14:tracePt t="33275" x="4294188" y="1789113"/>
          <p14:tracePt t="33291" x="4318000" y="1789113"/>
          <p14:tracePt t="33299" x="4330700" y="1789113"/>
          <p14:tracePt t="33315" x="4343400" y="1789113"/>
          <p14:tracePt t="33347" x="4356100" y="1789113"/>
          <p14:tracePt t="33355" x="4368800" y="1789113"/>
          <p14:tracePt t="33371" x="4381500" y="1789113"/>
          <p14:tracePt t="33378" x="4394200" y="1789113"/>
          <p14:tracePt t="33387" x="4406900" y="1801813"/>
          <p14:tracePt t="33395" x="4430713" y="1801813"/>
          <p14:tracePt t="33411" x="4443413" y="1801813"/>
          <p14:tracePt t="33419" x="4443413" y="1814513"/>
          <p14:tracePt t="33435" x="4456113" y="1814513"/>
          <p14:tracePt t="33443" x="4468813" y="1814513"/>
          <p14:tracePt t="33459" x="4481513" y="1827213"/>
          <p14:tracePt t="33475" x="4506913" y="1827213"/>
          <p14:tracePt t="33491" x="4518025" y="1827213"/>
          <p14:tracePt t="33499" x="4543425" y="1827213"/>
          <p14:tracePt t="33523" x="4556125" y="1827213"/>
          <p14:tracePt t="33571" x="4581525" y="1827213"/>
          <p14:tracePt t="33611" x="4594225" y="1827213"/>
          <p14:tracePt t="33635" x="4606925" y="1827213"/>
          <p14:tracePt t="33643" x="4619625" y="1839913"/>
          <p14:tracePt t="33651" x="4630738" y="1839913"/>
          <p14:tracePt t="33667" x="4643438" y="1839913"/>
          <p14:tracePt t="33675" x="4656138" y="1839913"/>
          <p14:tracePt t="33683" x="4668838" y="1839913"/>
          <p14:tracePt t="33707" x="4681538" y="1839913"/>
          <p14:tracePt t="33714" x="4694238" y="1839913"/>
          <p14:tracePt t="33731" x="4706938" y="1839913"/>
          <p14:tracePt t="33739" x="4719638" y="1839913"/>
          <p14:tracePt t="33746" x="4732338" y="1839913"/>
          <p14:tracePt t="33762" x="4743450" y="1839913"/>
          <p14:tracePt t="33771" x="4768850" y="1839913"/>
          <p14:tracePt t="33787" x="4781550" y="1839913"/>
          <p14:tracePt t="33795" x="4806950" y="1839913"/>
          <p14:tracePt t="33803" x="4819650" y="1839913"/>
          <p14:tracePt t="33811" x="4832350" y="1827213"/>
          <p14:tracePt t="33819" x="4868863" y="1827213"/>
          <p14:tracePt t="33827" x="4881563" y="1827213"/>
          <p14:tracePt t="33843" x="4894263" y="1827213"/>
          <p14:tracePt t="33851" x="4906963" y="1827213"/>
          <p14:tracePt t="33931" x="4919663" y="1827213"/>
          <p14:tracePt t="33939" x="4932363" y="1827213"/>
          <p14:tracePt t="33946" x="4945063" y="1827213"/>
          <p14:tracePt t="33955" x="4968875" y="1827213"/>
          <p14:tracePt t="33971" x="4981575" y="1827213"/>
          <p14:tracePt t="33978" x="5006975" y="1827213"/>
          <p14:tracePt t="34011" x="5019675" y="1827213"/>
          <p14:tracePt t="34019" x="5019675" y="1814513"/>
          <p14:tracePt t="34026" x="5032375" y="1814513"/>
          <p14:tracePt t="34075" x="5045075" y="1801813"/>
          <p14:tracePt t="34091" x="5057775" y="1801813"/>
          <p14:tracePt t="34123" x="5068888" y="1801813"/>
          <p14:tracePt t="34131" x="5068888" y="1789113"/>
          <p14:tracePt t="34139" x="5081588" y="1789113"/>
          <p14:tracePt t="34163" x="5094288" y="1776413"/>
          <p14:tracePt t="34171" x="5106988" y="1776413"/>
          <p14:tracePt t="34251" x="5119688" y="1776413"/>
          <p14:tracePt t="34259" x="5119688" y="1765300"/>
          <p14:tracePt t="34291" x="5145088" y="1752600"/>
          <p14:tracePt t="34355" x="5157788" y="1752600"/>
          <p14:tracePt t="34378" x="5181600" y="1752600"/>
          <p14:tracePt t="34387" x="5194300" y="1752600"/>
          <p14:tracePt t="34443" x="5219700" y="1752600"/>
          <p14:tracePt t="34651" x="5232400" y="1752600"/>
          <p14:tracePt t="34715" x="5257800" y="1752600"/>
          <p14:tracePt t="34730" x="5270500" y="1765300"/>
          <p14:tracePt t="34747" x="5281613" y="1776413"/>
          <p14:tracePt t="34755" x="5294313" y="1776413"/>
          <p14:tracePt t="34763" x="5307013" y="1776413"/>
          <p14:tracePt t="34771" x="5319713" y="1789113"/>
          <p14:tracePt t="35147" x="5332413" y="1789113"/>
          <p14:tracePt t="35155" x="5383213" y="1789113"/>
          <p14:tracePt t="35163" x="5419725" y="1776413"/>
          <p14:tracePt t="35171" x="5457825" y="1776413"/>
          <p14:tracePt t="35179" x="5495925" y="1776413"/>
          <p14:tracePt t="35186" x="5532438" y="1776413"/>
          <p14:tracePt t="35195" x="5557838" y="1752600"/>
          <p14:tracePt t="35203" x="5570538" y="1739900"/>
          <p14:tracePt t="35395" x="5583238" y="1739900"/>
          <p14:tracePt t="35411" x="5607050" y="1739900"/>
          <p14:tracePt t="35418" x="5632450" y="1739900"/>
          <p14:tracePt t="35427" x="5657850" y="1739900"/>
          <p14:tracePt t="35434" x="5683250" y="1739900"/>
          <p14:tracePt t="35443" x="5695950" y="1739900"/>
          <p14:tracePt t="35451" x="5708650" y="1739900"/>
          <p14:tracePt t="35522" x="5732463" y="1739900"/>
          <p14:tracePt t="35850" x="5607050" y="1739900"/>
          <p14:tracePt t="35859" x="5432425" y="1752600"/>
          <p14:tracePt t="35867" x="5232400" y="1765300"/>
          <p14:tracePt t="35875" x="4968875" y="1801813"/>
          <p14:tracePt t="35883" x="4619625" y="1839913"/>
          <p14:tracePt t="35891" x="4205288" y="1839913"/>
          <p14:tracePt t="35898" x="3830638" y="1839913"/>
          <p14:tracePt t="35907" x="3454400" y="1839913"/>
          <p14:tracePt t="35915" x="3054350" y="1839913"/>
          <p14:tracePt t="35923" x="2741613" y="1839913"/>
          <p14:tracePt t="35940" x="2165350" y="1839913"/>
          <p14:tracePt t="35947" x="1952625" y="1839913"/>
          <p14:tracePt t="35955" x="1778000" y="1839913"/>
          <p14:tracePt t="35963" x="1589088" y="1839913"/>
          <p14:tracePt t="35970" x="1439863" y="1839913"/>
          <p14:tracePt t="35979" x="1314450" y="1839913"/>
          <p14:tracePt t="35986" x="1127125" y="1839913"/>
          <p14:tracePt t="35995" x="989013" y="1852613"/>
          <p14:tracePt t="36002" x="889000" y="1852613"/>
          <p14:tracePt t="36011" x="825500" y="1852613"/>
          <p14:tracePt t="36018" x="763588" y="1852613"/>
          <p14:tracePt t="36027" x="701675" y="1852613"/>
          <p14:tracePt t="36034" x="676275" y="1852613"/>
          <p14:tracePt t="36043" x="650875" y="1852613"/>
          <p14:tracePt t="36051" x="612775" y="1852613"/>
          <p14:tracePt t="36059" x="600075" y="1865313"/>
          <p14:tracePt t="36066" x="588963" y="1865313"/>
          <p14:tracePt t="36075" x="576263" y="1865313"/>
          <p14:tracePt t="36083" x="563563" y="1865313"/>
          <p14:tracePt t="36091" x="525463" y="1865313"/>
          <p14:tracePt t="36099" x="476250" y="1865313"/>
          <p14:tracePt t="36107" x="400050" y="1865313"/>
          <p14:tracePt t="36115" x="300038" y="1865313"/>
          <p14:tracePt t="36123" x="225425" y="1865313"/>
          <p14:tracePt t="36131" x="138113" y="1865313"/>
          <p14:tracePt t="36139" x="87313" y="1865313"/>
          <p14:tracePt t="36147" x="61913" y="1865313"/>
          <p14:tracePt t="36155" x="38100" y="1865313"/>
          <p14:tracePt t="36267" x="50800" y="1876425"/>
          <p14:tracePt t="36283" x="74613" y="1876425"/>
          <p14:tracePt t="36291" x="112713" y="1889125"/>
          <p14:tracePt t="36306" x="150813" y="1901825"/>
          <p14:tracePt t="36315" x="174625" y="1901825"/>
          <p14:tracePt t="36323" x="187325" y="1901825"/>
          <p14:tracePt t="36331" x="225425" y="1901825"/>
          <p14:tracePt t="36339" x="250825" y="1914525"/>
          <p14:tracePt t="36347" x="274638" y="1914525"/>
          <p14:tracePt t="36355" x="287338" y="1939925"/>
          <p14:tracePt t="36363" x="312738" y="1939925"/>
          <p14:tracePt t="36370" x="350838" y="1939925"/>
          <p14:tracePt t="36379" x="376238" y="1939925"/>
          <p14:tracePt t="36386" x="412750" y="1939925"/>
          <p14:tracePt t="36395" x="425450" y="1952625"/>
          <p14:tracePt t="36403" x="463550" y="1952625"/>
          <p14:tracePt t="36411" x="488950" y="1965325"/>
          <p14:tracePt t="36418" x="512763" y="1965325"/>
          <p14:tracePt t="36427" x="550863" y="1978025"/>
          <p14:tracePt t="36434" x="563563" y="1989138"/>
          <p14:tracePt t="36443" x="576263" y="1989138"/>
          <p14:tracePt t="36450" x="588963" y="1989138"/>
          <p14:tracePt t="36459" x="600075" y="1989138"/>
          <p14:tracePt t="36466" x="625475" y="1989138"/>
          <p14:tracePt t="36483" x="638175" y="1989138"/>
          <p14:tracePt t="36523" x="650875" y="1989138"/>
          <p14:tracePt t="36603" x="663575" y="1989138"/>
          <p14:tracePt t="36659" x="676275" y="1989138"/>
          <p14:tracePt t="36771" x="688975" y="1989138"/>
          <p14:tracePt t="36787" x="701675" y="1978025"/>
          <p14:tracePt t="36795" x="712788" y="1978025"/>
          <p14:tracePt t="36811" x="738188" y="1978025"/>
          <p14:tracePt t="36819" x="750888" y="1978025"/>
          <p14:tracePt t="36827" x="776288" y="1978025"/>
          <p14:tracePt t="36835" x="801688" y="1978025"/>
          <p14:tracePt t="36843" x="838200" y="1978025"/>
          <p14:tracePt t="36850" x="838200" y="1989138"/>
          <p14:tracePt t="36859" x="876300" y="1989138"/>
          <p14:tracePt t="36866" x="889000" y="1989138"/>
          <p14:tracePt t="36875" x="901700" y="1989138"/>
          <p14:tracePt t="36891" x="914400" y="1989138"/>
          <p14:tracePt t="36931" x="925513" y="1989138"/>
          <p14:tracePt t="37027" x="938213" y="1989138"/>
          <p14:tracePt t="37074" x="963613" y="1989138"/>
          <p14:tracePt t="37083" x="1001713" y="1989138"/>
          <p14:tracePt t="37091" x="1014413" y="1989138"/>
          <p14:tracePt t="37098" x="1027113" y="1989138"/>
          <p14:tracePt t="37106" x="1038225" y="1978025"/>
          <p14:tracePt t="37122" x="1063625" y="1978025"/>
          <p14:tracePt t="37147" x="1076325" y="1978025"/>
          <p14:tracePt t="37154" x="1101725" y="1978025"/>
          <p14:tracePt t="37163" x="1114425" y="1978025"/>
          <p14:tracePt t="37170" x="1139825" y="1978025"/>
          <p14:tracePt t="37179" x="1150938" y="1978025"/>
          <p14:tracePt t="37186" x="1189038" y="1978025"/>
          <p14:tracePt t="37195" x="1214438" y="1978025"/>
          <p14:tracePt t="37202" x="1252538" y="1978025"/>
          <p14:tracePt t="37211" x="1289050" y="1978025"/>
          <p14:tracePt t="37218" x="1301750" y="1978025"/>
          <p14:tracePt t="37227" x="1327150" y="1978025"/>
          <p14:tracePt t="37234" x="1339850" y="1978025"/>
          <p14:tracePt t="37290" x="1352550" y="1965325"/>
          <p14:tracePt t="37307" x="1363663" y="1952625"/>
          <p14:tracePt t="37419" x="1376363" y="1952625"/>
          <p14:tracePt t="37443" x="1401763" y="1952625"/>
          <p14:tracePt t="37459" x="1414463" y="1952625"/>
          <p14:tracePt t="37475" x="1427163" y="1952625"/>
          <p14:tracePt t="37483" x="1439863" y="1952625"/>
          <p14:tracePt t="37491" x="1452563" y="1952625"/>
          <p14:tracePt t="37506" x="1476375" y="1965325"/>
          <p14:tracePt t="37515" x="1489075" y="1965325"/>
          <p14:tracePt t="37531" x="1514475" y="1978025"/>
          <p14:tracePt t="37539" x="1527175" y="1978025"/>
          <p14:tracePt t="37547" x="1539875" y="1989138"/>
          <p14:tracePt t="37554" x="1552575" y="1989138"/>
          <p14:tracePt t="37571" x="1565275" y="2001838"/>
          <p14:tracePt t="37603" x="1589088" y="2001838"/>
          <p14:tracePt t="37619" x="1601788" y="2001838"/>
          <p14:tracePt t="37635" x="1614488" y="2001838"/>
          <p14:tracePt t="37643" x="1627188" y="2001838"/>
          <p14:tracePt t="37675" x="1639888" y="2001838"/>
          <p14:tracePt t="37683" x="1665288" y="2001838"/>
          <p14:tracePt t="37699" x="1689100" y="2014538"/>
          <p14:tracePt t="37715" x="1714500" y="2014538"/>
          <p14:tracePt t="37723" x="1727200" y="2014538"/>
          <p14:tracePt t="37731" x="1752600" y="2014538"/>
          <p14:tracePt t="37739" x="1765300" y="2014538"/>
          <p14:tracePt t="37747" x="1790700" y="2014538"/>
          <p14:tracePt t="37755" x="1801813" y="2014538"/>
          <p14:tracePt t="37763" x="1827213" y="2014538"/>
          <p14:tracePt t="37770" x="1839913" y="2014538"/>
          <p14:tracePt t="37779" x="1852613" y="2014538"/>
          <p14:tracePt t="37787" x="1878013" y="2014538"/>
          <p14:tracePt t="37795" x="1890713" y="2014538"/>
          <p14:tracePt t="37803" x="1903413" y="2014538"/>
          <p14:tracePt t="37811" x="1914525" y="2014538"/>
          <p14:tracePt t="37827" x="1927225" y="2014538"/>
          <p14:tracePt t="37843" x="1927225" y="1989138"/>
          <p14:tracePt t="37858" x="1927225" y="1965325"/>
          <p14:tracePt t="37866" x="1927225" y="1952625"/>
          <p14:tracePt t="37883" x="1927225" y="1939925"/>
          <p14:tracePt t="37890" x="1927225" y="1927225"/>
          <p14:tracePt t="37899" x="1927225" y="1914525"/>
          <p14:tracePt t="37906" x="1927225" y="1901825"/>
          <p14:tracePt t="37915" x="1927225" y="1889125"/>
          <p14:tracePt t="37931" x="1927225" y="1876425"/>
          <p14:tracePt t="38027" x="1939925" y="1876425"/>
          <p14:tracePt t="38035" x="1965325" y="1889125"/>
          <p14:tracePt t="38043" x="1990725" y="1914525"/>
          <p14:tracePt t="38059" x="2014538" y="1927225"/>
          <p14:tracePt t="38067" x="2027238" y="1927225"/>
          <p14:tracePt t="38074" x="2039938" y="1927225"/>
          <p14:tracePt t="38083" x="2052638" y="1927225"/>
          <p14:tracePt t="38091" x="2078038" y="1927225"/>
          <p14:tracePt t="38099" x="2090738" y="1927225"/>
          <p14:tracePt t="38106" x="2116138" y="1927225"/>
          <p14:tracePt t="38115" x="2152650" y="1927225"/>
          <p14:tracePt t="38122" x="2165350" y="1927225"/>
          <p14:tracePt t="38131" x="2178050" y="1927225"/>
          <p14:tracePt t="38139" x="2190750" y="1927225"/>
          <p14:tracePt t="38147" x="2203450" y="1927225"/>
          <p14:tracePt t="38155" x="2216150" y="1927225"/>
          <p14:tracePt t="38163" x="2228850" y="1927225"/>
          <p14:tracePt t="38170" x="2252663" y="1927225"/>
          <p14:tracePt t="38187" x="2278063" y="1927225"/>
          <p14:tracePt t="39339" x="2290763" y="1927225"/>
          <p14:tracePt t="39346" x="2303463" y="1939925"/>
          <p14:tracePt t="39355" x="2328863" y="1952625"/>
          <p14:tracePt t="39370" x="2339975" y="1965325"/>
          <p14:tracePt t="39378" x="2365375" y="1965325"/>
          <p14:tracePt t="39387" x="2441575" y="2001838"/>
          <p14:tracePt t="39394" x="2516188" y="2014538"/>
          <p14:tracePt t="39403" x="2628900" y="2014538"/>
          <p14:tracePt t="39410" x="2778125" y="2027238"/>
          <p14:tracePt t="39419" x="2967038" y="2027238"/>
          <p14:tracePt t="39426" x="3167063" y="2027238"/>
          <p14:tracePt t="39435" x="3328988" y="2027238"/>
          <p14:tracePt t="39442" x="3467100" y="2027238"/>
          <p14:tracePt t="39451" x="3567113" y="2027238"/>
          <p14:tracePt t="39458" x="3605213" y="2027238"/>
          <p14:tracePt t="39499" x="3579813" y="2027238"/>
          <p14:tracePt t="39507" x="3305175" y="1952625"/>
          <p14:tracePt t="39515" x="3167063" y="1914525"/>
          <p14:tracePt t="39523" x="3054350" y="1876425"/>
          <p14:tracePt t="39530" x="2967038" y="1865313"/>
          <p14:tracePt t="39539" x="2867025" y="1865313"/>
          <p14:tracePt t="39546" x="2828925" y="1852613"/>
          <p14:tracePt t="39555" x="2803525" y="1852613"/>
          <p14:tracePt t="39579" x="2790825" y="1852613"/>
          <p14:tracePt t="39587" x="2778125" y="1852613"/>
          <p14:tracePt t="39603" x="2767013" y="1852613"/>
          <p14:tracePt t="39643" x="2754313" y="1852613"/>
          <p14:tracePt t="39651" x="2741613" y="1852613"/>
          <p14:tracePt t="39667" x="2728913" y="1852613"/>
          <p14:tracePt t="39682" x="2716213" y="1852613"/>
          <p14:tracePt t="39691" x="2703513" y="1852613"/>
          <p14:tracePt t="39715" x="2690813" y="1852613"/>
          <p14:tracePt t="39722" x="2678113" y="1852613"/>
          <p14:tracePt t="39730" x="2667000" y="1852613"/>
          <p14:tracePt t="39779" x="2654300" y="1852613"/>
          <p14:tracePt t="39787" x="2654300" y="1865313"/>
          <p14:tracePt t="39803" x="2654300" y="1876425"/>
          <p14:tracePt t="39811" x="2654300" y="1889125"/>
          <p14:tracePt t="39819" x="2654300" y="1901825"/>
          <p14:tracePt t="39835" x="2654300" y="1914525"/>
          <p14:tracePt t="39842" x="2667000" y="1927225"/>
          <p14:tracePt t="39851" x="2703513" y="1939925"/>
          <p14:tracePt t="39866" x="2728913" y="1952625"/>
          <p14:tracePt t="39875" x="2741613" y="1952625"/>
          <p14:tracePt t="39883" x="2778125" y="1952625"/>
          <p14:tracePt t="39891" x="2790825" y="1952625"/>
          <p14:tracePt t="39907" x="2816225" y="1952625"/>
          <p14:tracePt t="39914" x="2828925" y="1952625"/>
          <p14:tracePt t="39923" x="2867025" y="1952625"/>
          <p14:tracePt t="39950" x="2941638" y="1952625"/>
          <p14:tracePt t="39955" x="2992438" y="1952625"/>
          <p14:tracePt t="39962" x="3054350" y="1952625"/>
          <p14:tracePt t="39971" x="3116263" y="1978025"/>
          <p14:tracePt t="39978" x="3167063" y="1989138"/>
          <p14:tracePt t="39987" x="3241675" y="1989138"/>
          <p14:tracePt t="39994" x="3279775" y="1989138"/>
          <p14:tracePt t="40003" x="3317875" y="1989138"/>
          <p14:tracePt t="40011" x="3328988" y="1989138"/>
          <p14:tracePt t="40075" x="3354388" y="1989138"/>
          <p14:tracePt t="40083" x="3367088" y="1989138"/>
          <p14:tracePt t="40098" x="3392488" y="1989138"/>
          <p14:tracePt t="40107" x="3405188" y="1989138"/>
          <p14:tracePt t="40114" x="3417888" y="1989138"/>
          <p14:tracePt t="40123" x="3429000" y="1989138"/>
          <p14:tracePt t="40139" x="3441700" y="1989138"/>
          <p14:tracePt t="40187" x="3467100" y="1989138"/>
          <p14:tracePt t="40467" x="3479800" y="1989138"/>
          <p14:tracePt t="40506" x="3530600" y="1989138"/>
          <p14:tracePt t="40514" x="3567113" y="1989138"/>
          <p14:tracePt t="40523" x="3605213" y="1989138"/>
          <p14:tracePt t="40530" x="3643313" y="1989138"/>
          <p14:tracePt t="40539" x="3654425" y="1989138"/>
          <p14:tracePt t="40546" x="3692525" y="1989138"/>
          <p14:tracePt t="40554" x="3705225" y="1989138"/>
          <p14:tracePt t="40562" x="3730625" y="1989138"/>
          <p14:tracePt t="40571" x="3743325" y="1989138"/>
          <p14:tracePt t="40579" x="3767138" y="1989138"/>
          <p14:tracePt t="40586" x="3779838" y="1989138"/>
          <p14:tracePt t="40595" x="3792538" y="1989138"/>
          <p14:tracePt t="40602" x="3805238" y="1989138"/>
          <p14:tracePt t="40610" x="3817938" y="1989138"/>
          <p14:tracePt t="40618" x="3843338" y="1989138"/>
          <p14:tracePt t="40626" x="3856038" y="1989138"/>
          <p14:tracePt t="40635" x="3867150" y="1989138"/>
          <p14:tracePt t="40642" x="3892550" y="1989138"/>
          <p14:tracePt t="40650" x="3917950" y="1989138"/>
          <p14:tracePt t="40658" x="3943350" y="1989138"/>
          <p14:tracePt t="40666" x="3968750" y="1989138"/>
          <p14:tracePt t="40675" x="3979863" y="1989138"/>
          <p14:tracePt t="40682" x="3992563" y="1989138"/>
          <p14:tracePt t="40698" x="4017963" y="1989138"/>
          <p14:tracePt t="40714" x="4030663" y="1989138"/>
          <p14:tracePt t="40730" x="4056063" y="1989138"/>
          <p14:tracePt t="40739" x="4081463" y="1989138"/>
          <p14:tracePt t="40746" x="4105275" y="1989138"/>
          <p14:tracePt t="40755" x="4130675" y="1989138"/>
          <p14:tracePt t="40762" x="4156075" y="1989138"/>
          <p14:tracePt t="40771" x="4192588" y="1989138"/>
          <p14:tracePt t="40778" x="4205288" y="1989138"/>
          <p14:tracePt t="40787" x="4217988" y="1989138"/>
          <p14:tracePt t="40794" x="4230688" y="1989138"/>
          <p14:tracePt t="40811" x="4243388" y="1989138"/>
          <p14:tracePt t="40891" x="4268788" y="1989138"/>
          <p14:tracePt t="40898" x="4281488" y="1989138"/>
          <p14:tracePt t="40907" x="4318000" y="1989138"/>
          <p14:tracePt t="40914" x="4356100" y="1989138"/>
          <p14:tracePt t="40936" x="4381500" y="1989138"/>
          <p14:tracePt t="40938" x="4394200" y="1989138"/>
          <p14:tracePt t="40994" x="4430713" y="1989138"/>
          <p14:tracePt t="41002" x="4443413" y="1989138"/>
          <p14:tracePt t="41010" x="4456113" y="1989138"/>
          <p14:tracePt t="41019" x="4494213" y="1989138"/>
          <p14:tracePt t="41123" x="4518025" y="1989138"/>
          <p14:tracePt t="41130" x="4581525" y="1989138"/>
          <p14:tracePt t="41139" x="4594225" y="1989138"/>
          <p14:tracePt t="41147" x="4619625" y="1989138"/>
          <p14:tracePt t="41155" x="4630738" y="1989138"/>
          <p14:tracePt t="41162" x="4656138" y="1989138"/>
          <p14:tracePt t="41227" x="4668838" y="1989138"/>
          <p14:tracePt t="41475" x="4694238" y="1989138"/>
          <p14:tracePt t="41483" x="4719638" y="1989138"/>
          <p14:tracePt t="41491" x="4756150" y="1989138"/>
          <p14:tracePt t="41499" x="4794250" y="1989138"/>
          <p14:tracePt t="41506" x="4806950" y="1989138"/>
          <p14:tracePt t="41514" x="4819650" y="1989138"/>
          <p14:tracePt t="41523" x="4832350" y="1989138"/>
          <p14:tracePt t="41554" x="4843463" y="1989138"/>
          <p14:tracePt t="41571" x="4856163" y="1989138"/>
          <p14:tracePt t="41579" x="4868863" y="1989138"/>
          <p14:tracePt t="41611" x="4868863" y="1978025"/>
          <p14:tracePt t="41619" x="4881563" y="1978025"/>
          <p14:tracePt t="41634" x="4894263" y="1978025"/>
          <p14:tracePt t="41643" x="4906963" y="1978025"/>
          <p14:tracePt t="41659" x="4919663" y="1978025"/>
          <p14:tracePt t="41715" x="4932363" y="1978025"/>
          <p14:tracePt t="41747" x="4945063" y="1978025"/>
          <p14:tracePt t="41779" x="4981575" y="1978025"/>
          <p14:tracePt t="41786" x="5032375" y="1978025"/>
          <p14:tracePt t="41795" x="5068888" y="1978025"/>
          <p14:tracePt t="41803" x="5094288" y="1978025"/>
          <p14:tracePt t="41811" x="5181600" y="1978025"/>
          <p14:tracePt t="41818" x="5232400" y="1978025"/>
          <p14:tracePt t="41827" x="5281613" y="1978025"/>
          <p14:tracePt t="41834" x="5332413" y="1978025"/>
          <p14:tracePt t="41843" x="5357813" y="1978025"/>
          <p14:tracePt t="41850" x="5394325" y="1978025"/>
          <p14:tracePt t="41859" x="5419725" y="1978025"/>
          <p14:tracePt t="41866" x="5445125" y="1978025"/>
          <p14:tracePt t="41891" x="5457825" y="1978025"/>
          <p14:tracePt t="41898" x="5470525" y="1978025"/>
          <p14:tracePt t="41970" x="5483225" y="1978025"/>
          <p14:tracePt t="42034" x="5495925" y="1978025"/>
          <p14:tracePt t="42043" x="5519738" y="1978025"/>
          <p14:tracePt t="42051" x="5557838" y="1978025"/>
          <p14:tracePt t="42059" x="5570538" y="1978025"/>
          <p14:tracePt t="42066" x="5607050" y="1978025"/>
          <p14:tracePt t="42082" x="5632450" y="1978025"/>
          <p14:tracePt t="42090" x="5657850" y="1978025"/>
          <p14:tracePt t="42098" x="5670550" y="1978025"/>
          <p14:tracePt t="42114" x="5683250" y="1978025"/>
          <p14:tracePt t="42155" x="5695950" y="1978025"/>
          <p14:tracePt t="42186" x="5719763" y="1978025"/>
          <p14:tracePt t="42194" x="5757863" y="1978025"/>
          <p14:tracePt t="42203" x="5770563" y="1989138"/>
          <p14:tracePt t="42235" x="5783263" y="1989138"/>
          <p14:tracePt t="42338" x="5795963" y="1989138"/>
          <p14:tracePt t="42354" x="5808663" y="1989138"/>
          <p14:tracePt t="42386" x="5832475" y="1989138"/>
          <p14:tracePt t="42426" x="5845175" y="1989138"/>
          <p14:tracePt t="42434" x="5870575" y="1989138"/>
          <p14:tracePt t="42451" x="5895975" y="1978025"/>
          <p14:tracePt t="42458" x="5908675" y="1978025"/>
          <p14:tracePt t="42475" x="5921375" y="1965325"/>
          <p14:tracePt t="42490" x="5932488" y="1965325"/>
          <p14:tracePt t="42498" x="5932488" y="1952625"/>
          <p14:tracePt t="42842" x="5932488" y="1939925"/>
          <p14:tracePt t="42859" x="5921375" y="1939925"/>
          <p14:tracePt t="42867" x="5895975" y="1939925"/>
          <p14:tracePt t="42874" x="5832475" y="1965325"/>
          <p14:tracePt t="42882" x="5708650" y="2001838"/>
          <p14:tracePt t="42891" x="5570538" y="2039938"/>
          <p14:tracePt t="42898" x="5432425" y="2065338"/>
          <p14:tracePt t="42906" x="5281613" y="2127250"/>
          <p14:tracePt t="42915" x="5132388" y="2139950"/>
          <p14:tracePt t="42922" x="4894263" y="2178050"/>
          <p14:tracePt t="42942" x="4030663" y="2214563"/>
          <p14:tracePt t="42947" x="3617913" y="2214563"/>
          <p14:tracePt t="42954" x="3179763" y="2214563"/>
          <p14:tracePt t="42963" x="2667000" y="2214563"/>
          <p14:tracePt t="42970" x="2190750" y="2214563"/>
          <p14:tracePt t="42979" x="1814513" y="2214563"/>
          <p14:tracePt t="42986" x="1476375" y="2214563"/>
          <p14:tracePt t="42995" x="1314450" y="2214563"/>
          <p14:tracePt t="43002" x="1139825" y="2214563"/>
          <p14:tracePt t="43011" x="1063625" y="2214563"/>
          <p14:tracePt t="43018" x="1027113" y="2214563"/>
          <p14:tracePt t="43026" x="1014413" y="2214563"/>
          <p14:tracePt t="43107" x="989013" y="2214563"/>
          <p14:tracePt t="43155" x="976313" y="2214563"/>
          <p14:tracePt t="43163" x="950913" y="2214563"/>
          <p14:tracePt t="43171" x="938213" y="2214563"/>
          <p14:tracePt t="43178" x="914400" y="2214563"/>
          <p14:tracePt t="43186" x="889000" y="2214563"/>
          <p14:tracePt t="43194" x="863600" y="2214563"/>
          <p14:tracePt t="43203" x="850900" y="2214563"/>
          <p14:tracePt t="43210" x="825500" y="2201863"/>
          <p14:tracePt t="43218" x="814388" y="2201863"/>
          <p14:tracePt t="43226" x="801688" y="2201863"/>
          <p14:tracePt t="43234" x="788988" y="2201863"/>
          <p14:tracePt t="43242" x="763588" y="2201863"/>
          <p14:tracePt t="43251" x="738188" y="2201863"/>
          <p14:tracePt t="43259" x="725488" y="2201863"/>
          <p14:tracePt t="43266" x="688975" y="2201863"/>
          <p14:tracePt t="43274" x="638175" y="2201863"/>
          <p14:tracePt t="43282" x="588963" y="2201863"/>
          <p14:tracePt t="43290" x="550863" y="2201863"/>
          <p14:tracePt t="43299" x="525463" y="2201863"/>
          <p14:tracePt t="43306" x="512763" y="2201863"/>
          <p14:tracePt t="43315" x="488950" y="2201863"/>
          <p14:tracePt t="43530" x="500063" y="2201863"/>
          <p14:tracePt t="43594" x="512763" y="2201863"/>
          <p14:tracePt t="43635" x="525463" y="2201863"/>
          <p14:tracePt t="43754" x="550863" y="2201863"/>
          <p14:tracePt t="43859" x="563563" y="2201863"/>
          <p14:tracePt t="44003" x="576263" y="2201863"/>
          <p14:tracePt t="44035" x="588963" y="2201863"/>
          <p14:tracePt t="44075" x="600075" y="2201863"/>
          <p14:tracePt t="44090" x="612775" y="2201863"/>
          <p14:tracePt t="44099" x="638175" y="2201863"/>
          <p14:tracePt t="44106" x="676275" y="2201863"/>
          <p14:tracePt t="44114" x="712788" y="2201863"/>
          <p14:tracePt t="44122" x="788988" y="2201863"/>
          <p14:tracePt t="44130" x="876300" y="2201863"/>
          <p14:tracePt t="44138" x="976313" y="2201863"/>
          <p14:tracePt t="44147" x="1089025" y="2201863"/>
          <p14:tracePt t="44154" x="1189038" y="2201863"/>
          <p14:tracePt t="44162" x="1301750" y="2201863"/>
          <p14:tracePt t="44170" x="1401763" y="2201863"/>
          <p14:tracePt t="44178" x="1489075" y="2201863"/>
          <p14:tracePt t="44186" x="1552575" y="2201863"/>
          <p14:tracePt t="44195" x="1639888" y="2201863"/>
          <p14:tracePt t="44202" x="1714500" y="2201863"/>
          <p14:tracePt t="44210" x="1765300" y="2201863"/>
          <p14:tracePt t="44218" x="1814513" y="2201863"/>
          <p14:tracePt t="44226" x="1852613" y="2201863"/>
          <p14:tracePt t="44235" x="1903413" y="2201863"/>
          <p14:tracePt t="44242" x="1927225" y="2201863"/>
          <p14:tracePt t="44251" x="1965325" y="2201863"/>
          <p14:tracePt t="44258" x="2003425" y="2201863"/>
          <p14:tracePt t="44267" x="2014538" y="2201863"/>
          <p14:tracePt t="44274" x="2027238" y="2201863"/>
          <p14:tracePt t="44283" x="2039938" y="2190750"/>
          <p14:tracePt t="44379" x="2078038" y="2190750"/>
          <p14:tracePt t="44386" x="2190750" y="2178050"/>
          <p14:tracePt t="44395" x="2252663" y="2152650"/>
          <p14:tracePt t="44403" x="2278063" y="2152650"/>
          <p14:tracePt t="44410" x="2303463" y="2139950"/>
          <p14:tracePt t="44418" x="2339975" y="2101850"/>
          <p14:tracePt t="44426" x="2365375" y="2078038"/>
          <p14:tracePt t="44434" x="2365375" y="2065338"/>
          <p14:tracePt t="44442" x="2365375" y="2052638"/>
          <p14:tracePt t="44451" x="2365375" y="2014538"/>
          <p14:tracePt t="44458" x="2365375" y="1989138"/>
          <p14:tracePt t="44467" x="2365375" y="1965325"/>
          <p14:tracePt t="44474" x="2365375" y="1939925"/>
          <p14:tracePt t="44482" x="2365375" y="1927225"/>
          <p14:tracePt t="44490" x="2365375" y="1914525"/>
          <p14:tracePt t="44498" x="2365375" y="1901825"/>
          <p14:tracePt t="44506" x="2352675" y="1889125"/>
          <p14:tracePt t="44514" x="2339975" y="1889125"/>
          <p14:tracePt t="44522" x="2328863" y="1876425"/>
          <p14:tracePt t="44538" x="2316163" y="1865313"/>
          <p14:tracePt t="44554" x="2303463" y="1865313"/>
          <p14:tracePt t="44563" x="2290763" y="1865313"/>
          <p14:tracePt t="44570" x="2265363" y="1852613"/>
          <p14:tracePt t="44579" x="2239963" y="1852613"/>
          <p14:tracePt t="44586" x="2203450" y="1852613"/>
          <p14:tracePt t="44594" x="2152650" y="1852613"/>
          <p14:tracePt t="44602" x="2116138" y="1852613"/>
          <p14:tracePt t="44610" x="2065338" y="1852613"/>
          <p14:tracePt t="44618" x="2014538" y="1852613"/>
          <p14:tracePt t="44626" x="1939925" y="1852613"/>
          <p14:tracePt t="44635" x="1903413" y="1865313"/>
          <p14:tracePt t="44642" x="1852613" y="1876425"/>
          <p14:tracePt t="44651" x="1827213" y="1876425"/>
          <p14:tracePt t="44658" x="1801813" y="1889125"/>
          <p14:tracePt t="44667" x="1790700" y="1901825"/>
          <p14:tracePt t="44698" x="1778000" y="1901825"/>
          <p14:tracePt t="44731" x="1778000" y="1914525"/>
          <p14:tracePt t="44738" x="1765300" y="1927225"/>
          <p14:tracePt t="44746" x="1765300" y="1939925"/>
          <p14:tracePt t="44763" x="1752600" y="1939925"/>
          <p14:tracePt t="44770" x="1739900" y="1939925"/>
          <p14:tracePt t="44786" x="1714500" y="1952625"/>
          <p14:tracePt t="44851" x="1701800" y="1965325"/>
          <p14:tracePt t="44858" x="1677988" y="1965325"/>
          <p14:tracePt t="44866" x="1652588" y="1965325"/>
          <p14:tracePt t="44874" x="1639888" y="1965325"/>
          <p14:tracePt t="44883" x="1589088" y="1978025"/>
          <p14:tracePt t="44890" x="1565275" y="1978025"/>
          <p14:tracePt t="44898" x="1539875" y="1978025"/>
          <p14:tracePt t="44906" x="1514475" y="1989138"/>
          <p14:tracePt t="44963" x="1489075" y="2001838"/>
          <p14:tracePt t="44970" x="1489075" y="2014538"/>
          <p14:tracePt t="44978" x="1489075" y="2027238"/>
          <p14:tracePt t="44986" x="1501775" y="2039938"/>
          <p14:tracePt t="44994" x="1514475" y="2052638"/>
          <p14:tracePt t="45003" x="1527175" y="2065338"/>
          <p14:tracePt t="45010" x="1552575" y="2065338"/>
          <p14:tracePt t="45019" x="1565275" y="2078038"/>
          <p14:tracePt t="45026" x="1577975" y="2101850"/>
          <p14:tracePt t="45035" x="1601788" y="2101850"/>
          <p14:tracePt t="45042" x="1614488" y="2101850"/>
          <p14:tracePt t="45051" x="1627188" y="2101850"/>
          <p14:tracePt t="45059" x="1652588" y="2114550"/>
          <p14:tracePt t="45080" x="1714500" y="2114550"/>
          <p14:tracePt t="45083" x="1752600" y="2127250"/>
          <p14:tracePt t="45090" x="1801813" y="2127250"/>
          <p14:tracePt t="45098" x="1839913" y="2127250"/>
          <p14:tracePt t="45106" x="1890713" y="2127250"/>
          <p14:tracePt t="45114" x="1914525" y="2127250"/>
          <p14:tracePt t="45122" x="1952625" y="2127250"/>
          <p14:tracePt t="45131" x="1990725" y="2127250"/>
          <p14:tracePt t="45138" x="2003425" y="2127250"/>
          <p14:tracePt t="45146" x="2039938" y="2127250"/>
          <p14:tracePt t="45154" x="2065338" y="2127250"/>
          <p14:tracePt t="45162" x="2103438" y="2127250"/>
          <p14:tracePt t="45170" x="2127250" y="2127250"/>
          <p14:tracePt t="45178" x="2139950" y="2127250"/>
          <p14:tracePt t="45187" x="2165350" y="2127250"/>
          <p14:tracePt t="45203" x="2178050" y="2114550"/>
          <p14:tracePt t="45219" x="2178050" y="2101850"/>
          <p14:tracePt t="45235" x="2178050" y="2078038"/>
          <p14:tracePt t="45242" x="2178050" y="2065338"/>
          <p14:tracePt t="45250" x="2178050" y="2052638"/>
          <p14:tracePt t="45258" x="2178050" y="2027238"/>
          <p14:tracePt t="45266" x="2165350" y="2014538"/>
          <p14:tracePt t="45274" x="2139950" y="2001838"/>
          <p14:tracePt t="45282" x="2090738" y="1989138"/>
          <p14:tracePt t="45290" x="2065338" y="1978025"/>
          <p14:tracePt t="45298" x="2027238" y="1978025"/>
          <p14:tracePt t="45306" x="1978025" y="1965325"/>
          <p14:tracePt t="45315" x="1927225" y="1965325"/>
          <p14:tracePt t="45322" x="1890713" y="1965325"/>
          <p14:tracePt t="45330" x="1852613" y="1965325"/>
          <p14:tracePt t="45338" x="1839913" y="1965325"/>
          <p14:tracePt t="45346" x="1801813" y="1965325"/>
          <p14:tracePt t="45362" x="1790700" y="1965325"/>
          <p14:tracePt t="45370" x="1778000" y="1978025"/>
          <p14:tracePt t="45387" x="1765300" y="1989138"/>
          <p14:tracePt t="45394" x="1765300" y="2027238"/>
          <p14:tracePt t="45403" x="1752600" y="2027238"/>
          <p14:tracePt t="45410" x="1752600" y="2052638"/>
          <p14:tracePt t="45418" x="1752600" y="2089150"/>
          <p14:tracePt t="45426" x="1752600" y="2101850"/>
          <p14:tracePt t="45434" x="1752600" y="2127250"/>
          <p14:tracePt t="45442" x="1765300" y="2165350"/>
          <p14:tracePt t="45450" x="1778000" y="2190750"/>
          <p14:tracePt t="45458" x="1814513" y="2214563"/>
          <p14:tracePt t="45466" x="1827213" y="2239963"/>
          <p14:tracePt t="45474" x="1852613" y="2252663"/>
          <p14:tracePt t="45482" x="1878013" y="2265363"/>
          <p14:tracePt t="45490" x="1903413" y="2278063"/>
          <p14:tracePt t="45499" x="1939925" y="2290763"/>
          <p14:tracePt t="45506" x="1952625" y="2303463"/>
          <p14:tracePt t="45515" x="1990725" y="2303463"/>
          <p14:tracePt t="45522" x="2003425" y="2303463"/>
          <p14:tracePt t="45530" x="2027238" y="2303463"/>
          <p14:tracePt t="45546" x="2039938" y="2303463"/>
          <p14:tracePt t="46202" x="2090738" y="2303463"/>
          <p14:tracePt t="46210" x="2203450" y="2303463"/>
          <p14:tracePt t="46219" x="2239963" y="2303463"/>
          <p14:tracePt t="46227" x="2265363" y="2314575"/>
          <p14:tracePt t="46235" x="2265363" y="2327275"/>
          <p14:tracePt t="46563" x="2278063" y="2327275"/>
          <p14:tracePt t="46594" x="2290763" y="2327275"/>
          <p14:tracePt t="46603" x="2328863" y="2314575"/>
          <p14:tracePt t="46610" x="2365375" y="2314575"/>
          <p14:tracePt t="46618" x="2390775" y="2314575"/>
          <p14:tracePt t="46626" x="2441575" y="2314575"/>
          <p14:tracePt t="46635" x="2478088" y="2314575"/>
          <p14:tracePt t="46642" x="2503488" y="2314575"/>
          <p14:tracePt t="46651" x="2516188" y="2314575"/>
          <p14:tracePt t="46666" x="2528888" y="2314575"/>
          <p14:tracePt t="46682" x="2554288" y="2314575"/>
          <p14:tracePt t="46699" x="2565400" y="2314575"/>
          <p14:tracePt t="46714" x="2578100" y="2314575"/>
          <p14:tracePt t="46723" x="2590800" y="2314575"/>
          <p14:tracePt t="46738" x="2603500" y="2314575"/>
          <p14:tracePt t="46746" x="2628900" y="2314575"/>
          <p14:tracePt t="46754" x="2641600" y="2314575"/>
          <p14:tracePt t="46762" x="2667000" y="2314575"/>
          <p14:tracePt t="46770" x="2678113" y="2314575"/>
          <p14:tracePt t="46778" x="2728913" y="2314575"/>
          <p14:tracePt t="46787" x="2767013" y="2314575"/>
          <p14:tracePt t="46794" x="2803525" y="2314575"/>
          <p14:tracePt t="46802" x="2841625" y="2314575"/>
          <p14:tracePt t="46810" x="2879725" y="2314575"/>
          <p14:tracePt t="46819" x="2903538" y="2314575"/>
          <p14:tracePt t="46842" x="2916238" y="2314575"/>
          <p14:tracePt t="46866" x="2941638" y="2303463"/>
          <p14:tracePt t="46874" x="2967038" y="2303463"/>
          <p14:tracePt t="46882" x="3003550" y="2303463"/>
          <p14:tracePt t="46891" x="3079750" y="2290763"/>
          <p14:tracePt t="46898" x="3141663" y="2290763"/>
          <p14:tracePt t="46907" x="3205163" y="2290763"/>
          <p14:tracePt t="46914" x="3267075" y="2290763"/>
          <p14:tracePt t="46922" x="3341688" y="2278063"/>
          <p14:tracePt t="46930" x="3379788" y="2278063"/>
          <p14:tracePt t="46938" x="3405188" y="2265363"/>
          <p14:tracePt t="46954" x="3417888" y="2265363"/>
          <p14:tracePt t="46962" x="3429000" y="2265363"/>
          <p14:tracePt t="46994" x="3454400" y="2252663"/>
          <p14:tracePt t="47002" x="3505200" y="2252663"/>
          <p14:tracePt t="47010" x="3541713" y="2252663"/>
          <p14:tracePt t="47018" x="3567113" y="2252663"/>
          <p14:tracePt t="47026" x="3592513" y="2252663"/>
          <p14:tracePt t="47034" x="3605213" y="2252663"/>
          <p14:tracePt t="47053" x="3630613" y="2239963"/>
          <p14:tracePt t="47107" x="3643313" y="2239963"/>
          <p14:tracePt t="47146" x="3667125" y="2239963"/>
          <p14:tracePt t="47154" x="3692525" y="2239963"/>
          <p14:tracePt t="47162" x="3730625" y="2239963"/>
          <p14:tracePt t="47170" x="3756025" y="2239963"/>
          <p14:tracePt t="47178" x="3767138" y="2239963"/>
          <p14:tracePt t="47194" x="3792538" y="2239963"/>
          <p14:tracePt t="47202" x="3805238" y="2239963"/>
          <p14:tracePt t="47226" x="3817938" y="2239963"/>
          <p14:tracePt t="47362" x="3830638" y="2239963"/>
          <p14:tracePt t="47442" x="3843338" y="2239963"/>
          <p14:tracePt t="47755" x="3856038" y="2239963"/>
          <p14:tracePt t="47762" x="3930650" y="2227263"/>
          <p14:tracePt t="47771" x="3968750" y="2214563"/>
          <p14:tracePt t="47779" x="3979863" y="2214563"/>
          <p14:tracePt t="47786" x="3992563" y="2214563"/>
          <p14:tracePt t="47842" x="3992563" y="2201863"/>
          <p14:tracePt t="47850" x="4017963" y="2190750"/>
          <p14:tracePt t="47859" x="4030663" y="2190750"/>
          <p14:tracePt t="47907" x="4043363" y="2178050"/>
          <p14:tracePt t="48674" x="4043363" y="2165350"/>
          <p14:tracePt t="48682" x="4081463" y="2165350"/>
          <p14:tracePt t="48690" x="4156075" y="2165350"/>
          <p14:tracePt t="48698" x="4217988" y="2165350"/>
          <p14:tracePt t="48706" x="4294188" y="2165350"/>
          <p14:tracePt t="48714" x="4356100" y="2165350"/>
          <p14:tracePt t="48722" x="4430713" y="2165350"/>
          <p14:tracePt t="48730" x="4468813" y="2165350"/>
          <p14:tracePt t="48738" x="4518025" y="2165350"/>
          <p14:tracePt t="48746" x="4556125" y="2165350"/>
          <p14:tracePt t="48754" x="4581525" y="2165350"/>
          <p14:tracePt t="48994" x="4568825" y="2165350"/>
          <p14:tracePt t="49026" x="4556125" y="2178050"/>
          <p14:tracePt t="49042" x="4556125" y="2190750"/>
          <p14:tracePt t="49074" x="4556125" y="2201863"/>
          <p14:tracePt t="49082" x="4568825" y="2214563"/>
          <p14:tracePt t="49090" x="4581525" y="2214563"/>
          <p14:tracePt t="49098" x="4594225" y="2214563"/>
          <p14:tracePt t="49106" x="4630738" y="2214563"/>
          <p14:tracePt t="49114" x="4681538" y="2214563"/>
          <p14:tracePt t="49122" x="4719638" y="2214563"/>
          <p14:tracePt t="49131" x="4743450" y="2214563"/>
          <p14:tracePt t="49138" x="4768850" y="2214563"/>
          <p14:tracePt t="49147" x="4781550" y="2214563"/>
          <p14:tracePt t="49154" x="4794250" y="2214563"/>
          <p14:tracePt t="49163" x="4806950" y="2214563"/>
          <p14:tracePt t="49179" x="4819650" y="2214563"/>
          <p14:tracePt t="49394" x="4843463" y="2214563"/>
          <p14:tracePt t="49442" x="4868863" y="2201863"/>
          <p14:tracePt t="49483" x="4868863" y="2190750"/>
          <p14:tracePt t="49594" x="4881563" y="2190750"/>
          <p14:tracePt t="50082" x="4894263" y="2190750"/>
          <p14:tracePt t="50114" x="4919663" y="2190750"/>
          <p14:tracePt t="50130" x="4932363" y="2190750"/>
          <p14:tracePt t="50138" x="4968875" y="2190750"/>
          <p14:tracePt t="50146" x="5045075" y="2190750"/>
          <p14:tracePt t="50155" x="5157788" y="2190750"/>
          <p14:tracePt t="50162" x="5257800" y="2190750"/>
          <p14:tracePt t="50170" x="5345113" y="2190750"/>
          <p14:tracePt t="50178" x="5383213" y="2190750"/>
          <p14:tracePt t="50186" x="5394325" y="2190750"/>
          <p14:tracePt t="50378" x="5407025" y="2190750"/>
          <p14:tracePt t="50386" x="5407025" y="2178050"/>
          <p14:tracePt t="50402" x="5407025" y="2165350"/>
          <p14:tracePt t="50434" x="5394325" y="2165350"/>
          <p14:tracePt t="50498" x="5383213" y="2165350"/>
          <p14:tracePt t="50610" x="5394325" y="2165350"/>
          <p14:tracePt t="50626" x="5419725" y="2165350"/>
          <p14:tracePt t="50635" x="5432425" y="2165350"/>
          <p14:tracePt t="50642" x="5470525" y="2165350"/>
          <p14:tracePt t="50651" x="5507038" y="2165350"/>
          <p14:tracePt t="50658" x="5532438" y="2165350"/>
          <p14:tracePt t="50667" x="5570538" y="2165350"/>
          <p14:tracePt t="50674" x="5607050" y="2165350"/>
          <p14:tracePt t="50682" x="5632450" y="2152650"/>
          <p14:tracePt t="50690" x="5645150" y="2139950"/>
          <p14:tracePt t="50698" x="5657850" y="2127250"/>
          <p14:tracePt t="50714" x="5670550" y="2114550"/>
          <p14:tracePt t="50818" x="5683250" y="2114550"/>
          <p14:tracePt t="50826" x="5695950" y="2114550"/>
          <p14:tracePt t="50866" x="5708650" y="2101850"/>
          <p14:tracePt t="50882" x="5719763" y="2101850"/>
          <p14:tracePt t="50930" x="5719763" y="2089150"/>
          <p14:tracePt t="50938" x="5732463" y="2089150"/>
          <p14:tracePt t="51146" x="5719763" y="2089150"/>
          <p14:tracePt t="51154" x="5645150" y="2089150"/>
          <p14:tracePt t="51162" x="5519738" y="2089150"/>
          <p14:tracePt t="51170" x="5345113" y="2114550"/>
          <p14:tracePt t="51178" x="5132388" y="2165350"/>
          <p14:tracePt t="51187" x="4881563" y="2178050"/>
          <p14:tracePt t="51194" x="4694238" y="2201863"/>
          <p14:tracePt t="51203" x="4192588" y="2278063"/>
          <p14:tracePt t="51210" x="3879850" y="2314575"/>
          <p14:tracePt t="51219" x="3492500" y="2352675"/>
          <p14:tracePt t="51226" x="3167063" y="2365375"/>
          <p14:tracePt t="51234" x="2867025" y="2365375"/>
          <p14:tracePt t="51242" x="2678113" y="2365375"/>
          <p14:tracePt t="51250" x="2503488" y="2365375"/>
          <p14:tracePt t="51258" x="2378075" y="2365375"/>
          <p14:tracePt t="51266" x="2316163" y="2365375"/>
          <p14:tracePt t="51274" x="2278063" y="2365375"/>
          <p14:tracePt t="51283" x="2228850" y="2365375"/>
          <p14:tracePt t="51290" x="2190750" y="2365375"/>
          <p14:tracePt t="51298" x="2165350" y="2365375"/>
          <p14:tracePt t="51306" x="2127250" y="2365375"/>
          <p14:tracePt t="51315" x="2065338" y="2365375"/>
          <p14:tracePt t="51322" x="2014538" y="2365375"/>
          <p14:tracePt t="51331" x="1914525" y="2365375"/>
          <p14:tracePt t="51338" x="1827213" y="2365375"/>
          <p14:tracePt t="51346" x="1739900" y="2365375"/>
          <p14:tracePt t="51354" x="1665288" y="2365375"/>
          <p14:tracePt t="51362" x="1589088" y="2365375"/>
          <p14:tracePt t="51370" x="1527175" y="2365375"/>
          <p14:tracePt t="51378" x="1452563" y="2365375"/>
          <p14:tracePt t="51387" x="1389063" y="2365375"/>
          <p14:tracePt t="51394" x="1301750" y="2365375"/>
          <p14:tracePt t="51403" x="1214438" y="2365375"/>
          <p14:tracePt t="51410" x="1150938" y="2365375"/>
          <p14:tracePt t="51418" x="1089025" y="2365375"/>
          <p14:tracePt t="51426" x="989013" y="2365375"/>
          <p14:tracePt t="51434" x="914400" y="2365375"/>
          <p14:tracePt t="51442" x="850900" y="2365375"/>
          <p14:tracePt t="51450" x="801688" y="2365375"/>
          <p14:tracePt t="51458" x="725488" y="2365375"/>
          <p14:tracePt t="51466" x="676275" y="2365375"/>
          <p14:tracePt t="51474" x="625475" y="2365375"/>
          <p14:tracePt t="51482" x="600075" y="2365375"/>
          <p14:tracePt t="51490" x="563563" y="2378075"/>
          <p14:tracePt t="51498" x="550863" y="2378075"/>
          <p14:tracePt t="51515" x="538163" y="2390775"/>
          <p14:tracePt t="51522" x="525463" y="2390775"/>
          <p14:tracePt t="51538" x="512763" y="2390775"/>
          <p14:tracePt t="51842" x="538163" y="2390775"/>
          <p14:tracePt t="51858" x="550863" y="2390775"/>
          <p14:tracePt t="51866" x="576263" y="2390775"/>
          <p14:tracePt t="51874" x="588963" y="2390775"/>
          <p14:tracePt t="51882" x="625475" y="2390775"/>
          <p14:tracePt t="51890" x="676275" y="2390775"/>
          <p14:tracePt t="51898" x="712788" y="2390775"/>
          <p14:tracePt t="51906" x="776288" y="2390775"/>
          <p14:tracePt t="51914" x="850900" y="2390775"/>
          <p14:tracePt t="51922" x="925513" y="2390775"/>
          <p14:tracePt t="51934" x="1001713" y="2390775"/>
          <p14:tracePt t="51938" x="1063625" y="2390775"/>
          <p14:tracePt t="51946" x="1139825" y="2390775"/>
          <p14:tracePt t="51955" x="1214438" y="2390775"/>
          <p14:tracePt t="51962" x="1289050" y="2390775"/>
          <p14:tracePt t="51970" x="1327150" y="2390775"/>
          <p14:tracePt t="51978" x="1352550" y="2390775"/>
          <p14:tracePt t="51986" x="1376363" y="2365375"/>
          <p14:tracePt t="51994" x="1389063" y="2365375"/>
          <p14:tracePt t="52002" x="1401763" y="2365375"/>
          <p14:tracePt t="52010" x="1427163" y="2339975"/>
          <p14:tracePt t="52018" x="1439863" y="2327275"/>
          <p14:tracePt t="52026" x="1439863" y="2314575"/>
          <p14:tracePt t="52034" x="1452563" y="2314575"/>
          <p14:tracePt t="52050" x="1465263" y="2290763"/>
          <p14:tracePt t="52067" x="1465263" y="2278063"/>
          <p14:tracePt t="52074" x="1465263" y="2252663"/>
          <p14:tracePt t="52090" x="1465263" y="2239963"/>
          <p14:tracePt t="52098" x="1465263" y="2227263"/>
          <p14:tracePt t="52106" x="1465263" y="2214563"/>
          <p14:tracePt t="52114" x="1452563" y="2201863"/>
          <p14:tracePt t="52122" x="1427163" y="2165350"/>
          <p14:tracePt t="52139" x="1414463" y="2152650"/>
          <p14:tracePt t="52146" x="1389063" y="2152650"/>
          <p14:tracePt t="52155" x="1352550" y="2139950"/>
          <p14:tracePt t="52162" x="1301750" y="2127250"/>
          <p14:tracePt t="52170" x="1227138" y="2127250"/>
          <p14:tracePt t="52178" x="1150938" y="2127250"/>
          <p14:tracePt t="52186" x="1050925" y="2127250"/>
          <p14:tracePt t="52194" x="925513" y="2127250"/>
          <p14:tracePt t="52202" x="863600" y="2127250"/>
          <p14:tracePt t="52210" x="788988" y="2139950"/>
          <p14:tracePt t="52218" x="712788" y="2178050"/>
          <p14:tracePt t="52226" x="688975" y="2190750"/>
          <p14:tracePt t="52234" x="663575" y="2201863"/>
          <p14:tracePt t="52242" x="663575" y="2227263"/>
          <p14:tracePt t="52251" x="663575" y="2252663"/>
          <p14:tracePt t="52258" x="663575" y="2265363"/>
          <p14:tracePt t="52266" x="663575" y="2290763"/>
          <p14:tracePt t="52274" x="688975" y="2314575"/>
          <p14:tracePt t="52282" x="750888" y="2339975"/>
          <p14:tracePt t="52290" x="801688" y="2352675"/>
          <p14:tracePt t="52298" x="876300" y="2378075"/>
          <p14:tracePt t="52306" x="963613" y="2390775"/>
          <p14:tracePt t="52314" x="1050925" y="2414588"/>
          <p14:tracePt t="52323" x="1176338" y="2427288"/>
          <p14:tracePt t="52330" x="1301750" y="2427288"/>
          <p14:tracePt t="52339" x="1439863" y="2427288"/>
          <p14:tracePt t="52346" x="1565275" y="2427288"/>
          <p14:tracePt t="52355" x="1665288" y="2427288"/>
          <p14:tracePt t="52362" x="1739900" y="2427288"/>
          <p14:tracePt t="52370" x="1778000" y="2414588"/>
          <p14:tracePt t="52378" x="1827213" y="2378075"/>
          <p14:tracePt t="52386" x="1839913" y="2365375"/>
          <p14:tracePt t="52394" x="1839913" y="2327275"/>
          <p14:tracePt t="52403" x="1839913" y="2290763"/>
          <p14:tracePt t="52410" x="1827213" y="2239963"/>
          <p14:tracePt t="52418" x="1765300" y="2201863"/>
          <p14:tracePt t="52426" x="1701800" y="2165350"/>
          <p14:tracePt t="52435" x="1639888" y="2139950"/>
          <p14:tracePt t="52442" x="1552575" y="2114550"/>
          <p14:tracePt t="52451" x="1465263" y="2101850"/>
          <p14:tracePt t="52458" x="1389063" y="2101850"/>
          <p14:tracePt t="52466" x="1314450" y="2101850"/>
          <p14:tracePt t="52474" x="1227138" y="2101850"/>
          <p14:tracePt t="52482" x="1163638" y="2101850"/>
          <p14:tracePt t="52490" x="1114425" y="2114550"/>
          <p14:tracePt t="52498" x="1038225" y="2165350"/>
          <p14:tracePt t="52507" x="1014413" y="2190750"/>
          <p14:tracePt t="52514" x="976313" y="2239963"/>
          <p14:tracePt t="52523" x="976313" y="2278063"/>
          <p14:tracePt t="52530" x="976313" y="2303463"/>
          <p14:tracePt t="52539" x="976313" y="2314575"/>
          <p14:tracePt t="52546" x="1014413" y="2352675"/>
          <p14:tracePt t="52554" x="1076325" y="2378075"/>
          <p14:tracePt t="52562" x="1150938" y="2414588"/>
          <p14:tracePt t="52570" x="1201738" y="2427288"/>
          <p14:tracePt t="52578" x="1289050" y="2452688"/>
          <p14:tracePt t="52587" x="1376363" y="2452688"/>
          <p14:tracePt t="52594" x="1439863" y="2452688"/>
          <p14:tracePt t="52603" x="1514475" y="2452688"/>
          <p14:tracePt t="52610" x="1577975" y="2452688"/>
          <p14:tracePt t="52618" x="1614488" y="2452688"/>
          <p14:tracePt t="52626" x="1665288" y="2452688"/>
          <p14:tracePt t="52635" x="1689100" y="2439988"/>
          <p14:tracePt t="52642" x="1701800" y="2414588"/>
          <p14:tracePt t="52650" x="1701800" y="2378075"/>
          <p14:tracePt t="52658" x="1701800" y="2352675"/>
          <p14:tracePt t="52666" x="1701800" y="2339975"/>
          <p14:tracePt t="52674" x="1701800" y="2303463"/>
          <p14:tracePt t="52682" x="1701800" y="2290763"/>
          <p14:tracePt t="52691" x="1677988" y="2278063"/>
          <p14:tracePt t="52698" x="1665288" y="2278063"/>
          <p14:tracePt t="52707" x="1639888" y="2265363"/>
          <p14:tracePt t="52738" x="1627188" y="2265363"/>
          <p14:tracePt t="52754" x="1601788" y="2265363"/>
          <p14:tracePt t="52770" x="1589088" y="2265363"/>
          <p14:tracePt t="52778" x="1577975" y="2265363"/>
          <p14:tracePt t="52786" x="1565275" y="2265363"/>
          <p14:tracePt t="53026" x="1552575" y="2265363"/>
          <p14:tracePt t="53626" x="1552575" y="2290763"/>
          <p14:tracePt t="53634" x="1565275" y="2303463"/>
          <p14:tracePt t="53643" x="1565275" y="2352675"/>
          <p14:tracePt t="53650" x="1577975" y="2390775"/>
          <p14:tracePt t="53658" x="1601788" y="2452688"/>
          <p14:tracePt t="53666" x="1601788" y="2478088"/>
          <p14:tracePt t="53674" x="1627188" y="2552700"/>
          <p14:tracePt t="53682" x="1627188" y="2616200"/>
          <p14:tracePt t="53690" x="1639888" y="2678113"/>
          <p14:tracePt t="53698" x="1639888" y="2728913"/>
          <p14:tracePt t="53706" x="1665288" y="2778125"/>
          <p14:tracePt t="53714" x="1677988" y="2816225"/>
          <p14:tracePt t="53723" x="1701800" y="2840038"/>
          <p14:tracePt t="53738" x="1727200" y="2865438"/>
          <p14:tracePt t="53802" x="1752600" y="2865438"/>
          <p14:tracePt t="53810" x="1765300" y="2865438"/>
          <p14:tracePt t="53818" x="1814513" y="2865438"/>
          <p14:tracePt t="53827" x="1903413" y="2865438"/>
          <p14:tracePt t="53834" x="2014538" y="2865438"/>
          <p14:tracePt t="53843" x="2139950" y="2840038"/>
          <p14:tracePt t="53850" x="2290763" y="2803525"/>
          <p14:tracePt t="53858" x="2378075" y="2740025"/>
          <p14:tracePt t="53866" x="2452688" y="2716213"/>
          <p14:tracePt t="53874" x="2503488" y="2665413"/>
          <p14:tracePt t="53882" x="2516188" y="2640013"/>
          <p14:tracePt t="53890" x="2516188" y="2616200"/>
          <p14:tracePt t="53898" x="2516188" y="2565400"/>
          <p14:tracePt t="53907" x="2503488" y="2503488"/>
          <p14:tracePt t="53914" x="2478088" y="2478088"/>
          <p14:tracePt t="53922" x="2428875" y="2414588"/>
          <p14:tracePt t="53930" x="2403475" y="2390775"/>
          <p14:tracePt t="53940" x="2352675" y="2339975"/>
          <p14:tracePt t="53946" x="2316163" y="2314575"/>
          <p14:tracePt t="53954" x="2278063" y="2290763"/>
          <p14:tracePt t="53962" x="2228850" y="2278063"/>
          <p14:tracePt t="53970" x="2190750" y="2252663"/>
          <p14:tracePt t="53978" x="2116138" y="2227263"/>
          <p14:tracePt t="53986" x="2003425" y="2201863"/>
          <p14:tracePt t="53994" x="1865313" y="2201863"/>
          <p14:tracePt t="54002" x="1714500" y="2190750"/>
          <p14:tracePt t="54011" x="1527175" y="2190750"/>
          <p14:tracePt t="54018" x="1376363" y="2190750"/>
          <p14:tracePt t="54027" x="1252538" y="2190750"/>
          <p14:tracePt t="54034" x="1139825" y="2190750"/>
          <p14:tracePt t="54042" x="1027113" y="2190750"/>
          <p14:tracePt t="54050" x="963613" y="2190750"/>
          <p14:tracePt t="54058" x="938213" y="2190750"/>
          <p14:tracePt t="54066" x="876300" y="2239963"/>
          <p14:tracePt t="54074" x="850900" y="2265363"/>
          <p14:tracePt t="54082" x="814388" y="2339975"/>
          <p14:tracePt t="54091" x="776288" y="2427288"/>
          <p14:tracePt t="54098" x="763588" y="2503488"/>
          <p14:tracePt t="54106" x="738188" y="2603500"/>
          <p14:tracePt t="54114" x="712788" y="2690813"/>
          <p14:tracePt t="54123" x="712788" y="2778125"/>
          <p14:tracePt t="54130" x="712788" y="2828925"/>
          <p14:tracePt t="54139" x="712788" y="2878138"/>
          <p14:tracePt t="54146" x="712788" y="2903538"/>
          <p14:tracePt t="54154" x="738188" y="2965450"/>
          <p14:tracePt t="54162" x="776288" y="2978150"/>
          <p14:tracePt t="54170" x="838200" y="3016250"/>
          <p14:tracePt t="54178" x="889000" y="3054350"/>
          <p14:tracePt t="54186" x="963613" y="3078163"/>
          <p14:tracePt t="54195" x="1038225" y="3090863"/>
          <p14:tracePt t="54202" x="1139825" y="3116263"/>
          <p14:tracePt t="54211" x="1227138" y="3116263"/>
          <p14:tracePt t="54218" x="1327150" y="3116263"/>
          <p14:tracePt t="54226" x="1427163" y="3116263"/>
          <p14:tracePt t="54234" x="1539875" y="3116263"/>
          <p14:tracePt t="54242" x="1677988" y="3116263"/>
          <p14:tracePt t="54250" x="1778000" y="3116263"/>
          <p14:tracePt t="54258" x="1878013" y="3078163"/>
          <p14:tracePt t="54266" x="1978025" y="3016250"/>
          <p14:tracePt t="54274" x="2090738" y="2965450"/>
          <p14:tracePt t="54282" x="2178050" y="2928938"/>
          <p14:tracePt t="54290" x="2265363" y="2903538"/>
          <p14:tracePt t="54298" x="2328863" y="2852738"/>
          <p14:tracePt t="54306" x="2339975" y="2852738"/>
          <p14:tracePt t="54314" x="2352675" y="2828925"/>
          <p14:tracePt t="54330" x="2352675" y="2790825"/>
          <p14:tracePt t="54338" x="2352675" y="2778125"/>
          <p14:tracePt t="54346" x="2352675" y="2765425"/>
          <p14:tracePt t="54354" x="2328863" y="2728913"/>
          <p14:tracePt t="54362" x="2278063" y="2716213"/>
          <p14:tracePt t="54370" x="2252663" y="2690813"/>
          <p14:tracePt t="54379" x="2239963" y="2678113"/>
          <p14:tracePt t="54386" x="2190750" y="2652713"/>
          <p14:tracePt t="54395" x="2178050" y="2652713"/>
          <p14:tracePt t="54402" x="2165350" y="2640013"/>
          <p14:tracePt t="54442" x="2152650" y="2640013"/>
          <p14:tracePt t="54450" x="2139950" y="2640013"/>
          <p14:tracePt t="54466" x="2103438" y="2652713"/>
          <p14:tracePt t="54474" x="2065338" y="2678113"/>
          <p14:tracePt t="54482" x="1990725" y="2728913"/>
          <p14:tracePt t="54490" x="1903413" y="2803525"/>
          <p14:tracePt t="54498" x="1827213" y="2865438"/>
          <p14:tracePt t="54507" x="1739900" y="2916238"/>
          <p14:tracePt t="54514" x="1677988" y="2965450"/>
          <p14:tracePt t="54522" x="1614488" y="3016250"/>
          <p14:tracePt t="54538" x="1601788" y="3016250"/>
          <p14:tracePt t="54618" x="1614488" y="3016250"/>
          <p14:tracePt t="54626" x="1627188" y="3016250"/>
          <p14:tracePt t="54634" x="1652588" y="3016250"/>
          <p14:tracePt t="54650" x="1665288" y="3016250"/>
          <p14:tracePt t="54666" x="1677988" y="3016250"/>
          <p14:tracePt t="54682" x="1689100" y="3016250"/>
          <p14:tracePt t="54706" x="1701800" y="3003550"/>
          <p14:tracePt t="54714" x="1701800" y="2990850"/>
          <p14:tracePt t="54722" x="1701800" y="2952750"/>
          <p14:tracePt t="54730" x="1701800" y="2928938"/>
          <p14:tracePt t="54738" x="1701800" y="2903538"/>
          <p14:tracePt t="54746" x="1701800" y="2878138"/>
          <p14:tracePt t="54754" x="1701800" y="2852738"/>
          <p14:tracePt t="54763" x="1701800" y="2816225"/>
          <p14:tracePt t="54770" x="1701800" y="2790825"/>
          <p14:tracePt t="54786" x="1701800" y="2778125"/>
          <p14:tracePt t="54794" x="1701800" y="2740025"/>
          <p14:tracePt t="54802" x="1689100" y="2728913"/>
          <p14:tracePt t="54810" x="1677988" y="2716213"/>
          <p14:tracePt t="54826" x="1665288" y="2703513"/>
          <p14:tracePt t="54834" x="1652588" y="2703513"/>
          <p14:tracePt t="54842" x="1639888" y="2690813"/>
          <p14:tracePt t="54850" x="1627188" y="2690813"/>
          <p14:tracePt t="54858" x="1614488" y="2690813"/>
          <p14:tracePt t="54866" x="1601788" y="2690813"/>
          <p14:tracePt t="54875" x="1577975" y="2690813"/>
          <p14:tracePt t="54882" x="1565275" y="2690813"/>
          <p14:tracePt t="54890" x="1527175" y="2690813"/>
          <p14:tracePt t="54898" x="1465263" y="2703513"/>
          <p14:tracePt t="54906" x="1452563" y="2716213"/>
          <p14:tracePt t="54914" x="1427163" y="2740025"/>
          <p14:tracePt t="54922" x="1414463" y="2790825"/>
          <p14:tracePt t="54942" x="1401763" y="2878138"/>
          <p14:tracePt t="54947" x="1401763" y="2916238"/>
          <p14:tracePt t="54954" x="1401763" y="2952750"/>
          <p14:tracePt t="54963" x="1401763" y="2990850"/>
          <p14:tracePt t="54978" x="1427163" y="3028950"/>
          <p14:tracePt t="54986" x="1439863" y="3041650"/>
          <p14:tracePt t="54994" x="1452563" y="3054350"/>
          <p14:tracePt t="55002" x="1476375" y="3054350"/>
          <p14:tracePt t="55010" x="1501775" y="3065463"/>
          <p14:tracePt t="55018" x="1514475" y="3078163"/>
          <p14:tracePt t="55034" x="1539875" y="3078163"/>
          <p14:tracePt t="55042" x="1552575" y="3078163"/>
          <p14:tracePt t="55050" x="1565275" y="3078163"/>
          <p14:tracePt t="55059" x="1577975" y="3078163"/>
          <p14:tracePt t="55066" x="1589088" y="3078163"/>
          <p14:tracePt t="55075" x="1614488" y="3078163"/>
          <p14:tracePt t="55082" x="1627188" y="3078163"/>
          <p14:tracePt t="55090" x="1639888" y="3065463"/>
          <p14:tracePt t="55098" x="1677988" y="3028950"/>
          <p14:tracePt t="55106" x="1701800" y="2965450"/>
          <p14:tracePt t="55114" x="1727200" y="2916238"/>
          <p14:tracePt t="55122" x="1739900" y="2852738"/>
          <p14:tracePt t="55131" x="1752600" y="2816225"/>
          <p14:tracePt t="55138" x="1790700" y="2778125"/>
          <p14:tracePt t="55147" x="1790700" y="2752725"/>
          <p14:tracePt t="55154" x="1790700" y="2728913"/>
          <p14:tracePt t="55162" x="1790700" y="2716213"/>
          <p14:tracePt t="55170" x="1790700" y="2690813"/>
          <p14:tracePt t="55178" x="1790700" y="2678113"/>
          <p14:tracePt t="55186" x="1790700" y="2665413"/>
          <p14:tracePt t="55194" x="1790700" y="2640013"/>
          <p14:tracePt t="55210" x="1778000" y="2616200"/>
          <p14:tracePt t="55218" x="1765300" y="2603500"/>
          <p14:tracePt t="55226" x="1752600" y="2578100"/>
          <p14:tracePt t="55234" x="1739900" y="2565400"/>
          <p14:tracePt t="55242" x="1727200" y="2552700"/>
          <p14:tracePt t="55250" x="1714500" y="2527300"/>
          <p14:tracePt t="55259" x="1689100" y="2503488"/>
          <p14:tracePt t="55266" x="1665288" y="2490788"/>
          <p14:tracePt t="55274" x="1652588" y="2490788"/>
          <p14:tracePt t="55282" x="1639888" y="2465388"/>
          <p14:tracePt t="55290" x="1614488" y="2465388"/>
          <p14:tracePt t="55322" x="1601788" y="2465388"/>
          <p14:tracePt t="55338" x="1565275" y="2465388"/>
          <p14:tracePt t="55346" x="1527175" y="2465388"/>
          <p14:tracePt t="55354" x="1501775" y="2490788"/>
          <p14:tracePt t="55362" x="1452563" y="2565400"/>
          <p14:tracePt t="55370" x="1389063" y="2652713"/>
          <p14:tracePt t="55379" x="1327150" y="2740025"/>
          <p14:tracePt t="55386" x="1276350" y="2816225"/>
          <p14:tracePt t="55394" x="1227138" y="2878138"/>
          <p14:tracePt t="55402" x="1201738" y="2903538"/>
          <p14:tracePt t="55410" x="1189038" y="2928938"/>
          <p14:tracePt t="55442" x="1201738" y="2952750"/>
          <p14:tracePt t="55450" x="1263650" y="2965450"/>
          <p14:tracePt t="55458" x="1289050" y="2978150"/>
          <p14:tracePt t="55466" x="1327150" y="2990850"/>
          <p14:tracePt t="55474" x="1389063" y="3003550"/>
          <p14:tracePt t="55482" x="1439863" y="3003550"/>
          <p14:tracePt t="55490" x="1476375" y="3003550"/>
          <p14:tracePt t="55498" x="1527175" y="3003550"/>
          <p14:tracePt t="55506" x="1565275" y="3003550"/>
          <p14:tracePt t="55515" x="1601788" y="3003550"/>
          <p14:tracePt t="55522" x="1627188" y="3003550"/>
          <p14:tracePt t="55531" x="1665288" y="2965450"/>
          <p14:tracePt t="55538" x="1714500" y="2928938"/>
          <p14:tracePt t="55546" x="1727200" y="2916238"/>
          <p14:tracePt t="55554" x="1727200" y="2878138"/>
          <p14:tracePt t="55562" x="1727200" y="2840038"/>
          <p14:tracePt t="55570" x="1727200" y="2790825"/>
          <p14:tracePt t="55578" x="1727200" y="2752725"/>
          <p14:tracePt t="55586" x="1727200" y="2716213"/>
          <p14:tracePt t="55594" x="1727200" y="2678113"/>
          <p14:tracePt t="55602" x="1714500" y="2665413"/>
          <p14:tracePt t="55610" x="1701800" y="2640013"/>
          <p14:tracePt t="55618" x="1689100" y="2616200"/>
          <p14:tracePt t="55627" x="1677988" y="2616200"/>
          <p14:tracePt t="55634" x="1665288" y="2603500"/>
          <p14:tracePt t="55642" x="1639888" y="2603500"/>
          <p14:tracePt t="55650" x="1627188" y="2603500"/>
          <p14:tracePt t="55658" x="1601788" y="2603500"/>
          <p14:tracePt t="55666" x="1589088" y="2603500"/>
          <p14:tracePt t="55674" x="1565275" y="2603500"/>
          <p14:tracePt t="55682" x="1552575" y="2603500"/>
          <p14:tracePt t="55690" x="1539875" y="2603500"/>
          <p14:tracePt t="55699" x="1527175" y="2640013"/>
          <p14:tracePt t="55706" x="1527175" y="2690813"/>
          <p14:tracePt t="55715" x="1527175" y="2752725"/>
          <p14:tracePt t="55722" x="1552575" y="2803525"/>
          <p14:tracePt t="55730" x="1589088" y="2865438"/>
          <p14:tracePt t="55738" x="1601788" y="2878138"/>
          <p14:tracePt t="55746" x="1614488" y="2903538"/>
          <p14:tracePt t="55754" x="1639888" y="2928938"/>
          <p14:tracePt t="55770" x="1652588" y="2941638"/>
          <p14:tracePt t="55786" x="1665288" y="2952750"/>
          <p14:tracePt t="55842" x="1677988" y="2965450"/>
          <p14:tracePt t="55850" x="1727200" y="2965450"/>
          <p14:tracePt t="55858" x="1739900" y="2965450"/>
          <p14:tracePt t="55866" x="1752600" y="2965450"/>
          <p14:tracePt t="55874" x="1765300" y="2965450"/>
          <p14:tracePt t="55883" x="1790700" y="2952750"/>
          <p14:tracePt t="55922" x="1790700" y="2928938"/>
          <p14:tracePt t="55938" x="1778000" y="2916238"/>
          <p14:tracePt t="55962" x="1765300" y="2903538"/>
          <p14:tracePt t="55986" x="1752600" y="2903538"/>
          <p14:tracePt t="55994" x="1739900" y="2890838"/>
          <p14:tracePt t="56058" x="1739900" y="2878138"/>
          <p14:tracePt t="56130" x="1739900" y="2916238"/>
          <p14:tracePt t="56138" x="1739900" y="2928938"/>
          <p14:tracePt t="56146" x="1752600" y="2952750"/>
          <p14:tracePt t="56154" x="1765300" y="2965450"/>
          <p14:tracePt t="56170" x="1778000" y="2978150"/>
          <p14:tracePt t="56194" x="1790700" y="2978150"/>
          <p14:tracePt t="56210" x="1814513" y="2978150"/>
          <p14:tracePt t="56218" x="1827213" y="2978150"/>
          <p14:tracePt t="56226" x="1852613" y="2978150"/>
          <p14:tracePt t="56234" x="1865313" y="2965450"/>
          <p14:tracePt t="56242" x="1878013" y="2916238"/>
          <p14:tracePt t="56250" x="1890713" y="2865438"/>
          <p14:tracePt t="56258" x="1890713" y="2840038"/>
          <p14:tracePt t="56267" x="1890713" y="2790825"/>
          <p14:tracePt t="56274" x="1890713" y="2752725"/>
          <p14:tracePt t="56283" x="1865313" y="2728913"/>
          <p14:tracePt t="56290" x="1852613" y="2716213"/>
          <p14:tracePt t="56298" x="1852613" y="2703513"/>
          <p14:tracePt t="56306" x="1839913" y="2690813"/>
          <p14:tracePt t="56330" x="1827213" y="2690813"/>
          <p14:tracePt t="56346" x="1801813" y="2690813"/>
          <p14:tracePt t="56354" x="1778000" y="2690813"/>
          <p14:tracePt t="56362" x="1765300" y="2690813"/>
          <p14:tracePt t="56370" x="1752600" y="2690813"/>
          <p14:tracePt t="56379" x="1739900" y="2690813"/>
          <p14:tracePt t="56394" x="1714500" y="2703513"/>
          <p14:tracePt t="56410" x="1714500" y="2716213"/>
          <p14:tracePt t="56418" x="1714500" y="2740025"/>
          <p14:tracePt t="56426" x="1714500" y="2752725"/>
          <p14:tracePt t="56434" x="1714500" y="2778125"/>
          <p14:tracePt t="56442" x="1714500" y="2803525"/>
          <p14:tracePt t="56451" x="1714500" y="2828925"/>
          <p14:tracePt t="56458" x="1714500" y="2852738"/>
          <p14:tracePt t="56467" x="1714500" y="2878138"/>
          <p14:tracePt t="56474" x="1714500" y="2903538"/>
          <p14:tracePt t="56482" x="1714500" y="2916238"/>
          <p14:tracePt t="56818" x="1701800" y="2916238"/>
          <p14:tracePt t="57250" x="1701800" y="2890838"/>
          <p14:tracePt t="57762" x="1714500" y="2890838"/>
          <p14:tracePt t="57834" x="1739900" y="2890838"/>
          <p14:tracePt t="57850" x="1739900" y="2878138"/>
          <p14:tracePt t="57882" x="1752600" y="2878138"/>
          <p14:tracePt t="57890" x="1914525" y="2878138"/>
          <p14:tracePt t="57898" x="2052638" y="2878138"/>
          <p14:tracePt t="57906" x="2178050" y="2878138"/>
          <p14:tracePt t="57914" x="2265363" y="2878138"/>
          <p14:tracePt t="57922" x="2352675" y="2878138"/>
          <p14:tracePt t="57934" x="2378075" y="2878138"/>
          <p14:tracePt t="57938" x="2390775" y="2878138"/>
          <p14:tracePt t="58074" x="2403475" y="2878138"/>
          <p14:tracePt t="58082" x="2403475" y="2865438"/>
          <p14:tracePt t="58090" x="2403475" y="2852738"/>
          <p14:tracePt t="58098" x="2403475" y="2840038"/>
          <p14:tracePt t="58114" x="2403475" y="2816225"/>
          <p14:tracePt t="58130" x="2403475" y="2803525"/>
          <p14:tracePt t="58146" x="2378075" y="2803525"/>
          <p14:tracePt t="58170" x="2365375" y="2790825"/>
          <p14:tracePt t="58194" x="2339975" y="2790825"/>
          <p14:tracePt t="58202" x="2328863" y="2790825"/>
          <p14:tracePt t="58218" x="2303463" y="2790825"/>
          <p14:tracePt t="58226" x="2265363" y="2790825"/>
          <p14:tracePt t="58234" x="2216150" y="2790825"/>
          <p14:tracePt t="58242" x="2190750" y="2790825"/>
          <p14:tracePt t="58251" x="2139950" y="2790825"/>
          <p14:tracePt t="58258" x="2103438" y="2790825"/>
          <p14:tracePt t="58266" x="2090738" y="2790825"/>
          <p14:tracePt t="58386" x="2078038" y="2790825"/>
          <p14:tracePt t="58394" x="2065338" y="2790825"/>
          <p14:tracePt t="58402" x="2052638" y="2790825"/>
          <p14:tracePt t="58410" x="2052638" y="2778125"/>
          <p14:tracePt t="58418" x="2052638" y="2765425"/>
          <p14:tracePt t="59146" x="2052638" y="2752725"/>
          <p14:tracePt t="59522" x="2065338" y="2752725"/>
          <p14:tracePt t="59530" x="2090738" y="2752725"/>
          <p14:tracePt t="59538" x="2116138" y="2765425"/>
          <p14:tracePt t="59546" x="2127250" y="2778125"/>
          <p14:tracePt t="59555" x="2152650" y="2790825"/>
          <p14:tracePt t="59586" x="2165350" y="2790825"/>
          <p14:tracePt t="59651" x="2178050" y="2790825"/>
          <p14:tracePt t="59722" x="2190750" y="2790825"/>
          <p14:tracePt t="60082" x="2203450" y="2790825"/>
          <p14:tracePt t="60098" x="2216150" y="2790825"/>
          <p14:tracePt t="60106" x="2228850" y="2790825"/>
          <p14:tracePt t="60122" x="2239963" y="2790825"/>
          <p14:tracePt t="60130" x="2252663" y="2790825"/>
          <p14:tracePt t="60146" x="2265363" y="2790825"/>
          <p14:tracePt t="60162" x="2290763" y="2790825"/>
          <p14:tracePt t="60171" x="2316163" y="2778125"/>
          <p14:tracePt t="60178" x="2328863" y="2765425"/>
          <p14:tracePt t="60186" x="2352675" y="2740025"/>
          <p14:tracePt t="60194" x="2365375" y="2716213"/>
          <p14:tracePt t="60202" x="2365375" y="2703513"/>
          <p14:tracePt t="60211" x="2365375" y="2690813"/>
          <p14:tracePt t="60226" x="2365375" y="2665413"/>
          <p14:tracePt t="60234" x="2365375" y="2652713"/>
          <p14:tracePt t="60242" x="2365375" y="2640013"/>
          <p14:tracePt t="60250" x="2365375" y="2616200"/>
          <p14:tracePt t="60258" x="2365375" y="2603500"/>
          <p14:tracePt t="60266" x="2365375" y="2578100"/>
          <p14:tracePt t="60274" x="2365375" y="2552700"/>
          <p14:tracePt t="60282" x="2365375" y="2540000"/>
          <p14:tracePt t="60290" x="2365375" y="2527300"/>
          <p14:tracePt t="60298" x="2365375" y="2516188"/>
          <p14:tracePt t="60306" x="2365375" y="2490788"/>
          <p14:tracePt t="60314" x="2365375" y="2478088"/>
          <p14:tracePt t="60666" x="2365375" y="2503488"/>
          <p14:tracePt t="60674" x="2390775" y="2578100"/>
          <p14:tracePt t="60683" x="2403475" y="2640013"/>
          <p14:tracePt t="60690" x="2428875" y="2703513"/>
          <p14:tracePt t="60698" x="2452688" y="2740025"/>
          <p14:tracePt t="60706" x="2503488" y="2790825"/>
          <p14:tracePt t="60714" x="2503488" y="2803525"/>
          <p14:tracePt t="60722" x="2541588" y="2828925"/>
          <p14:tracePt t="60778" x="2554288" y="2828925"/>
          <p14:tracePt t="60834" x="2578100" y="2828925"/>
          <p14:tracePt t="60842" x="2590800" y="2828925"/>
          <p14:tracePt t="60850" x="2603500" y="2828925"/>
          <p14:tracePt t="60858" x="2616200" y="2828925"/>
          <p14:tracePt t="61026" x="2641600" y="2828925"/>
          <p14:tracePt t="61691" x="2641600" y="2803525"/>
          <p14:tracePt t="61698" x="2641600" y="2703513"/>
          <p14:tracePt t="61706" x="2667000" y="2640013"/>
          <p14:tracePt t="61715" x="2690813" y="2590800"/>
          <p14:tracePt t="61722" x="2690813" y="2552700"/>
          <p14:tracePt t="61730" x="2690813" y="2527300"/>
          <p14:tracePt t="61738" x="2716213" y="2503488"/>
          <p14:tracePt t="61746" x="2716213" y="2478088"/>
          <p14:tracePt t="61754" x="2716213" y="2465388"/>
          <p14:tracePt t="61770" x="2716213" y="2452688"/>
          <p14:tracePt t="61938" x="2690813" y="2452688"/>
          <p14:tracePt t="61946" x="2667000" y="2452688"/>
          <p14:tracePt t="61954" x="2667000" y="2478088"/>
          <p14:tracePt t="61962" x="2641600" y="2552700"/>
          <p14:tracePt t="61970" x="2603500" y="2590800"/>
          <p14:tracePt t="61978" x="2578100" y="2652713"/>
          <p14:tracePt t="61986" x="2565400" y="2678113"/>
          <p14:tracePt t="61994" x="2554288" y="2716213"/>
          <p14:tracePt t="62002" x="2528888" y="2752725"/>
          <p14:tracePt t="62011" x="2528888" y="2765425"/>
          <p14:tracePt t="62018" x="2528888" y="2778125"/>
          <p14:tracePt t="62026" x="2528888" y="2790825"/>
          <p14:tracePt t="62058" x="2528888" y="2803525"/>
          <p14:tracePt t="62083" x="2528888" y="2816225"/>
          <p14:tracePt t="62090" x="2528888" y="2828925"/>
          <p14:tracePt t="62098" x="2528888" y="2840038"/>
          <p14:tracePt t="62114" x="2528888" y="2852738"/>
          <p14:tracePt t="62154" x="2541588" y="2852738"/>
          <p14:tracePt t="62170" x="2554288" y="2852738"/>
          <p14:tracePt t="62194" x="2565400" y="2852738"/>
          <p14:tracePt t="62242" x="2590800" y="2852738"/>
          <p14:tracePt t="62282" x="2603500" y="2852738"/>
          <p14:tracePt t="62314" x="2628900" y="2852738"/>
          <p14:tracePt t="62322" x="2641600" y="2828925"/>
          <p14:tracePt t="62330" x="2667000" y="2816225"/>
          <p14:tracePt t="62346" x="2678113" y="2790825"/>
          <p14:tracePt t="62578" x="2703513" y="2778125"/>
          <p14:tracePt t="62794" x="2716213" y="2778125"/>
          <p14:tracePt t="64426" x="2728913" y="2778125"/>
          <p14:tracePt t="64434" x="2778125" y="2778125"/>
          <p14:tracePt t="64442" x="2803525" y="2778125"/>
          <p14:tracePt t="64451" x="2828925" y="2790825"/>
          <p14:tracePt t="64458" x="2879725" y="2816225"/>
          <p14:tracePt t="64466" x="2903538" y="2816225"/>
          <p14:tracePt t="64474" x="2941638" y="2816225"/>
          <p14:tracePt t="64482" x="2967038" y="2828925"/>
          <p14:tracePt t="64490" x="3016250" y="2840038"/>
          <p14:tracePt t="64498" x="3067050" y="2852738"/>
          <p14:tracePt t="64507" x="3116263" y="2852738"/>
          <p14:tracePt t="64514" x="3154363" y="2852738"/>
          <p14:tracePt t="64523" x="3192463" y="2865438"/>
          <p14:tracePt t="64530" x="3216275" y="2865438"/>
          <p14:tracePt t="64538" x="3241675" y="2865438"/>
          <p14:tracePt t="64546" x="3279775" y="2865438"/>
          <p14:tracePt t="64554" x="3292475" y="2865438"/>
          <p14:tracePt t="64562" x="3305175" y="2865438"/>
          <p14:tracePt t="64570" x="3328988" y="2865438"/>
          <p14:tracePt t="64578" x="3341688" y="2865438"/>
          <p14:tracePt t="64626" x="3354388" y="2865438"/>
          <p14:tracePt t="64634" x="3379788" y="2865438"/>
          <p14:tracePt t="64642" x="3379788" y="2852738"/>
          <p14:tracePt t="64650" x="3379788" y="2840038"/>
          <p14:tracePt t="64658" x="3392488" y="2828925"/>
          <p14:tracePt t="64666" x="3392488" y="2803525"/>
          <p14:tracePt t="64674" x="3392488" y="2790825"/>
          <p14:tracePt t="64682" x="3405188" y="2778125"/>
          <p14:tracePt t="64691" x="3405188" y="2740025"/>
          <p14:tracePt t="64698" x="3405188" y="2703513"/>
          <p14:tracePt t="64714" x="3405188" y="2690813"/>
          <p14:tracePt t="64722" x="3405188" y="2652713"/>
          <p14:tracePt t="64746" x="3405188" y="2640013"/>
          <p14:tracePt t="64770" x="3405188" y="2627313"/>
          <p14:tracePt t="64778" x="3392488" y="2627313"/>
          <p14:tracePt t="64786" x="3379788" y="2627313"/>
          <p14:tracePt t="64802" x="3367088" y="2627313"/>
          <p14:tracePt t="64810" x="3354388" y="2627313"/>
          <p14:tracePt t="64819" x="3341688" y="2627313"/>
          <p14:tracePt t="64826" x="3305175" y="2640013"/>
          <p14:tracePt t="64834" x="3254375" y="2665413"/>
          <p14:tracePt t="64842" x="3205163" y="2690813"/>
          <p14:tracePt t="64850" x="3141663" y="2740025"/>
          <p14:tracePt t="64858" x="3067050" y="2803525"/>
          <p14:tracePt t="64866" x="3016250" y="2852738"/>
          <p14:tracePt t="64874" x="2992438" y="2878138"/>
          <p14:tracePt t="64882" x="2979738" y="2890838"/>
          <p14:tracePt t="64891" x="2979738" y="2916238"/>
          <p14:tracePt t="64898" x="2967038" y="2928938"/>
          <p14:tracePt t="64914" x="2967038" y="2941638"/>
          <p14:tracePt t="64978" x="2967038" y="2952750"/>
          <p14:tracePt t="65170" x="2979738" y="2952750"/>
          <p14:tracePt t="65178" x="2992438" y="2952750"/>
          <p14:tracePt t="65186" x="3028950" y="2941638"/>
          <p14:tracePt t="65194" x="3079750" y="2928938"/>
          <p14:tracePt t="65202" x="3116263" y="2916238"/>
          <p14:tracePt t="65210" x="3179763" y="2890838"/>
          <p14:tracePt t="65218" x="3205163" y="2878138"/>
          <p14:tracePt t="65226" x="3205163" y="2865438"/>
          <p14:tracePt t="65234" x="3241675" y="2840038"/>
          <p14:tracePt t="65242" x="3254375" y="2828925"/>
          <p14:tracePt t="65258" x="3267075" y="2828925"/>
          <p14:tracePt t="65474" x="3279775" y="2828925"/>
          <p14:tracePt t="65538" x="3279775" y="2816225"/>
          <p14:tracePt t="65546" x="3292475" y="2803525"/>
          <p14:tracePt t="65906" x="3305175" y="2803525"/>
          <p14:tracePt t="65914" x="3317875" y="2803525"/>
          <p14:tracePt t="65922" x="3328988" y="2803525"/>
          <p14:tracePt t="65930" x="3341688" y="2803525"/>
          <p14:tracePt t="65939" x="3354388" y="2803525"/>
          <p14:tracePt t="65946" x="3367088" y="2803525"/>
          <p14:tracePt t="65954" x="3379788" y="2803525"/>
          <p14:tracePt t="65962" x="3405188" y="2778125"/>
          <p14:tracePt t="65970" x="3405188" y="2740025"/>
          <p14:tracePt t="65978" x="3405188" y="2703513"/>
          <p14:tracePt t="65986" x="3417888" y="2678113"/>
          <p14:tracePt t="65994" x="3417888" y="2652713"/>
          <p14:tracePt t="66002" x="3417888" y="2616200"/>
          <p14:tracePt t="66011" x="3417888" y="2603500"/>
          <p14:tracePt t="66018" x="3417888" y="2578100"/>
          <p14:tracePt t="66026" x="3417888" y="2565400"/>
          <p14:tracePt t="66090" x="3417888" y="2552700"/>
          <p14:tracePt t="66138" x="3405188" y="2552700"/>
          <p14:tracePt t="66146" x="3405188" y="2565400"/>
          <p14:tracePt t="66154" x="3405188" y="2578100"/>
          <p14:tracePt t="66170" x="3405188" y="2616200"/>
          <p14:tracePt t="66178" x="3405188" y="2627313"/>
          <p14:tracePt t="66186" x="3392488" y="2652713"/>
          <p14:tracePt t="66195" x="3392488" y="2678113"/>
          <p14:tracePt t="66202" x="3379788" y="2716213"/>
          <p14:tracePt t="66211" x="3379788" y="2740025"/>
          <p14:tracePt t="66218" x="3379788" y="2765425"/>
          <p14:tracePt t="66226" x="3379788" y="2790825"/>
          <p14:tracePt t="66234" x="3379788" y="2803525"/>
          <p14:tracePt t="66242" x="3379788" y="2816225"/>
          <p14:tracePt t="66250" x="3379788" y="2828925"/>
          <p14:tracePt t="66266" x="3379788" y="2840038"/>
          <p14:tracePt t="66346" x="3392488" y="2840038"/>
          <p14:tracePt t="66378" x="3405188" y="2840038"/>
          <p14:tracePt t="66418" x="3429000" y="2840038"/>
          <p14:tracePt t="66426" x="3505200" y="2840038"/>
          <p14:tracePt t="66434" x="3567113" y="2840038"/>
          <p14:tracePt t="66442" x="3605213" y="2840038"/>
          <p14:tracePt t="66450" x="3643313" y="2840038"/>
          <p14:tracePt t="66458" x="3654425" y="2840038"/>
          <p14:tracePt t="66466" x="3679825" y="2840038"/>
          <p14:tracePt t="66482" x="3692525" y="2840038"/>
          <p14:tracePt t="66498" x="3705225" y="2840038"/>
          <p14:tracePt t="66507" x="3717925" y="2816225"/>
          <p14:tracePt t="66514" x="3730625" y="2816225"/>
          <p14:tracePt t="66522" x="3730625" y="2803525"/>
          <p14:tracePt t="66538" x="3730625" y="2790825"/>
          <p14:tracePt t="66546" x="3743325" y="2790825"/>
          <p14:tracePt t="66554" x="3743325" y="2778125"/>
          <p14:tracePt t="66562" x="3743325" y="2752725"/>
          <p14:tracePt t="66579" x="3743325" y="2740025"/>
          <p14:tracePt t="66586" x="3756025" y="2728913"/>
          <p14:tracePt t="67218" x="3767138" y="2752725"/>
          <p14:tracePt t="67242" x="3779838" y="2765425"/>
          <p14:tracePt t="67250" x="3779838" y="2778125"/>
          <p14:tracePt t="67298" x="3792538" y="2778125"/>
          <p14:tracePt t="67354" x="3817938" y="2778125"/>
          <p14:tracePt t="67362" x="3843338" y="2752725"/>
          <p14:tracePt t="67370" x="3856038" y="2716213"/>
          <p14:tracePt t="67378" x="3905250" y="2665413"/>
          <p14:tracePt t="67386" x="3917950" y="2603500"/>
          <p14:tracePt t="67394" x="3943350" y="2565400"/>
          <p14:tracePt t="67402" x="3968750" y="2516188"/>
          <p14:tracePt t="67410" x="3979863" y="2478088"/>
          <p14:tracePt t="67418" x="3992563" y="2452688"/>
          <p14:tracePt t="67426" x="3992563" y="2427288"/>
          <p14:tracePt t="67434" x="4005263" y="2403475"/>
          <p14:tracePt t="67443" x="4005263" y="2390775"/>
          <p14:tracePt t="67450" x="4005263" y="2352675"/>
          <p14:tracePt t="67458" x="4005263" y="2339975"/>
          <p14:tracePt t="67474" x="4005263" y="2314575"/>
          <p14:tracePt t="67586" x="4005263" y="2303463"/>
          <p14:tracePt t="67642" x="3979863" y="2314575"/>
          <p14:tracePt t="67658" x="3979863" y="2339975"/>
          <p14:tracePt t="67666" x="3968750" y="2352675"/>
          <p14:tracePt t="67674" x="3968750" y="2365375"/>
          <p14:tracePt t="67682" x="3968750" y="2378075"/>
          <p14:tracePt t="67690" x="3968750" y="2390775"/>
          <p14:tracePt t="67706" x="3968750" y="2414588"/>
          <p14:tracePt t="67715" x="3956050" y="2414588"/>
          <p14:tracePt t="67730" x="3956050" y="2427288"/>
          <p14:tracePt t="67738" x="3943350" y="2427288"/>
          <p14:tracePt t="67754" x="3943350" y="2452688"/>
          <p14:tracePt t="67762" x="3930650" y="2465388"/>
          <p14:tracePt t="67770" x="3917950" y="2478088"/>
          <p14:tracePt t="67778" x="3917950" y="2490788"/>
          <p14:tracePt t="67786" x="3917950" y="2516188"/>
          <p14:tracePt t="67794" x="3905250" y="2540000"/>
          <p14:tracePt t="67802" x="3879850" y="2578100"/>
          <p14:tracePt t="67810" x="3867150" y="2603500"/>
          <p14:tracePt t="67818" x="3856038" y="2652713"/>
          <p14:tracePt t="67826" x="3843338" y="2690813"/>
          <p14:tracePt t="67834" x="3830638" y="2728913"/>
          <p14:tracePt t="67842" x="3805238" y="2752725"/>
          <p14:tracePt t="67850" x="3805238" y="2778125"/>
          <p14:tracePt t="67858" x="3805238" y="2790825"/>
          <p14:tracePt t="68410" x="3817938" y="2790825"/>
          <p14:tracePt t="68954" x="3830638" y="2790825"/>
          <p14:tracePt t="69002" x="3843338" y="2790825"/>
          <p14:tracePt t="69019" x="3879850" y="2790825"/>
          <p14:tracePt t="69034" x="3892550" y="2790825"/>
          <p14:tracePt t="69042" x="3892550" y="2778125"/>
          <p14:tracePt t="69058" x="3956050" y="2778125"/>
          <p14:tracePt t="69066" x="4005263" y="2778125"/>
          <p14:tracePt t="69074" x="4056063" y="2778125"/>
          <p14:tracePt t="69082" x="4105275" y="2778125"/>
          <p14:tracePt t="69090" x="4156075" y="2778125"/>
          <p14:tracePt t="69098" x="4181475" y="2778125"/>
          <p14:tracePt t="69106" x="4192588" y="2778125"/>
          <p14:tracePt t="69250" x="4205288" y="2778125"/>
          <p14:tracePt t="69290" x="4205288" y="2765425"/>
          <p14:tracePt t="69330" x="4217988" y="2765425"/>
          <p14:tracePt t="69346" x="4217988" y="2740025"/>
          <p14:tracePt t="69362" x="4230688" y="2716213"/>
          <p14:tracePt t="69370" x="4243388" y="2678113"/>
          <p14:tracePt t="69378" x="4256088" y="2640013"/>
          <p14:tracePt t="69387" x="4256088" y="2603500"/>
          <p14:tracePt t="69394" x="4281488" y="2565400"/>
          <p14:tracePt t="69403" x="4294188" y="2516188"/>
          <p14:tracePt t="69410" x="4305300" y="2478088"/>
          <p14:tracePt t="69418" x="4305300" y="2427288"/>
          <p14:tracePt t="69426" x="4305300" y="2403475"/>
          <p14:tracePt t="69434" x="4305300" y="2352675"/>
          <p14:tracePt t="69442" x="4305300" y="2327275"/>
          <p14:tracePt t="69450" x="4305300" y="2314575"/>
          <p14:tracePt t="69458" x="4305300" y="2303463"/>
          <p14:tracePt t="69466" x="4305300" y="2278063"/>
          <p14:tracePt t="69554" x="4281488" y="2290763"/>
          <p14:tracePt t="69562" x="4243388" y="2314575"/>
          <p14:tracePt t="69570" x="4217988" y="2352675"/>
          <p14:tracePt t="69578" x="4168775" y="2390775"/>
          <p14:tracePt t="69587" x="4117975" y="2439988"/>
          <p14:tracePt t="69594" x="4081463" y="2490788"/>
          <p14:tracePt t="69602" x="4030663" y="2527300"/>
          <p14:tracePt t="69610" x="4017963" y="2540000"/>
          <p14:tracePt t="69618" x="4017963" y="2578100"/>
          <p14:tracePt t="69626" x="3979863" y="2616200"/>
          <p14:tracePt t="69634" x="3979863" y="2627313"/>
          <p14:tracePt t="69642" x="3979863" y="2640013"/>
          <p14:tracePt t="69650" x="3979863" y="2665413"/>
          <p14:tracePt t="69658" x="3979863" y="2678113"/>
          <p14:tracePt t="69666" x="3979863" y="2703513"/>
          <p14:tracePt t="69674" x="3979863" y="2716213"/>
          <p14:tracePt t="69690" x="3979863" y="2740025"/>
          <p14:tracePt t="69706" x="4005263" y="2752725"/>
          <p14:tracePt t="69730" x="4017963" y="2765425"/>
          <p14:tracePt t="69746" x="4030663" y="2765425"/>
          <p14:tracePt t="69755" x="4043363" y="2765425"/>
          <p14:tracePt t="69771" x="4068763" y="2765425"/>
          <p14:tracePt t="69778" x="4081463" y="2765425"/>
          <p14:tracePt t="69786" x="4092575" y="2765425"/>
          <p14:tracePt t="69794" x="4105275" y="2765425"/>
          <p14:tracePt t="69810" x="4117975" y="2765425"/>
          <p14:tracePt t="69826" x="4130675" y="2765425"/>
          <p14:tracePt t="69842" x="4143375" y="2752725"/>
          <p14:tracePt t="69850" x="4181475" y="2752725"/>
          <p14:tracePt t="69866" x="4181475" y="2740025"/>
          <p14:tracePt t="69883" x="4192588" y="2740025"/>
          <p14:tracePt t="69930" x="4205288" y="2740025"/>
          <p14:tracePt t="69939" x="4205288" y="2728913"/>
          <p14:tracePt t="69994" x="4217988" y="2728913"/>
          <p14:tracePt t="70050" x="4230688" y="2716213"/>
          <p14:tracePt t="70090" x="4243388" y="2716213"/>
          <p14:tracePt t="71514" x="4256088" y="2716213"/>
          <p14:tracePt t="71546" x="4268788" y="2716213"/>
          <p14:tracePt t="71650" x="4281488" y="2716213"/>
          <p14:tracePt t="71730" x="4294188" y="2716213"/>
          <p14:tracePt t="71770" x="4305300" y="2716213"/>
          <p14:tracePt t="71786" x="4318000" y="2716213"/>
          <p14:tracePt t="71818" x="4318000" y="2703513"/>
          <p14:tracePt t="71858" x="4330700" y="2703513"/>
          <p14:tracePt t="71874" x="4343400" y="2703513"/>
          <p14:tracePt t="72826" x="4330700" y="2716213"/>
          <p14:tracePt t="72906" x="4318000" y="2716213"/>
          <p14:tracePt t="72986" x="4305300" y="2728913"/>
          <p14:tracePt t="73018" x="4294188" y="2728913"/>
          <p14:tracePt t="73130" x="4281488" y="2728913"/>
          <p14:tracePt t="73162" x="4268788" y="2728913"/>
          <p14:tracePt t="73194" x="4256088" y="2728913"/>
          <p14:tracePt t="73202" x="4230688" y="2752725"/>
          <p14:tracePt t="73210" x="4230688" y="2778125"/>
          <p14:tracePt t="73218" x="4192588" y="2816225"/>
          <p14:tracePt t="73226" x="4181475" y="2840038"/>
          <p14:tracePt t="73234" x="4143375" y="2890838"/>
          <p14:tracePt t="73242" x="4117975" y="2952750"/>
          <p14:tracePt t="73250" x="4081463" y="3028950"/>
          <p14:tracePt t="73259" x="4030663" y="3154363"/>
          <p14:tracePt t="73266" x="4005263" y="3254375"/>
          <p14:tracePt t="73274" x="4005263" y="3403600"/>
          <p14:tracePt t="73282" x="4005263" y="3554413"/>
          <p14:tracePt t="73290" x="4005263" y="3716338"/>
          <p14:tracePt t="73298" x="4005263" y="3867150"/>
          <p14:tracePt t="73306" x="4017963" y="4005263"/>
          <p14:tracePt t="73314" x="4043363" y="4167188"/>
          <p14:tracePt t="73322" x="4105275" y="4318000"/>
          <p14:tracePt t="73331" x="4130675" y="4454525"/>
          <p14:tracePt t="73338" x="4181475" y="4592638"/>
          <p14:tracePt t="73346" x="4230688" y="4705350"/>
          <p14:tracePt t="73354" x="4256088" y="4768850"/>
          <p14:tracePt t="73362" x="4268788" y="4818063"/>
          <p14:tracePt t="73370" x="4294188" y="4843463"/>
          <p14:tracePt t="73378" x="4294188" y="4856163"/>
          <p14:tracePt t="73386" x="4294188" y="4868863"/>
          <p14:tracePt t="73458" x="4305300" y="4868863"/>
          <p14:tracePt t="73466" x="4318000" y="4868863"/>
          <p14:tracePt t="73482" x="4330700" y="4868863"/>
          <p14:tracePt t="73490" x="4343400" y="4868863"/>
          <p14:tracePt t="73506" x="4356100" y="4830763"/>
          <p14:tracePt t="73515" x="4368800" y="4805363"/>
          <p14:tracePt t="73522" x="4394200" y="4779963"/>
          <p14:tracePt t="73530" x="4394200" y="4743450"/>
          <p14:tracePt t="73538" x="4418013" y="4718050"/>
          <p14:tracePt t="73546" x="4418013" y="4692650"/>
          <p14:tracePt t="73554" x="4418013" y="4667250"/>
          <p14:tracePt t="73562" x="4456113" y="4618038"/>
          <p14:tracePt t="73570" x="4456113" y="4605338"/>
          <p14:tracePt t="73578" x="4456113" y="4579938"/>
          <p14:tracePt t="73586" x="4456113" y="4554538"/>
          <p14:tracePt t="73602" x="4456113" y="4530725"/>
          <p14:tracePt t="73610" x="4468813" y="4518025"/>
          <p14:tracePt t="73762" x="4456113" y="4518025"/>
          <p14:tracePt t="73810" x="4443413" y="4518025"/>
          <p14:tracePt t="73850" x="4430713" y="4518025"/>
          <p14:tracePt t="73898" x="4418013" y="4518025"/>
          <p14:tracePt t="75202" x="4430713" y="4518025"/>
          <p14:tracePt t="75210" x="4430713" y="4505325"/>
          <p14:tracePt t="75218" x="4443413" y="4454525"/>
          <p14:tracePt t="75226" x="4468813" y="4367213"/>
          <p14:tracePt t="75234" x="4494213" y="4279900"/>
          <p14:tracePt t="75242" x="4506913" y="4179888"/>
          <p14:tracePt t="75250" x="4530725" y="4041775"/>
          <p14:tracePt t="75258" x="4556125" y="3879850"/>
          <p14:tracePt t="75266" x="4556125" y="3692525"/>
          <p14:tracePt t="75274" x="4556125" y="3529013"/>
          <p14:tracePt t="75282" x="4556125" y="3378200"/>
          <p14:tracePt t="75290" x="4556125" y="3228975"/>
          <p14:tracePt t="75298" x="4556125" y="3090863"/>
          <p14:tracePt t="75306" x="4530725" y="2990850"/>
          <p14:tracePt t="75315" x="4506913" y="2878138"/>
          <p14:tracePt t="75322" x="4468813" y="2803525"/>
          <p14:tracePt t="75330" x="4443413" y="2716213"/>
          <p14:tracePt t="75338" x="4418013" y="2665413"/>
          <p14:tracePt t="75346" x="4406900" y="2627313"/>
          <p14:tracePt t="75354" x="4381500" y="2590800"/>
          <p14:tracePt t="75362" x="4368800" y="2565400"/>
          <p14:tracePt t="75370" x="4343400" y="2540000"/>
          <p14:tracePt t="75378" x="4305300" y="2516188"/>
          <p14:tracePt t="75387" x="4294188" y="2478088"/>
          <p14:tracePt t="75394" x="4230688" y="2439988"/>
          <p14:tracePt t="75402" x="4192588" y="2414588"/>
          <p14:tracePt t="75410" x="4130675" y="2378075"/>
          <p14:tracePt t="75418" x="4081463" y="2365375"/>
          <p14:tracePt t="75426" x="3992563" y="2303463"/>
          <p14:tracePt t="75434" x="3956050" y="2290763"/>
          <p14:tracePt t="75442" x="3930650" y="2265363"/>
          <p14:tracePt t="75450" x="3867150" y="2227263"/>
          <p14:tracePt t="75458" x="3817938" y="2190750"/>
          <p14:tracePt t="75466" x="3767138" y="2165350"/>
          <p14:tracePt t="75474" x="3730625" y="2152650"/>
          <p14:tracePt t="75482" x="3692525" y="2114550"/>
          <p14:tracePt t="75490" x="3654425" y="2101850"/>
          <p14:tracePt t="75498" x="3605213" y="2089150"/>
          <p14:tracePt t="75506" x="3567113" y="2052638"/>
          <p14:tracePt t="75514" x="3541713" y="2039938"/>
          <p14:tracePt t="75522" x="3492500" y="2027238"/>
          <p14:tracePt t="75530" x="3454400" y="2001838"/>
          <p14:tracePt t="75538" x="3379788" y="1978025"/>
          <p14:tracePt t="75546" x="3317875" y="1939925"/>
          <p14:tracePt t="75554" x="3228975" y="1914525"/>
          <p14:tracePt t="75562" x="3205163" y="1901825"/>
          <p14:tracePt t="75571" x="3154363" y="1889125"/>
          <p14:tracePt t="75578" x="3103563" y="1876425"/>
          <p14:tracePt t="75587" x="3041650" y="1839913"/>
          <p14:tracePt t="75594" x="3003550" y="1839913"/>
          <p14:tracePt t="75602" x="2967038" y="1839913"/>
          <p14:tracePt t="75610" x="2954338" y="1827213"/>
          <p14:tracePt t="75618" x="2903538" y="1814513"/>
          <p14:tracePt t="75626" x="2879725" y="1801813"/>
          <p14:tracePt t="75634" x="2854325" y="1801813"/>
          <p14:tracePt t="75642" x="2816225" y="1789113"/>
          <p14:tracePt t="75650" x="2803525" y="1776413"/>
          <p14:tracePt t="75658" x="2778125" y="1776413"/>
          <p14:tracePt t="75666" x="2728913" y="1765300"/>
          <p14:tracePt t="75682" x="2703513" y="1752600"/>
          <p14:tracePt t="75690" x="2678113" y="1752600"/>
          <p14:tracePt t="75698" x="2641600" y="1739900"/>
          <p14:tracePt t="75714" x="2628900" y="1739900"/>
          <p14:tracePt t="75722" x="2603500" y="1739900"/>
          <p14:tracePt t="75802" x="2590800" y="1739900"/>
          <p14:tracePt t="75818" x="2565400" y="1739900"/>
          <p14:tracePt t="75826" x="2554288" y="1739900"/>
          <p14:tracePt t="75834" x="2465388" y="1739900"/>
          <p14:tracePt t="75842" x="2390775" y="1739900"/>
          <p14:tracePt t="75850" x="2316163" y="1739900"/>
          <p14:tracePt t="75858" x="2216150" y="1727200"/>
          <p14:tracePt t="75866" x="2078038" y="1727200"/>
          <p14:tracePt t="75874" x="1952625" y="1701800"/>
          <p14:tracePt t="75883" x="1827213" y="1701800"/>
          <p14:tracePt t="75890" x="1689100" y="1701800"/>
          <p14:tracePt t="75898" x="1577975" y="1701800"/>
          <p14:tracePt t="75906" x="1476375" y="1701800"/>
          <p14:tracePt t="75914" x="1352550" y="1701800"/>
          <p14:tracePt t="75922" x="1252538" y="1701800"/>
          <p14:tracePt t="75930" x="1189038" y="1701800"/>
          <p14:tracePt t="75939" x="1139825" y="1701800"/>
          <p14:tracePt t="75946" x="1101725" y="1701800"/>
          <p14:tracePt t="75955" x="1063625" y="1701800"/>
          <p14:tracePt t="75962" x="1038225" y="1714500"/>
          <p14:tracePt t="75970" x="1001713" y="1739900"/>
          <p14:tracePt t="75978" x="963613" y="1739900"/>
          <p14:tracePt t="75986" x="938213" y="1752600"/>
          <p14:tracePt t="75994" x="901700" y="1765300"/>
          <p14:tracePt t="76002" x="838200" y="1801813"/>
          <p14:tracePt t="76010" x="788988" y="1801813"/>
          <p14:tracePt t="76018" x="738188" y="1839913"/>
          <p14:tracePt t="76026" x="712788" y="1852613"/>
          <p14:tracePt t="76034" x="676275" y="1865313"/>
          <p14:tracePt t="76042" x="650875" y="1889125"/>
          <p14:tracePt t="76050" x="625475" y="1901825"/>
          <p14:tracePt t="76058" x="600075" y="1914525"/>
          <p14:tracePt t="76067" x="576263" y="1939925"/>
          <p14:tracePt t="76074" x="563563" y="1952625"/>
          <p14:tracePt t="76082" x="538163" y="1978025"/>
          <p14:tracePt t="76090" x="512763" y="2014538"/>
          <p14:tracePt t="76098" x="488950" y="2052638"/>
          <p14:tracePt t="76106" x="476250" y="2065338"/>
          <p14:tracePt t="76114" x="476250" y="2089150"/>
          <p14:tracePt t="76122" x="450850" y="2127250"/>
          <p14:tracePt t="76130" x="450850" y="2139950"/>
          <p14:tracePt t="76139" x="450850" y="2178050"/>
          <p14:tracePt t="76146" x="450850" y="2201863"/>
          <p14:tracePt t="76154" x="450850" y="2214563"/>
          <p14:tracePt t="76162" x="450850" y="2239963"/>
          <p14:tracePt t="76170" x="450850" y="2265363"/>
          <p14:tracePt t="76178" x="450850" y="2303463"/>
          <p14:tracePt t="76186" x="450850" y="2327275"/>
          <p14:tracePt t="76194" x="476250" y="2378075"/>
          <p14:tracePt t="76202" x="476250" y="2403475"/>
          <p14:tracePt t="76210" x="512763" y="2439988"/>
          <p14:tracePt t="76218" x="525463" y="2465388"/>
          <p14:tracePt t="76226" x="550863" y="2503488"/>
          <p14:tracePt t="76234" x="563563" y="2516188"/>
          <p14:tracePt t="76242" x="563563" y="2527300"/>
          <p14:tracePt t="76251" x="588963" y="2540000"/>
          <p14:tracePt t="76258" x="600075" y="2552700"/>
          <p14:tracePt t="76266" x="612775" y="2565400"/>
          <p14:tracePt t="76282" x="625475" y="2578100"/>
          <p14:tracePt t="76386" x="638175" y="2578100"/>
          <p14:tracePt t="76658" x="676275" y="2603500"/>
          <p14:tracePt t="76666" x="688975" y="2665413"/>
          <p14:tracePt t="76674" x="701675" y="2716213"/>
          <p14:tracePt t="76682" x="725488" y="2740025"/>
          <p14:tracePt t="76690" x="738188" y="2790825"/>
          <p14:tracePt t="76698" x="776288" y="2828925"/>
          <p14:tracePt t="76707" x="801688" y="2852738"/>
          <p14:tracePt t="76714" x="838200" y="2890838"/>
          <p14:tracePt t="76722" x="889000" y="2916238"/>
          <p14:tracePt t="76730" x="925513" y="2941638"/>
          <p14:tracePt t="76738" x="963613" y="2952750"/>
          <p14:tracePt t="76746" x="989013" y="2965450"/>
          <p14:tracePt t="76754" x="1014413" y="2965450"/>
          <p14:tracePt t="76762" x="1038225" y="2965450"/>
          <p14:tracePt t="76770" x="1076325" y="2965450"/>
          <p14:tracePt t="76778" x="1101725" y="2965450"/>
          <p14:tracePt t="76786" x="1139825" y="2952750"/>
          <p14:tracePt t="76794" x="1214438" y="2903538"/>
          <p14:tracePt t="76802" x="1289050" y="2828925"/>
          <p14:tracePt t="76810" x="1327150" y="2740025"/>
          <p14:tracePt t="76819" x="1363663" y="2652713"/>
          <p14:tracePt t="76826" x="1376363" y="2565400"/>
          <p14:tracePt t="76834" x="1376363" y="2490788"/>
          <p14:tracePt t="76842" x="1376363" y="2439988"/>
          <p14:tracePt t="76850" x="1376363" y="2378075"/>
          <p14:tracePt t="76858" x="1327150" y="2314575"/>
          <p14:tracePt t="76866" x="1239838" y="2265363"/>
          <p14:tracePt t="76874" x="1139825" y="2190750"/>
          <p14:tracePt t="76882" x="1050925" y="2165350"/>
          <p14:tracePt t="76891" x="963613" y="2127250"/>
          <p14:tracePt t="76898" x="876300" y="2114550"/>
          <p14:tracePt t="76906" x="801688" y="2114550"/>
          <p14:tracePt t="76914" x="750888" y="2114550"/>
          <p14:tracePt t="76922" x="701675" y="2114550"/>
          <p14:tracePt t="76930" x="663575" y="2127250"/>
          <p14:tracePt t="76952" x="576263" y="2190750"/>
          <p14:tracePt t="76954" x="538163" y="2252663"/>
          <p14:tracePt t="76962" x="538163" y="2303463"/>
          <p14:tracePt t="76970" x="538163" y="2352675"/>
          <p14:tracePt t="76978" x="538163" y="2403475"/>
          <p14:tracePt t="76986" x="538163" y="2452688"/>
          <p14:tracePt t="76994" x="538163" y="2478088"/>
          <p14:tracePt t="77003" x="576263" y="2527300"/>
          <p14:tracePt t="77010" x="588963" y="2540000"/>
          <p14:tracePt t="77018" x="638175" y="2565400"/>
          <p14:tracePt t="77026" x="701675" y="2578100"/>
          <p14:tracePt t="77034" x="750888" y="2603500"/>
          <p14:tracePt t="77042" x="801688" y="2603500"/>
          <p14:tracePt t="77050" x="876300" y="2603500"/>
          <p14:tracePt t="77058" x="950913" y="2603500"/>
          <p14:tracePt t="77066" x="1038225" y="2590800"/>
          <p14:tracePt t="77075" x="1139825" y="2527300"/>
          <p14:tracePt t="77082" x="1214438" y="2478088"/>
          <p14:tracePt t="77090" x="1263650" y="2452688"/>
          <p14:tracePt t="77098" x="1289050" y="2414588"/>
          <p14:tracePt t="77106" x="1301750" y="2378075"/>
          <p14:tracePt t="77122" x="1301750" y="2352675"/>
          <p14:tracePt t="77130" x="1289050" y="2327275"/>
          <p14:tracePt t="77138" x="1276350" y="2290763"/>
          <p14:tracePt t="77154" x="1263650" y="2290763"/>
          <p14:tracePt t="77162" x="1263650" y="2278063"/>
          <p14:tracePt t="77194" x="1252538" y="2278063"/>
          <p14:tracePt t="77210" x="1239838" y="2278063"/>
          <p14:tracePt t="77722" x="1201738" y="2278063"/>
          <p14:tracePt t="77730" x="1114425" y="2278063"/>
          <p14:tracePt t="77738" x="1027113" y="2327275"/>
          <p14:tracePt t="77746" x="914400" y="2390775"/>
          <p14:tracePt t="77755" x="825500" y="2439988"/>
          <p14:tracePt t="77762" x="763588" y="2465388"/>
          <p14:tracePt t="77770" x="725488" y="2490788"/>
          <p14:tracePt t="77778" x="712788" y="2490788"/>
          <p14:tracePt t="77786" x="701675" y="2503488"/>
          <p14:tracePt t="81858" x="688975" y="2503488"/>
          <p14:tracePt t="81874" x="612775" y="2540000"/>
          <p14:tracePt t="81882" x="550863" y="2665413"/>
          <p14:tracePt t="81890" x="476250" y="2803525"/>
          <p14:tracePt t="81898" x="425450" y="2965450"/>
          <p14:tracePt t="81906" x="412750" y="3141663"/>
          <p14:tracePt t="81914" x="400050" y="3316288"/>
          <p14:tracePt t="81922" x="400050" y="3516313"/>
          <p14:tracePt t="81934" x="400050" y="3692525"/>
          <p14:tracePt t="81938" x="400050" y="3879850"/>
          <p14:tracePt t="81946" x="425450" y="4092575"/>
          <p14:tracePt t="81955" x="463550" y="4267200"/>
          <p14:tracePt t="81962" x="500063" y="4505325"/>
          <p14:tracePt t="81970" x="563563" y="4679950"/>
          <p14:tracePt t="81978" x="612775" y="4830763"/>
          <p14:tracePt t="81986" x="676275" y="4918075"/>
          <p14:tracePt t="81994" x="763588" y="5030788"/>
          <p14:tracePt t="82002" x="863600" y="5081588"/>
          <p14:tracePt t="82010" x="914400" y="5105400"/>
          <p14:tracePt t="82018" x="976313" y="5118100"/>
          <p14:tracePt t="82026" x="1038225" y="5118100"/>
          <p14:tracePt t="82034" x="1076325" y="5118100"/>
          <p14:tracePt t="82042" x="1127125" y="5118100"/>
          <p14:tracePt t="82050" x="1176338" y="5105400"/>
          <p14:tracePt t="82058" x="1252538" y="5030788"/>
          <p14:tracePt t="82067" x="1289050" y="4943475"/>
          <p14:tracePt t="82074" x="1327150" y="4856163"/>
          <p14:tracePt t="82082" x="1327150" y="4779963"/>
          <p14:tracePt t="82090" x="1352550" y="4679950"/>
          <p14:tracePt t="82098" x="1352550" y="4630738"/>
          <p14:tracePt t="82106" x="1327150" y="4567238"/>
          <p14:tracePt t="82114" x="1289050" y="4518025"/>
          <p14:tracePt t="82122" x="1252538" y="4467225"/>
          <p14:tracePt t="82130" x="1227138" y="4430713"/>
          <p14:tracePt t="82139" x="1176338" y="4379913"/>
          <p14:tracePt t="82146" x="1127125" y="4354513"/>
          <p14:tracePt t="82155" x="1076325" y="4341813"/>
          <p14:tracePt t="82162" x="1038225" y="4341813"/>
          <p14:tracePt t="82170" x="1014413" y="4330700"/>
          <p14:tracePt t="82178" x="989013" y="4330700"/>
          <p14:tracePt t="82186" x="950913" y="4330700"/>
          <p14:tracePt t="82194" x="938213" y="4330700"/>
          <p14:tracePt t="82202" x="914400" y="4330700"/>
          <p14:tracePt t="82210" x="876300" y="4341813"/>
          <p14:tracePt t="82218" x="838200" y="4379913"/>
          <p14:tracePt t="82226" x="814388" y="4430713"/>
          <p14:tracePt t="82234" x="788988" y="4505325"/>
          <p14:tracePt t="82242" x="776288" y="4554538"/>
          <p14:tracePt t="82251" x="776288" y="4630738"/>
          <p14:tracePt t="82258" x="776288" y="4718050"/>
          <p14:tracePt t="82266" x="776288" y="4779963"/>
          <p14:tracePt t="82274" x="776288" y="4830763"/>
          <p14:tracePt t="82282" x="788988" y="4905375"/>
          <p14:tracePt t="82290" x="801688" y="4930775"/>
          <p14:tracePt t="82298" x="814388" y="4956175"/>
          <p14:tracePt t="82306" x="838200" y="4992688"/>
          <p14:tracePt t="82314" x="850900" y="4992688"/>
          <p14:tracePt t="82323" x="850900" y="5005388"/>
          <p14:tracePt t="82330" x="863600" y="5005388"/>
          <p14:tracePt t="82394" x="914400" y="5005388"/>
          <p14:tracePt t="82402" x="950913" y="5005388"/>
          <p14:tracePt t="82410" x="989013" y="4992688"/>
          <p14:tracePt t="82418" x="1001713" y="4981575"/>
          <p14:tracePt t="82426" x="1027113" y="4968875"/>
          <p14:tracePt t="82434" x="1050925" y="4968875"/>
          <p14:tracePt t="82442" x="1076325" y="4956175"/>
          <p14:tracePt t="82450" x="1101725" y="4943475"/>
          <p14:tracePt t="82466" x="1127125" y="4943475"/>
          <p14:tracePt t="82474" x="1150938" y="4943475"/>
          <p14:tracePt t="82482" x="1189038" y="4943475"/>
          <p14:tracePt t="82490" x="1227138" y="4943475"/>
          <p14:tracePt t="82498" x="1276350" y="4943475"/>
          <p14:tracePt t="82507" x="1327150" y="4943475"/>
          <p14:tracePt t="82514" x="1376363" y="4943475"/>
          <p14:tracePt t="82522" x="1401763" y="4943475"/>
          <p14:tracePt t="82530" x="1427163" y="4943475"/>
          <p14:tracePt t="82538" x="1439863" y="4943475"/>
          <p14:tracePt t="82546" x="1439863" y="4956175"/>
          <p14:tracePt t="82562" x="1439863" y="4981575"/>
          <p14:tracePt t="82570" x="1439863" y="4992688"/>
          <p14:tracePt t="82578" x="1439863" y="5005388"/>
          <p14:tracePt t="82946" x="1414463" y="5005388"/>
          <p14:tracePt t="82954" x="1376363" y="5018088"/>
          <p14:tracePt t="82962" x="1363663" y="5018088"/>
          <p14:tracePt t="82970" x="1339850" y="5018088"/>
          <p14:tracePt t="82978" x="1327150" y="5018088"/>
          <p14:tracePt t="82986" x="1314450" y="5018088"/>
          <p14:tracePt t="83042" x="1301750" y="5018088"/>
          <p14:tracePt t="83050" x="1289050" y="5018088"/>
          <p14:tracePt t="83058" x="1276350" y="5018088"/>
          <p14:tracePt t="83066" x="1263650" y="5018088"/>
          <p14:tracePt t="83082" x="1252538" y="5018088"/>
          <p14:tracePt t="83090" x="1239838" y="5018088"/>
          <p14:tracePt t="83138" x="1227138" y="5018088"/>
          <p14:tracePt t="83306" x="1189038" y="5018088"/>
          <p14:tracePt t="83314" x="1150938" y="5018088"/>
          <p14:tracePt t="83322" x="1139825" y="5018088"/>
          <p14:tracePt t="83330" x="1127125" y="5018088"/>
          <p14:tracePt t="83338" x="1101725" y="5018088"/>
          <p14:tracePt t="83346" x="1089025" y="5018088"/>
          <p14:tracePt t="83354" x="1063625" y="5018088"/>
          <p14:tracePt t="83362" x="1050925" y="5018088"/>
          <p14:tracePt t="83371" x="1038225" y="5018088"/>
          <p14:tracePt t="83378" x="1027113" y="5018088"/>
          <p14:tracePt t="83386" x="1014413" y="5018088"/>
          <p14:tracePt t="83394" x="1001713" y="5018088"/>
          <p14:tracePt t="83402" x="989013" y="5018088"/>
          <p14:tracePt t="83410" x="976313" y="5018088"/>
          <p14:tracePt t="83426" x="950913" y="5018088"/>
          <p14:tracePt t="83434" x="938213" y="5018088"/>
          <p14:tracePt t="83443" x="914400" y="5018088"/>
          <p14:tracePt t="83458" x="901700" y="5018088"/>
          <p14:tracePt t="83466" x="901700" y="5005388"/>
          <p14:tracePt t="83482" x="889000" y="5005388"/>
          <p14:tracePt t="83490" x="876300" y="5005388"/>
          <p14:tracePt t="83506" x="876300" y="4992688"/>
          <p14:tracePt t="83866" x="876300" y="4981575"/>
          <p14:tracePt t="83946" x="901700" y="4981575"/>
          <p14:tracePt t="83962" x="914400" y="5005388"/>
          <p14:tracePt t="83970" x="914400" y="5018088"/>
          <p14:tracePt t="83978" x="925513" y="5043488"/>
          <p14:tracePt t="83986" x="938213" y="5056188"/>
          <p14:tracePt t="83994" x="950913" y="5068888"/>
          <p14:tracePt t="84002" x="963613" y="5081588"/>
          <p14:tracePt t="84011" x="976313" y="5081588"/>
          <p14:tracePt t="84018" x="1014413" y="5081588"/>
          <p14:tracePt t="84026" x="1027113" y="5081588"/>
          <p14:tracePt t="84034" x="1038225" y="5081588"/>
          <p14:tracePt t="84042" x="1063625" y="5081588"/>
          <p14:tracePt t="84050" x="1089025" y="5081588"/>
          <p14:tracePt t="84058" x="1114425" y="5068888"/>
          <p14:tracePt t="84066" x="1150938" y="5056188"/>
          <p14:tracePt t="84074" x="1189038" y="5018088"/>
          <p14:tracePt t="84082" x="1239838" y="4992688"/>
          <p14:tracePt t="84090" x="1276350" y="4968875"/>
          <p14:tracePt t="84098" x="1339850" y="4943475"/>
          <p14:tracePt t="84106" x="1363663" y="4918075"/>
          <p14:tracePt t="84114" x="1389063" y="4892675"/>
          <p14:tracePt t="84123" x="1427163" y="4856163"/>
          <p14:tracePt t="84130" x="1427163" y="4843463"/>
          <p14:tracePt t="84138" x="1452563" y="4830763"/>
          <p14:tracePt t="84146" x="1465263" y="4805363"/>
          <p14:tracePt t="84162" x="1476375" y="4779963"/>
          <p14:tracePt t="84178" x="1476375" y="4768850"/>
          <p14:tracePt t="84186" x="1476375" y="4756150"/>
          <p14:tracePt t="84194" x="1476375" y="4730750"/>
          <p14:tracePt t="84202" x="1476375" y="4705350"/>
          <p14:tracePt t="84218" x="1476375" y="4692650"/>
          <p14:tracePt t="84226" x="1476375" y="4667250"/>
          <p14:tracePt t="84234" x="1476375" y="4656138"/>
          <p14:tracePt t="84242" x="1465263" y="4643438"/>
          <p14:tracePt t="84250" x="1452563" y="4618038"/>
          <p14:tracePt t="84258" x="1439863" y="4605338"/>
          <p14:tracePt t="84266" x="1427163" y="4605338"/>
          <p14:tracePt t="84282" x="1401763" y="4605338"/>
          <p14:tracePt t="84298" x="1389063" y="4605338"/>
          <p14:tracePt t="84314" x="1363663" y="4605338"/>
          <p14:tracePt t="84330" x="1352550" y="4618038"/>
          <p14:tracePt t="84338" x="1339850" y="4643438"/>
          <p14:tracePt t="84346" x="1301750" y="4692650"/>
          <p14:tracePt t="84354" x="1301750" y="4730750"/>
          <p14:tracePt t="84362" x="1289050" y="4768850"/>
          <p14:tracePt t="84370" x="1289050" y="4818063"/>
          <p14:tracePt t="84378" x="1289050" y="4868863"/>
          <p14:tracePt t="84386" x="1263650" y="4956175"/>
          <p14:tracePt t="84395" x="1252538" y="5018088"/>
          <p14:tracePt t="84402" x="1252538" y="5043488"/>
          <p14:tracePt t="84410" x="1252538" y="5081588"/>
          <p14:tracePt t="84426" x="1252538" y="5105400"/>
          <p14:tracePt t="84458" x="1252538" y="5118100"/>
          <p14:tracePt t="84466" x="1289050" y="5118100"/>
          <p14:tracePt t="84474" x="1339850" y="5118100"/>
          <p14:tracePt t="84482" x="1352550" y="5118100"/>
          <p14:tracePt t="84490" x="1376363" y="5118100"/>
          <p14:tracePt t="84498" x="1439863" y="5118100"/>
          <p14:tracePt t="84507" x="1452563" y="5081588"/>
          <p14:tracePt t="84514" x="1465263" y="5056188"/>
          <p14:tracePt t="84522" x="1465263" y="5030788"/>
          <p14:tracePt t="84530" x="1476375" y="4992688"/>
          <p14:tracePt t="84538" x="1476375" y="4943475"/>
          <p14:tracePt t="84546" x="1476375" y="4918075"/>
          <p14:tracePt t="84554" x="1476375" y="4879975"/>
          <p14:tracePt t="84562" x="1476375" y="4843463"/>
          <p14:tracePt t="84570" x="1476375" y="4805363"/>
          <p14:tracePt t="84579" x="1452563" y="4768850"/>
          <p14:tracePt t="84586" x="1427163" y="4743450"/>
          <p14:tracePt t="84594" x="1414463" y="4730750"/>
          <p14:tracePt t="84674" x="1401763" y="4730750"/>
          <p14:tracePt t="84682" x="1414463" y="4792663"/>
          <p14:tracePt t="84690" x="1414463" y="4818063"/>
          <p14:tracePt t="84698" x="1427163" y="4856163"/>
          <p14:tracePt t="84706" x="1439863" y="4879975"/>
          <p14:tracePt t="84714" x="1439863" y="4918075"/>
          <p14:tracePt t="84722" x="1452563" y="4943475"/>
          <p14:tracePt t="84730" x="1465263" y="4956175"/>
          <p14:tracePt t="84746" x="1476375" y="4956175"/>
          <p14:tracePt t="84754" x="1489075" y="4968875"/>
          <p14:tracePt t="84786" x="1514475" y="4968875"/>
          <p14:tracePt t="84794" x="1527175" y="4968875"/>
          <p14:tracePt t="84810" x="1552575" y="4968875"/>
          <p14:tracePt t="84826" x="1565275" y="4968875"/>
          <p14:tracePt t="84834" x="1577975" y="4968875"/>
          <p14:tracePt t="84842" x="1589088" y="4968875"/>
          <p14:tracePt t="84850" x="1601788" y="4968875"/>
          <p14:tracePt t="84866" x="1614488" y="4968875"/>
          <p14:tracePt t="84874" x="1639888" y="4956175"/>
          <p14:tracePt t="84890" x="1652588" y="4956175"/>
          <p14:tracePt t="84898" x="1665288" y="4930775"/>
          <p14:tracePt t="84906" x="1677988" y="4930775"/>
          <p14:tracePt t="84925" x="1689100" y="4930775"/>
          <p14:tracePt t="84938" x="1701800" y="4930775"/>
          <p14:tracePt t="85298" x="1714500" y="4930775"/>
          <p14:tracePt t="85306" x="1727200" y="4930775"/>
          <p14:tracePt t="85322" x="1752600" y="4930775"/>
          <p14:tracePt t="85338" x="1752600" y="4943475"/>
          <p14:tracePt t="85346" x="1765300" y="4943475"/>
          <p14:tracePt t="85354" x="1765300" y="4956175"/>
          <p14:tracePt t="85370" x="1765300" y="4968875"/>
          <p14:tracePt t="85402" x="1778000" y="4992688"/>
          <p14:tracePt t="85410" x="1790700" y="5005388"/>
          <p14:tracePt t="85418" x="1801813" y="5018088"/>
          <p14:tracePt t="85442" x="1814513" y="5030788"/>
          <p14:tracePt t="85514" x="1814513" y="5043488"/>
          <p14:tracePt t="85610" x="1827213" y="5043488"/>
          <p14:tracePt t="85618" x="1839913" y="5056188"/>
          <p14:tracePt t="85634" x="1839913" y="5068888"/>
          <p14:tracePt t="85642" x="1852613" y="5081588"/>
          <p14:tracePt t="85650" x="1865313" y="5081588"/>
          <p14:tracePt t="85682" x="1878013" y="5092700"/>
          <p14:tracePt t="85690" x="1878013" y="5105400"/>
          <p14:tracePt t="85706" x="1890713" y="5118100"/>
          <p14:tracePt t="85722" x="1903413" y="5130800"/>
          <p14:tracePt t="85754" x="1914525" y="5130800"/>
          <p14:tracePt t="85762" x="1914525" y="5143500"/>
          <p14:tracePt t="85786" x="1914525" y="5156200"/>
          <p14:tracePt t="85802" x="1914525" y="5168900"/>
          <p14:tracePt t="85810" x="1927225" y="5168900"/>
          <p14:tracePt t="85866" x="1939925" y="5168900"/>
          <p14:tracePt t="85882" x="1952625" y="5168900"/>
          <p14:tracePt t="85890" x="1965325" y="5168900"/>
          <p14:tracePt t="85898" x="1990725" y="5168900"/>
          <p14:tracePt t="85906" x="2027238" y="5168900"/>
          <p14:tracePt t="85914" x="2078038" y="5168900"/>
          <p14:tracePt t="85922" x="2139950" y="5092700"/>
          <p14:tracePt t="85944" x="2228850" y="4905375"/>
          <p14:tracePt t="85946" x="2239963" y="4818063"/>
          <p14:tracePt t="85954" x="2239963" y="4743450"/>
          <p14:tracePt t="85962" x="2239963" y="4692650"/>
          <p14:tracePt t="85970" x="2239963" y="4656138"/>
          <p14:tracePt t="85978" x="2239963" y="4618038"/>
          <p14:tracePt t="85986" x="2239963" y="4579938"/>
          <p14:tracePt t="85994" x="2239963" y="4567238"/>
          <p14:tracePt t="86002" x="2239963" y="4530725"/>
          <p14:tracePt t="86010" x="2239963" y="4492625"/>
          <p14:tracePt t="86018" x="2239963" y="4479925"/>
          <p14:tracePt t="86026" x="2239963" y="4443413"/>
          <p14:tracePt t="86034" x="2239963" y="4430713"/>
          <p14:tracePt t="86058" x="2239963" y="4405313"/>
          <p14:tracePt t="86162" x="2228850" y="4392613"/>
          <p14:tracePt t="86194" x="2216150" y="4392613"/>
          <p14:tracePt t="86210" x="2203450" y="4392613"/>
          <p14:tracePt t="86218" x="2190750" y="4392613"/>
          <p14:tracePt t="86250" x="2165350" y="4392613"/>
          <p14:tracePt t="86267" x="2152650" y="4405313"/>
          <p14:tracePt t="86274" x="2152650" y="4467225"/>
          <p14:tracePt t="86282" x="2152650" y="4543425"/>
          <p14:tracePt t="86290" x="2152650" y="4630738"/>
          <p14:tracePt t="86298" x="2152650" y="4656138"/>
          <p14:tracePt t="86306" x="2152650" y="4730750"/>
          <p14:tracePt t="86314" x="2152650" y="4792663"/>
          <p14:tracePt t="86322" x="2152650" y="4879975"/>
          <p14:tracePt t="86330" x="2152650" y="4943475"/>
          <p14:tracePt t="86338" x="2152650" y="5005388"/>
          <p14:tracePt t="86346" x="2152650" y="5043488"/>
          <p14:tracePt t="86354" x="2152650" y="5068888"/>
          <p14:tracePt t="86362" x="2152650" y="5092700"/>
          <p14:tracePt t="86370" x="2139950" y="5105400"/>
          <p14:tracePt t="86379" x="2139950" y="5130800"/>
          <p14:tracePt t="86386" x="2127250" y="5143500"/>
          <p14:tracePt t="86394" x="2116138" y="5156200"/>
          <p14:tracePt t="86402" x="2090738" y="5181600"/>
          <p14:tracePt t="86410" x="2065338" y="5194300"/>
          <p14:tracePt t="86426" x="2039938" y="5205413"/>
          <p14:tracePt t="86434" x="2027238" y="5205413"/>
          <p14:tracePt t="86442" x="2014538" y="5218113"/>
          <p14:tracePt t="86458" x="2003425" y="5218113"/>
          <p14:tracePt t="86474" x="1990725" y="5218113"/>
          <p14:tracePt t="86506" x="1978025" y="5218113"/>
          <p14:tracePt t="87042" x="2003425" y="5218113"/>
          <p14:tracePt t="87050" x="2014538" y="5194300"/>
          <p14:tracePt t="87058" x="2014538" y="5181600"/>
          <p14:tracePt t="87066" x="2014538" y="5156200"/>
          <p14:tracePt t="87074" x="2027238" y="5130800"/>
          <p14:tracePt t="87082" x="2027238" y="5092700"/>
          <p14:tracePt t="87090" x="2027238" y="5081588"/>
          <p14:tracePt t="87098" x="2027238" y="5068888"/>
          <p14:tracePt t="87106" x="2027238" y="5056188"/>
          <p14:tracePt t="87114" x="2027238" y="5043488"/>
          <p14:tracePt t="87122" x="2027238" y="5030788"/>
          <p14:tracePt t="87131" x="2027238" y="5018088"/>
          <p14:tracePt t="87386" x="2039938" y="5005388"/>
          <p14:tracePt t="87402" x="2052638" y="5005388"/>
          <p14:tracePt t="87426" x="2065338" y="5005388"/>
          <p14:tracePt t="87434" x="2078038" y="5005388"/>
          <p14:tracePt t="87498" x="2090738" y="5005388"/>
          <p14:tracePt t="87594" x="2103438" y="5005388"/>
          <p14:tracePt t="87650" x="2127250" y="5005388"/>
          <p14:tracePt t="87962" x="2139950" y="4992688"/>
          <p14:tracePt t="87970" x="2139950" y="4968875"/>
          <p14:tracePt t="87978" x="2139950" y="4930775"/>
          <p14:tracePt t="87986" x="2127250" y="4892675"/>
          <p14:tracePt t="87994" x="2116138" y="4856163"/>
          <p14:tracePt t="88002" x="2116138" y="4792663"/>
          <p14:tracePt t="88010" x="2090738" y="4768850"/>
          <p14:tracePt t="88018" x="2078038" y="4718050"/>
          <p14:tracePt t="88026" x="2065338" y="4667250"/>
          <p14:tracePt t="88034" x="2065338" y="4630738"/>
          <p14:tracePt t="88042" x="2065338" y="4605338"/>
          <p14:tracePt t="88050" x="2065338" y="4567238"/>
          <p14:tracePt t="88058" x="2065338" y="4543425"/>
          <p14:tracePt t="88067" x="2065338" y="4530725"/>
          <p14:tracePt t="88074" x="2065338" y="4518025"/>
          <p14:tracePt t="88082" x="2065338" y="4505325"/>
          <p14:tracePt t="88410" x="2065338" y="4492625"/>
          <p14:tracePt t="88426" x="2078038" y="4492625"/>
          <p14:tracePt t="88458" x="2090738" y="4492625"/>
          <p14:tracePt t="88474" x="2103438" y="4492625"/>
          <p14:tracePt t="88522" x="2116138" y="4492625"/>
          <p14:tracePt t="88538" x="2127250" y="4492625"/>
          <p14:tracePt t="88578" x="2139950" y="4467225"/>
          <p14:tracePt t="88626" x="2152650" y="4467225"/>
          <p14:tracePt t="89066" x="2165350" y="4467225"/>
          <p14:tracePt t="89082" x="2165350" y="4492625"/>
          <p14:tracePt t="89090" x="2165350" y="4505325"/>
          <p14:tracePt t="89098" x="2165350" y="4518025"/>
          <p14:tracePt t="89106" x="2165350" y="4530725"/>
          <p14:tracePt t="89522" x="2152650" y="4567238"/>
          <p14:tracePt t="89530" x="2127250" y="4592638"/>
          <p14:tracePt t="89538" x="2103438" y="4630738"/>
          <p14:tracePt t="89546" x="2065338" y="4656138"/>
          <p14:tracePt t="89554" x="2052638" y="4679950"/>
          <p14:tracePt t="89562" x="2039938" y="4718050"/>
          <p14:tracePt t="89570" x="2027238" y="4743450"/>
          <p14:tracePt t="89578" x="2027238" y="4768850"/>
          <p14:tracePt t="89586" x="2027238" y="4779963"/>
          <p14:tracePt t="89594" x="2027238" y="4805363"/>
          <p14:tracePt t="89602" x="2027238" y="4818063"/>
          <p14:tracePt t="89618" x="2027238" y="4843463"/>
          <p14:tracePt t="89626" x="2039938" y="4868863"/>
          <p14:tracePt t="89634" x="2052638" y="4868863"/>
          <p14:tracePt t="89643" x="2065338" y="4892675"/>
          <p14:tracePt t="89650" x="2090738" y="4892675"/>
          <p14:tracePt t="89658" x="2103438" y="4905375"/>
          <p14:tracePt t="89674" x="2116138" y="4905375"/>
          <p14:tracePt t="89730" x="2127250" y="4905375"/>
          <p14:tracePt t="89746" x="2139950" y="4905375"/>
          <p14:tracePt t="89754" x="2165350" y="4905375"/>
          <p14:tracePt t="89770" x="2203450" y="4905375"/>
          <p14:tracePt t="89778" x="2239963" y="4905375"/>
          <p14:tracePt t="89786" x="2252663" y="4905375"/>
          <p14:tracePt t="89794" x="2290763" y="4905375"/>
          <p14:tracePt t="89802" x="2303463" y="4879975"/>
          <p14:tracePt t="89810" x="2316163" y="4843463"/>
          <p14:tracePt t="89818" x="2328863" y="4805363"/>
          <p14:tracePt t="89827" x="2328863" y="4792663"/>
          <p14:tracePt t="89834" x="2328863" y="4756150"/>
          <p14:tracePt t="89842" x="2328863" y="4730750"/>
          <p14:tracePt t="89850" x="2316163" y="4679950"/>
          <p14:tracePt t="89858" x="2303463" y="4643438"/>
          <p14:tracePt t="89866" x="2278063" y="4579938"/>
          <p14:tracePt t="89874" x="2278063" y="4567238"/>
          <p14:tracePt t="89882" x="2278063" y="4554538"/>
          <p14:tracePt t="89890" x="2239963" y="4505325"/>
          <p14:tracePt t="89906" x="2239963" y="4492625"/>
          <p14:tracePt t="89914" x="2228850" y="4467225"/>
          <p14:tracePt t="89930" x="2203450" y="4454525"/>
          <p14:tracePt t="89939" x="2203450" y="4443413"/>
          <p14:tracePt t="89954" x="2178050" y="4430713"/>
          <p14:tracePt t="89962" x="2165350" y="4430713"/>
          <p14:tracePt t="89978" x="2139950" y="4430713"/>
          <p14:tracePt t="89994" x="2127250" y="4430713"/>
          <p14:tracePt t="90002" x="2090738" y="4418013"/>
          <p14:tracePt t="90026" x="2065338" y="4418013"/>
          <p14:tracePt t="90042" x="2052638" y="4418013"/>
          <p14:tracePt t="90066" x="2039938" y="4418013"/>
          <p14:tracePt t="90082" x="2027238" y="4418013"/>
          <p14:tracePt t="90098" x="2003425" y="4418013"/>
          <p14:tracePt t="90106" x="1990725" y="4430713"/>
          <p14:tracePt t="90114" x="1978025" y="4443413"/>
          <p14:tracePt t="90122" x="1952625" y="4467225"/>
          <p14:tracePt t="90130" x="1952625" y="4505325"/>
          <p14:tracePt t="90138" x="1927225" y="4518025"/>
          <p14:tracePt t="90146" x="1927225" y="4543425"/>
          <p14:tracePt t="90154" x="1927225" y="4567238"/>
          <p14:tracePt t="90162" x="1927225" y="4579938"/>
          <p14:tracePt t="90170" x="1927225" y="4592638"/>
          <p14:tracePt t="90178" x="1927225" y="4605338"/>
          <p14:tracePt t="90186" x="1927225" y="4630738"/>
          <p14:tracePt t="90194" x="1927225" y="4643438"/>
          <p14:tracePt t="90202" x="1927225" y="4656138"/>
          <p14:tracePt t="90210" x="1927225" y="4667250"/>
          <p14:tracePt t="90226" x="1927225" y="4679950"/>
          <p14:tracePt t="90234" x="1927225" y="4692650"/>
          <p14:tracePt t="90250" x="1927225" y="4705350"/>
          <p14:tracePt t="90258" x="1939925" y="4705350"/>
          <p14:tracePt t="90266" x="1939925" y="4718050"/>
          <p14:tracePt t="90274" x="1952625" y="4718050"/>
          <p14:tracePt t="90282" x="1965325" y="4718050"/>
          <p14:tracePt t="90290" x="1990725" y="4718050"/>
          <p14:tracePt t="90298" x="2003425" y="4718050"/>
          <p14:tracePt t="90306" x="2027238" y="4718050"/>
          <p14:tracePt t="90314" x="2052638" y="4718050"/>
          <p14:tracePt t="90322" x="2078038" y="4718050"/>
          <p14:tracePt t="90330" x="2116138" y="4718050"/>
          <p14:tracePt t="90338" x="2139950" y="4718050"/>
          <p14:tracePt t="90346" x="2152650" y="4718050"/>
          <p14:tracePt t="90354" x="2165350" y="4718050"/>
          <p14:tracePt t="90370" x="2178050" y="4718050"/>
          <p14:tracePt t="90754" x="2178050" y="4818063"/>
          <p14:tracePt t="90763" x="2178050" y="4892675"/>
          <p14:tracePt t="90770" x="2190750" y="4956175"/>
          <p14:tracePt t="90778" x="2190750" y="5030788"/>
          <p14:tracePt t="90786" x="2203450" y="5092700"/>
          <p14:tracePt t="90794" x="2203450" y="5130800"/>
          <p14:tracePt t="90802" x="2216150" y="5181600"/>
          <p14:tracePt t="90810" x="2216150" y="5194300"/>
          <p14:tracePt t="90826" x="2228850" y="5205413"/>
          <p14:tracePt t="90866" x="2239963" y="5205413"/>
          <p14:tracePt t="90874" x="2265363" y="5205413"/>
          <p14:tracePt t="90882" x="2290763" y="5205413"/>
          <p14:tracePt t="90890" x="2316163" y="5181600"/>
          <p14:tracePt t="90898" x="2352675" y="5168900"/>
          <p14:tracePt t="90906" x="2490788" y="5118100"/>
          <p14:tracePt t="90914" x="2628900" y="5105400"/>
          <p14:tracePt t="90922" x="2754313" y="5068888"/>
          <p14:tracePt t="90930" x="2816225" y="5043488"/>
          <p14:tracePt t="90942" x="2841625" y="5030788"/>
          <p14:tracePt t="90946" x="2879725" y="5005388"/>
          <p14:tracePt t="90962" x="2879725" y="4968875"/>
          <p14:tracePt t="90970" x="2879725" y="4956175"/>
          <p14:tracePt t="90978" x="2867025" y="4930775"/>
          <p14:tracePt t="90986" x="2854325" y="4918075"/>
          <p14:tracePt t="90994" x="2828925" y="4879975"/>
          <p14:tracePt t="91002" x="2803525" y="4868863"/>
          <p14:tracePt t="91010" x="2778125" y="4843463"/>
          <p14:tracePt t="91018" x="2767013" y="4830763"/>
          <p14:tracePt t="91026" x="2741613" y="4818063"/>
          <p14:tracePt t="91034" x="2703513" y="4818063"/>
          <p14:tracePt t="91042" x="2678113" y="4818063"/>
          <p14:tracePt t="91050" x="2641600" y="4792663"/>
          <p14:tracePt t="91059" x="2628900" y="4792663"/>
          <p14:tracePt t="91066" x="2603500" y="4792663"/>
          <p14:tracePt t="91074" x="2590800" y="4792663"/>
          <p14:tracePt t="91082" x="2578100" y="4792663"/>
          <p14:tracePt t="91090" x="2565400" y="4792663"/>
          <p14:tracePt t="91098" x="2554288" y="4792663"/>
          <p14:tracePt t="91106" x="2528888" y="4792663"/>
          <p14:tracePt t="91122" x="2503488" y="4792663"/>
          <p14:tracePt t="91130" x="2465388" y="4805363"/>
          <p14:tracePt t="91146" x="2452688" y="4805363"/>
          <p14:tracePt t="91154" x="2428875" y="4818063"/>
          <p14:tracePt t="91170" x="2403475" y="4818063"/>
          <p14:tracePt t="91178" x="2390775" y="4830763"/>
          <p14:tracePt t="91186" x="2378075" y="4843463"/>
          <p14:tracePt t="91202" x="2352675" y="4843463"/>
          <p14:tracePt t="91210" x="2352675" y="4856163"/>
          <p14:tracePt t="91218" x="2339975" y="4856163"/>
          <p14:tracePt t="91226" x="2328863" y="4879975"/>
          <p14:tracePt t="91250" x="2316163" y="4892675"/>
          <p14:tracePt t="91290" x="2316163" y="4905375"/>
          <p14:tracePt t="91322" x="2316163" y="4930775"/>
          <p14:tracePt t="91370" x="2316163" y="4943475"/>
          <p14:tracePt t="91394" x="2328863" y="4943475"/>
          <p14:tracePt t="91410" x="2339975" y="4943475"/>
          <p14:tracePt t="91418" x="2352675" y="4943475"/>
          <p14:tracePt t="91426" x="2365375" y="4943475"/>
          <p14:tracePt t="91434" x="2378075" y="4943475"/>
          <p14:tracePt t="91443" x="2390775" y="4943475"/>
          <p14:tracePt t="91458" x="2403475" y="4943475"/>
          <p14:tracePt t="91466" x="2428875" y="4943475"/>
          <p14:tracePt t="91474" x="2441575" y="4943475"/>
          <p14:tracePt t="91482" x="2490788" y="4943475"/>
          <p14:tracePt t="91490" x="2554288" y="4918075"/>
          <p14:tracePt t="91498" x="2628900" y="4892675"/>
          <p14:tracePt t="91506" x="2667000" y="4868863"/>
          <p14:tracePt t="91514" x="2716213" y="4843463"/>
          <p14:tracePt t="91522" x="2778125" y="4818063"/>
          <p14:tracePt t="91530" x="2816225" y="4805363"/>
          <p14:tracePt t="91538" x="2841625" y="4792663"/>
          <p14:tracePt t="91546" x="2867025" y="4779963"/>
          <p14:tracePt t="91554" x="2890838" y="4768850"/>
          <p14:tracePt t="91562" x="2903538" y="4768850"/>
          <p14:tracePt t="91746" x="2890838" y="4768850"/>
          <p14:tracePt t="91754" x="2867025" y="4768850"/>
          <p14:tracePt t="91770" x="2854325" y="4768850"/>
          <p14:tracePt t="91778" x="2841625" y="4768850"/>
          <p14:tracePt t="91794" x="2828925" y="4779963"/>
          <p14:tracePt t="91802" x="2816225" y="4779963"/>
          <p14:tracePt t="91858" x="2803525" y="4779963"/>
          <p14:tracePt t="91922" x="2790825" y="4805363"/>
          <p14:tracePt t="91938" x="2790825" y="4818063"/>
          <p14:tracePt t="91946" x="2790825" y="4856163"/>
          <p14:tracePt t="91962" x="2790825" y="4868863"/>
          <p14:tracePt t="91970" x="2803525" y="4879975"/>
          <p14:tracePt t="91986" x="2816225" y="4892675"/>
          <p14:tracePt t="92002" x="2816225" y="4905375"/>
          <p14:tracePt t="92018" x="2828925" y="4905375"/>
          <p14:tracePt t="92058" x="2841625" y="4905375"/>
          <p14:tracePt t="92066" x="2854325" y="4905375"/>
          <p14:tracePt t="92170" x="2854325" y="4892675"/>
          <p14:tracePt t="92186" x="2854325" y="4879975"/>
          <p14:tracePt t="92226" x="2841625" y="4879975"/>
          <p14:tracePt t="92242" x="2828925" y="4879975"/>
          <p14:tracePt t="92250" x="2828925" y="4868863"/>
          <p14:tracePt t="92266" x="2816225" y="4868863"/>
          <p14:tracePt t="92282" x="2803525" y="4856163"/>
          <p14:tracePt t="92298" x="2790825" y="4843463"/>
          <p14:tracePt t="92530" x="2767013" y="4843463"/>
          <p14:tracePt t="92546" x="2767013" y="4868863"/>
          <p14:tracePt t="92554" x="2741613" y="4892675"/>
          <p14:tracePt t="92866" x="2767013" y="4930775"/>
          <p14:tracePt t="92874" x="2767013" y="4943475"/>
          <p14:tracePt t="92882" x="2778125" y="4943475"/>
          <p14:tracePt t="92890" x="2803525" y="4968875"/>
          <p14:tracePt t="92898" x="2816225" y="4981575"/>
          <p14:tracePt t="92906" x="2816225" y="4992688"/>
          <p14:tracePt t="92914" x="2841625" y="5005388"/>
          <p14:tracePt t="92922" x="2854325" y="5005388"/>
          <p14:tracePt t="92931" x="2867025" y="5005388"/>
          <p14:tracePt t="92938" x="2879725" y="5005388"/>
          <p14:tracePt t="92946" x="2890838" y="5005388"/>
          <p14:tracePt t="92954" x="2916238" y="5005388"/>
          <p14:tracePt t="92962" x="2941638" y="5005388"/>
          <p14:tracePt t="92970" x="2954338" y="5005388"/>
          <p14:tracePt t="92978" x="2967038" y="5005388"/>
          <p14:tracePt t="92986" x="2992438" y="5005388"/>
          <p14:tracePt t="93003" x="3016250" y="5005388"/>
          <p14:tracePt t="93010" x="3041650" y="4992688"/>
          <p14:tracePt t="93018" x="3079750" y="4968875"/>
          <p14:tracePt t="93026" x="3092450" y="4956175"/>
          <p14:tracePt t="93034" x="3092450" y="4943475"/>
          <p14:tracePt t="93042" x="3092450" y="4905375"/>
          <p14:tracePt t="93050" x="3092450" y="4879975"/>
          <p14:tracePt t="93058" x="3092450" y="4868863"/>
          <p14:tracePt t="93066" x="3092450" y="4843463"/>
          <p14:tracePt t="93074" x="3092450" y="4830763"/>
          <p14:tracePt t="93098" x="3092450" y="4805363"/>
          <p14:tracePt t="93138" x="3079750" y="4805363"/>
          <p14:tracePt t="93146" x="3067050" y="4805363"/>
          <p14:tracePt t="93154" x="3054350" y="4805363"/>
          <p14:tracePt t="93162" x="3028950" y="4805363"/>
          <p14:tracePt t="93170" x="3003550" y="4805363"/>
          <p14:tracePt t="93178" x="2992438" y="4805363"/>
          <p14:tracePt t="93186" x="2967038" y="4805363"/>
          <p14:tracePt t="93194" x="2954338" y="4805363"/>
          <p14:tracePt t="93210" x="2928938" y="4805363"/>
          <p14:tracePt t="93346" x="2916238" y="4818063"/>
          <p14:tracePt t="93362" x="2916238" y="4830763"/>
          <p14:tracePt t="93370" x="2928938" y="4843463"/>
          <p14:tracePt t="93386" x="2941638" y="4843463"/>
          <p14:tracePt t="93394" x="2954338" y="4843463"/>
          <p14:tracePt t="93402" x="2967038" y="4856163"/>
          <p14:tracePt t="93410" x="2979738" y="4856163"/>
          <p14:tracePt t="93418" x="2992438" y="4856163"/>
          <p14:tracePt t="93434" x="3003550" y="4856163"/>
          <p14:tracePt t="93442" x="3028950" y="4856163"/>
          <p14:tracePt t="93450" x="3041650" y="4856163"/>
          <p14:tracePt t="93458" x="3054350" y="4856163"/>
          <p14:tracePt t="93466" x="3067050" y="4856163"/>
          <p14:tracePt t="93474" x="3079750" y="4856163"/>
          <p14:tracePt t="93490" x="3103563" y="4856163"/>
          <p14:tracePt t="93498" x="3116263" y="4843463"/>
          <p14:tracePt t="93506" x="3128963" y="4843463"/>
          <p14:tracePt t="93514" x="3141663" y="4830763"/>
          <p14:tracePt t="93522" x="3154363" y="4818063"/>
          <p14:tracePt t="93546" x="3154363" y="4805363"/>
          <p14:tracePt t="93562" x="3154363" y="4792663"/>
          <p14:tracePt t="93570" x="3167063" y="4792663"/>
          <p14:tracePt t="93818" x="3179763" y="4779963"/>
          <p14:tracePt t="93826" x="3192463" y="4792663"/>
          <p14:tracePt t="93834" x="3205163" y="4818063"/>
          <p14:tracePt t="93842" x="3205163" y="4868863"/>
          <p14:tracePt t="93850" x="3205163" y="4905375"/>
          <p14:tracePt t="93858" x="3205163" y="4943475"/>
          <p14:tracePt t="93866" x="3205163" y="4981575"/>
          <p14:tracePt t="93874" x="3205163" y="5005388"/>
          <p14:tracePt t="93882" x="3205163" y="5043488"/>
          <p14:tracePt t="93898" x="3205163" y="5056188"/>
          <p14:tracePt t="93994" x="3205163" y="5068888"/>
          <p14:tracePt t="94034" x="3216275" y="5068888"/>
          <p14:tracePt t="94082" x="3241675" y="5068888"/>
          <p14:tracePt t="94090" x="3254375" y="5068888"/>
          <p14:tracePt t="94098" x="3254375" y="5056188"/>
          <p14:tracePt t="94106" x="3254375" y="5043488"/>
          <p14:tracePt t="94114" x="3254375" y="5030788"/>
          <p14:tracePt t="94122" x="3267075" y="4992688"/>
          <p14:tracePt t="94130" x="3292475" y="4956175"/>
          <p14:tracePt t="94138" x="3328988" y="4918075"/>
          <p14:tracePt t="94146" x="3354388" y="4892675"/>
          <p14:tracePt t="94154" x="3379788" y="4868863"/>
          <p14:tracePt t="94162" x="3392488" y="4856163"/>
          <p14:tracePt t="94170" x="3392488" y="4830763"/>
          <p14:tracePt t="94178" x="3405188" y="4830763"/>
          <p14:tracePt t="94186" x="3405188" y="4818063"/>
          <p14:tracePt t="94418" x="3405188" y="4843463"/>
          <p14:tracePt t="94426" x="3405188" y="4856163"/>
          <p14:tracePt t="94434" x="3405188" y="4879975"/>
          <p14:tracePt t="94650" x="3417888" y="4892675"/>
          <p14:tracePt t="95002" x="3429000" y="4892675"/>
          <p14:tracePt t="95010" x="3441700" y="4856163"/>
          <p14:tracePt t="95018" x="3454400" y="4830763"/>
          <p14:tracePt t="95026" x="3454400" y="4792663"/>
          <p14:tracePt t="95034" x="3467100" y="4768850"/>
          <p14:tracePt t="95042" x="3479800" y="4743450"/>
          <p14:tracePt t="95050" x="3492500" y="4718050"/>
          <p14:tracePt t="95066" x="3492500" y="4705350"/>
          <p14:tracePt t="95090" x="3492500" y="4679950"/>
          <p14:tracePt t="95146" x="3492500" y="4667250"/>
          <p14:tracePt t="95162" x="3479800" y="4667250"/>
          <p14:tracePt t="95170" x="3479800" y="4692650"/>
          <p14:tracePt t="95178" x="3454400" y="4730750"/>
          <p14:tracePt t="95186" x="3441700" y="4756150"/>
          <p14:tracePt t="95194" x="3429000" y="4792663"/>
          <p14:tracePt t="95202" x="3429000" y="4818063"/>
          <p14:tracePt t="95218" x="3405188" y="4843463"/>
          <p14:tracePt t="95554" x="3405188" y="4856163"/>
          <p14:tracePt t="95570" x="3417888" y="4856163"/>
          <p14:tracePt t="95578" x="3429000" y="4856163"/>
          <p14:tracePt t="95618" x="3467100" y="4843463"/>
          <p14:tracePt t="95626" x="3492500" y="4818063"/>
          <p14:tracePt t="95634" x="3505200" y="4805363"/>
          <p14:tracePt t="95642" x="3517900" y="4779963"/>
          <p14:tracePt t="95658" x="3530600" y="4768850"/>
          <p14:tracePt t="95666" x="3530600" y="4756150"/>
          <p14:tracePt t="95674" x="3530600" y="4743450"/>
          <p14:tracePt t="95682" x="3530600" y="4730750"/>
          <p14:tracePt t="95690" x="3530600" y="4718050"/>
          <p14:tracePt t="95698" x="3530600" y="4692650"/>
          <p14:tracePt t="95714" x="3530600" y="4679950"/>
          <p14:tracePt t="95722" x="3530600" y="4656138"/>
          <p14:tracePt t="95730" x="3530600" y="4643438"/>
          <p14:tracePt t="95738" x="3530600" y="4618038"/>
          <p14:tracePt t="95746" x="3530600" y="4579938"/>
          <p14:tracePt t="95755" x="3530600" y="4543425"/>
          <p14:tracePt t="95762" x="3517900" y="4505325"/>
          <p14:tracePt t="95770" x="3505200" y="4479925"/>
          <p14:tracePt t="95778" x="3505200" y="4454525"/>
          <p14:tracePt t="95786" x="3505200" y="4443413"/>
          <p14:tracePt t="95794" x="3492500" y="4418013"/>
          <p14:tracePt t="95939" x="3517900" y="4418013"/>
          <p14:tracePt t="95946" x="3530600" y="4418013"/>
          <p14:tracePt t="95954" x="3554413" y="4418013"/>
          <p14:tracePt t="95962" x="3567113" y="4418013"/>
          <p14:tracePt t="95970" x="3579813" y="4418013"/>
          <p14:tracePt t="95978" x="3605213" y="4418013"/>
          <p14:tracePt t="95994" x="3617913" y="4418013"/>
          <p14:tracePt t="96010" x="3630613" y="4418013"/>
          <p14:tracePt t="96026" x="3643313" y="4418013"/>
          <p14:tracePt t="96082" x="3654425" y="4418013"/>
          <p14:tracePt t="96090" x="3667125" y="4418013"/>
          <p14:tracePt t="96098" x="3679825" y="4430713"/>
          <p14:tracePt t="96106" x="3692525" y="4467225"/>
          <p14:tracePt t="96114" x="3692525" y="4505325"/>
          <p14:tracePt t="96122" x="3705225" y="4554538"/>
          <p14:tracePt t="96130" x="3705225" y="4605338"/>
          <p14:tracePt t="96138" x="3705225" y="4656138"/>
          <p14:tracePt t="96146" x="3705225" y="4705350"/>
          <p14:tracePt t="96154" x="3705225" y="4743450"/>
          <p14:tracePt t="96162" x="3705225" y="4779963"/>
          <p14:tracePt t="96170" x="3692525" y="4830763"/>
          <p14:tracePt t="96386" x="3705225" y="4830763"/>
          <p14:tracePt t="96402" x="3717925" y="4830763"/>
          <p14:tracePt t="97258" x="3717925" y="4856163"/>
          <p14:tracePt t="97266" x="3717925" y="4892675"/>
          <p14:tracePt t="97274" x="3717925" y="4918075"/>
          <p14:tracePt t="97282" x="3730625" y="4956175"/>
          <p14:tracePt t="97370" x="3743325" y="4968875"/>
          <p14:tracePt t="97386" x="3756025" y="4943475"/>
          <p14:tracePt t="97394" x="3756025" y="4905375"/>
          <p14:tracePt t="97402" x="3756025" y="4856163"/>
          <p14:tracePt t="97410" x="3756025" y="4818063"/>
          <p14:tracePt t="97418" x="3756025" y="4779963"/>
          <p14:tracePt t="97426" x="3756025" y="4768850"/>
          <p14:tracePt t="97434" x="3756025" y="4730750"/>
          <p14:tracePt t="97442" x="3743325" y="4718050"/>
          <p14:tracePt t="97450" x="3743325" y="4705350"/>
          <p14:tracePt t="97458" x="3743325" y="4692650"/>
          <p14:tracePt t="97554" x="3730625" y="4692650"/>
          <p14:tracePt t="97602" x="3717925" y="4718050"/>
          <p14:tracePt t="97618" x="3717925" y="4730750"/>
          <p14:tracePt t="97626" x="3717925" y="4756150"/>
          <p14:tracePt t="97634" x="3705225" y="4768850"/>
          <p14:tracePt t="98074" x="3717925" y="4756150"/>
          <p14:tracePt t="98106" x="3717925" y="4743450"/>
          <p14:tracePt t="98114" x="3730625" y="4730750"/>
          <p14:tracePt t="98162" x="3743325" y="4730750"/>
          <p14:tracePt t="98202" x="3767138" y="4730750"/>
          <p14:tracePt t="98210" x="3779838" y="4730750"/>
          <p14:tracePt t="98218" x="3792538" y="4730750"/>
          <p14:tracePt t="99290" x="3805238" y="4730750"/>
          <p14:tracePt t="99298" x="3830638" y="4730750"/>
          <p14:tracePt t="99322" x="3843338" y="4730750"/>
          <p14:tracePt t="99498" x="3843338" y="4718050"/>
          <p14:tracePt t="99506" x="3805238" y="4692650"/>
          <p14:tracePt t="99514" x="3792538" y="4679950"/>
          <p14:tracePt t="99522" x="3779838" y="4679950"/>
          <p14:tracePt t="99530" x="3767138" y="4667250"/>
          <p14:tracePt t="99546" x="3756025" y="4667250"/>
          <p14:tracePt t="101874" x="3756025" y="4692650"/>
          <p14:tracePt t="101882" x="3756025" y="4730750"/>
          <p14:tracePt t="101890" x="3756025" y="4768850"/>
          <p14:tracePt t="101898" x="3756025" y="4792663"/>
          <p14:tracePt t="101906" x="3756025" y="4818063"/>
          <p14:tracePt t="101914" x="3756025" y="4830763"/>
          <p14:tracePt t="102058" x="3743325" y="4843463"/>
          <p14:tracePt t="102066" x="3705225" y="4843463"/>
          <p14:tracePt t="102074" x="3692525" y="4830763"/>
          <p14:tracePt t="102082" x="3679825" y="4818063"/>
          <p14:tracePt t="102090" x="3643313" y="4792663"/>
          <p14:tracePt t="102098" x="3630613" y="4756150"/>
          <p14:tracePt t="102106" x="3617913" y="4743450"/>
          <p14:tracePt t="102114" x="3605213" y="4730750"/>
          <p14:tracePt t="102130" x="3605213" y="4718050"/>
          <p14:tracePt t="102322" x="3617913" y="4718050"/>
          <p14:tracePt t="102338" x="3643313" y="4718050"/>
          <p14:tracePt t="102354" x="3654425" y="4718050"/>
          <p14:tracePt t="102370" x="3679825" y="4718050"/>
          <p14:tracePt t="102394" x="3692525" y="4718050"/>
          <p14:tracePt t="102426" x="3705225" y="4718050"/>
          <p14:tracePt t="102442" x="3717925" y="4718050"/>
          <p14:tracePt t="102570" x="3730625" y="4718050"/>
          <p14:tracePt t="102778" x="3743325" y="4718050"/>
          <p14:tracePt t="102810" x="3756025" y="4718050"/>
          <p14:tracePt t="102890" x="3767138" y="4718050"/>
          <p14:tracePt t="102906" x="3779838" y="4718050"/>
          <p14:tracePt t="102946" x="3792538" y="4718050"/>
          <p14:tracePt t="103010" x="3805238" y="4718050"/>
          <p14:tracePt t="103018" x="3830638" y="4718050"/>
          <p14:tracePt t="103034" x="3856038" y="4718050"/>
          <p14:tracePt t="103050" x="3867150" y="4718050"/>
          <p14:tracePt t="103098" x="3879850" y="4718050"/>
          <p14:tracePt t="103106" x="3892550" y="4718050"/>
          <p14:tracePt t="103138" x="3917950" y="4718050"/>
          <p14:tracePt t="105586" x="3856038" y="4756150"/>
          <p14:tracePt t="105594" x="3779838" y="4805363"/>
          <p14:tracePt t="105602" x="3705225" y="4856163"/>
          <p14:tracePt t="105610" x="3654425" y="4879975"/>
          <p14:tracePt t="105618" x="3554413" y="4943475"/>
          <p14:tracePt t="105626" x="3454400" y="5005388"/>
          <p14:tracePt t="105634" x="3341688" y="5068888"/>
          <p14:tracePt t="105642" x="3254375" y="5143500"/>
          <p14:tracePt t="105650" x="3141663" y="5205413"/>
          <p14:tracePt t="105658" x="3092450" y="5243513"/>
          <p14:tracePt t="105666" x="3028950" y="5268913"/>
          <p14:tracePt t="105674" x="2992438" y="5268913"/>
          <p14:tracePt t="105682" x="2979738" y="5268913"/>
          <p14:tracePt t="105690" x="2941638" y="5294313"/>
          <p14:tracePt t="105698" x="2879725" y="5305425"/>
          <p14:tracePt t="105706" x="2828925" y="5305425"/>
          <p14:tracePt t="105714" x="2767013" y="5305425"/>
          <p14:tracePt t="105722" x="2728913" y="5305425"/>
          <p14:tracePt t="105729" x="2667000" y="5305425"/>
          <p14:tracePt t="105738" x="2590800" y="5305425"/>
          <p14:tracePt t="105746" x="2528888" y="5305425"/>
          <p14:tracePt t="105754" x="2478088" y="5305425"/>
          <p14:tracePt t="105762" x="2452688" y="5305425"/>
          <p14:tracePt t="105770" x="2416175" y="5305425"/>
          <p14:tracePt t="105778" x="2403475" y="5305425"/>
          <p14:tracePt t="105786" x="2378075" y="5305425"/>
          <p14:tracePt t="105794" x="2365375" y="5305425"/>
          <p14:tracePt t="105802" x="2339975" y="5305425"/>
          <p14:tracePt t="105810" x="2303463" y="5294313"/>
          <p14:tracePt t="105818" x="2265363" y="5294313"/>
          <p14:tracePt t="105826" x="2228850" y="5281613"/>
          <p14:tracePt t="105834" x="2178050" y="5281613"/>
          <p14:tracePt t="105842" x="2139950" y="5281613"/>
          <p14:tracePt t="105849" x="2103438" y="5281613"/>
          <p14:tracePt t="105858" x="2078038" y="5256213"/>
          <p14:tracePt t="105866" x="2065338" y="5256213"/>
          <p14:tracePt t="105874" x="2027238" y="5256213"/>
          <p14:tracePt t="105882" x="2003425" y="5256213"/>
          <p14:tracePt t="105890" x="1990725" y="5256213"/>
          <p14:tracePt t="105898" x="1965325" y="5256213"/>
          <p14:tracePt t="105906" x="1952625" y="5256213"/>
          <p14:tracePt t="105913" x="1914525" y="5256213"/>
          <p14:tracePt t="105922" x="1878013" y="5256213"/>
          <p14:tracePt t="105933" x="1865313" y="5256213"/>
          <p14:tracePt t="105938" x="1839913" y="5256213"/>
          <p14:tracePt t="105946" x="1814513" y="5256213"/>
          <p14:tracePt t="105954" x="1778000" y="5268913"/>
          <p14:tracePt t="105962" x="1714500" y="5305425"/>
          <p14:tracePt t="105970" x="1689100" y="5305425"/>
          <p14:tracePt t="105978" x="1665288" y="5330825"/>
          <p14:tracePt t="105986" x="1614488" y="5343525"/>
          <p14:tracePt t="105994" x="1601788" y="5368925"/>
          <p14:tracePt t="106002" x="1577975" y="5381625"/>
          <p14:tracePt t="106010" x="1552575" y="5394325"/>
          <p14:tracePt t="106018" x="1527175" y="5418138"/>
          <p14:tracePt t="106050" x="1501775" y="5430838"/>
          <p14:tracePt t="106066" x="1489075" y="5430838"/>
          <p14:tracePt t="106074" x="1476375" y="5443538"/>
          <p14:tracePt t="106186" x="1476375" y="5456238"/>
          <p14:tracePt t="106202" x="1489075" y="5456238"/>
          <p14:tracePt t="106218" x="1489075" y="5443538"/>
          <p14:tracePt t="106226" x="1501775" y="5443538"/>
          <p14:tracePt t="106234" x="1501775" y="5430838"/>
          <p14:tracePt t="106242" x="1501775" y="5407025"/>
          <p14:tracePt t="106250" x="1501775" y="5394325"/>
          <p14:tracePt t="106258" x="1501775" y="5381625"/>
          <p14:tracePt t="106265" x="1501775" y="5343525"/>
          <p14:tracePt t="106274" x="1501775" y="5318125"/>
          <p14:tracePt t="106290" x="1501775" y="5294313"/>
          <p14:tracePt t="106306" x="1489075" y="5281613"/>
          <p14:tracePt t="106313" x="1476375" y="5268913"/>
          <p14:tracePt t="106330" x="1465263" y="5268913"/>
          <p14:tracePt t="106338" x="1452563" y="5268913"/>
          <p14:tracePt t="106345" x="1439863" y="5268913"/>
          <p14:tracePt t="106354" x="1427163" y="5268913"/>
          <p14:tracePt t="106434" x="1414463" y="5268913"/>
          <p14:tracePt t="106441" x="1427163" y="5343525"/>
          <p14:tracePt t="106450" x="1439863" y="5368925"/>
          <p14:tracePt t="106458" x="1465263" y="5407025"/>
          <p14:tracePt t="106465" x="1465263" y="5430838"/>
          <p14:tracePt t="106474" x="1489075" y="5468938"/>
          <p14:tracePt t="106482" x="1501775" y="5494338"/>
          <p14:tracePt t="106490" x="1514475" y="5507038"/>
          <p14:tracePt t="106498" x="1527175" y="5518150"/>
          <p14:tracePt t="106514" x="1539875" y="5518150"/>
          <p14:tracePt t="106522" x="1552575" y="5518150"/>
          <p14:tracePt t="106530" x="1565275" y="5518150"/>
          <p14:tracePt t="106538" x="1589088" y="5518150"/>
          <p14:tracePt t="106546" x="1601788" y="5518150"/>
          <p14:tracePt t="106554" x="1614488" y="5518150"/>
          <p14:tracePt t="106562" x="1639888" y="5518150"/>
          <p14:tracePt t="106570" x="1665288" y="5518150"/>
          <p14:tracePt t="106578" x="1689100" y="5507038"/>
          <p14:tracePt t="106586" x="1714500" y="5468938"/>
          <p14:tracePt t="106594" x="1739900" y="5468938"/>
          <p14:tracePt t="106601" x="1778000" y="5430838"/>
          <p14:tracePt t="106610" x="1790700" y="5430838"/>
          <p14:tracePt t="106618" x="1814513" y="5407025"/>
          <p14:tracePt t="106626" x="1814513" y="5394325"/>
          <p14:tracePt t="106633" x="1827213" y="5368925"/>
          <p14:tracePt t="106642" x="1827213" y="5330825"/>
          <p14:tracePt t="106649" x="1827213" y="5294313"/>
          <p14:tracePt t="106658" x="1827213" y="5268913"/>
          <p14:tracePt t="106665" x="1827213" y="5230813"/>
          <p14:tracePt t="106674" x="1827213" y="5205413"/>
          <p14:tracePt t="106681" x="1814513" y="5181600"/>
          <p14:tracePt t="106690" x="1790700" y="5156200"/>
          <p14:tracePt t="106697" x="1765300" y="5118100"/>
          <p14:tracePt t="106706" x="1739900" y="5105400"/>
          <p14:tracePt t="106714" x="1727200" y="5105400"/>
          <p14:tracePt t="106722" x="1714500" y="5105400"/>
          <p14:tracePt t="106770" x="1677988" y="5118100"/>
          <p14:tracePt t="106778" x="1677988" y="5181600"/>
          <p14:tracePt t="106785" x="1665288" y="5230813"/>
          <p14:tracePt t="106794" x="1665288" y="5281613"/>
          <p14:tracePt t="106802" x="1665288" y="5330825"/>
          <p14:tracePt t="106810" x="1665288" y="5381625"/>
          <p14:tracePt t="106818" x="1665288" y="5418138"/>
          <p14:tracePt t="106826" x="1665288" y="5443538"/>
          <p14:tracePt t="106834" x="1665288" y="5481638"/>
          <p14:tracePt t="106842" x="1665288" y="5494338"/>
          <p14:tracePt t="107114" x="1652588" y="5507038"/>
          <p14:tracePt t="107218" x="1639888" y="5507038"/>
          <p14:tracePt t="107226" x="1627188" y="5518150"/>
          <p14:tracePt t="107466" x="1627188" y="5507038"/>
          <p14:tracePt t="107474" x="1627188" y="5456238"/>
          <p14:tracePt t="107482" x="1627188" y="5418138"/>
          <p14:tracePt t="107490" x="1639888" y="5394325"/>
          <p14:tracePt t="107498" x="1639888" y="5368925"/>
          <p14:tracePt t="107506" x="1639888" y="5356225"/>
          <p14:tracePt t="107514" x="1639888" y="5343525"/>
          <p14:tracePt t="107522" x="1639888" y="5330825"/>
          <p14:tracePt t="107530" x="1639888" y="5318125"/>
          <p14:tracePt t="107554" x="1639888" y="5305425"/>
          <p14:tracePt t="107610" x="1627188" y="5305425"/>
          <p14:tracePt t="107618" x="1614488" y="5305425"/>
          <p14:tracePt t="107626" x="1601788" y="5305425"/>
          <p14:tracePt t="107650" x="1589088" y="5305425"/>
          <p14:tracePt t="107658" x="1565275" y="5305425"/>
          <p14:tracePt t="107666" x="1565275" y="5294313"/>
          <p14:tracePt t="107674" x="1552575" y="5281613"/>
          <p14:tracePt t="107690" x="1539875" y="5281613"/>
          <p14:tracePt t="107698" x="1527175" y="5281613"/>
          <p14:tracePt t="107706" x="1514475" y="5268913"/>
          <p14:tracePt t="107721" x="1501775" y="5268913"/>
          <p14:tracePt t="107730" x="1489075" y="5268913"/>
          <p14:tracePt t="107754" x="1476375" y="5268913"/>
          <p14:tracePt t="107769" x="1465263" y="5256213"/>
          <p14:tracePt t="107786" x="1452563" y="5256213"/>
          <p14:tracePt t="107810" x="1439863" y="5256213"/>
          <p14:tracePt t="107817" x="1427163" y="5256213"/>
          <p14:tracePt t="107826" x="1414463" y="5256213"/>
          <p14:tracePt t="107834" x="1389063" y="5243513"/>
          <p14:tracePt t="107850" x="1376363" y="5230813"/>
          <p14:tracePt t="107874" x="1363663" y="5230813"/>
          <p14:tracePt t="107906" x="1352550" y="5230813"/>
          <p14:tracePt t="107914" x="1339850" y="5230813"/>
          <p14:tracePt t="107954" x="1327150" y="5230813"/>
          <p14:tracePt t="107970" x="1314450" y="5230813"/>
          <p14:tracePt t="108010" x="1301750" y="5230813"/>
          <p14:tracePt t="108114" x="1289050" y="5230813"/>
          <p14:tracePt t="108130" x="1276350" y="5230813"/>
          <p14:tracePt t="108154" x="1252538" y="5230813"/>
          <p14:tracePt t="108162" x="1239838" y="5230813"/>
          <p14:tracePt t="108178" x="1227138" y="5230813"/>
          <p14:tracePt t="108186" x="1214438" y="5230813"/>
          <p14:tracePt t="108194" x="1189038" y="5243513"/>
          <p14:tracePt t="108226" x="1176338" y="5243513"/>
          <p14:tracePt t="108234" x="1163638" y="5243513"/>
          <p14:tracePt t="108266" x="1150938" y="5256213"/>
          <p14:tracePt t="108322" x="1139825" y="5256213"/>
          <p14:tracePt t="108338" x="1127125" y="5256213"/>
          <p14:tracePt t="108378" x="1114425" y="5256213"/>
          <p14:tracePt t="108410" x="1101725" y="5256213"/>
          <p14:tracePt t="108818" x="1114425" y="5256213"/>
          <p14:tracePt t="108826" x="1150938" y="5256213"/>
          <p14:tracePt t="108834" x="1163638" y="5256213"/>
          <p14:tracePt t="108842" x="1201738" y="5256213"/>
          <p14:tracePt t="108850" x="1227138" y="5268913"/>
          <p14:tracePt t="108858" x="1252538" y="5281613"/>
          <p14:tracePt t="108866" x="1289050" y="5305425"/>
          <p14:tracePt t="108874" x="1314450" y="5318125"/>
          <p14:tracePt t="108882" x="1363663" y="5343525"/>
          <p14:tracePt t="108890" x="1401763" y="5356225"/>
          <p14:tracePt t="108898" x="1439863" y="5368925"/>
          <p14:tracePt t="108905" x="1476375" y="5394325"/>
          <p14:tracePt t="108914" x="1501775" y="5394325"/>
          <p14:tracePt t="108930" x="1514475" y="5394325"/>
          <p14:tracePt t="108942" x="1527175" y="5394325"/>
          <p14:tracePt t="108962" x="1539875" y="5394325"/>
          <p14:tracePt t="108994" x="1552575" y="5394325"/>
          <p14:tracePt t="109002" x="1565275" y="5394325"/>
          <p14:tracePt t="109082" x="1577975" y="5394325"/>
          <p14:tracePt t="109186" x="1589088" y="5394325"/>
          <p14:tracePt t="109218" x="1589088" y="5368925"/>
          <p14:tracePt t="109258" x="1601788" y="5343525"/>
          <p14:tracePt t="109306" x="1614488" y="5343525"/>
          <p14:tracePt t="109322" x="1639888" y="5343525"/>
          <p14:tracePt t="109330" x="1665288" y="5343525"/>
          <p14:tracePt t="109338" x="1701800" y="5343525"/>
          <p14:tracePt t="109346" x="1790700" y="5343525"/>
          <p14:tracePt t="109354" x="1890713" y="5343525"/>
          <p14:tracePt t="109362" x="1990725" y="5343525"/>
          <p14:tracePt t="109370" x="2116138" y="5343525"/>
          <p14:tracePt t="109378" x="2203450" y="5343525"/>
          <p14:tracePt t="109385" x="2265363" y="5343525"/>
          <p14:tracePt t="109394" x="2303463" y="5343525"/>
          <p14:tracePt t="109402" x="2316163" y="5356225"/>
          <p14:tracePt t="109466" x="2290763" y="5356225"/>
          <p14:tracePt t="109473" x="2190750" y="5343525"/>
          <p14:tracePt t="109482" x="2165350" y="5330825"/>
          <p14:tracePt t="109489" x="2116138" y="5330825"/>
          <p14:tracePt t="109498" x="2065338" y="5330825"/>
          <p14:tracePt t="109505" x="2027238" y="5305425"/>
          <p14:tracePt t="109514" x="1990725" y="5305425"/>
          <p14:tracePt t="109521" x="1939925" y="5305425"/>
          <p14:tracePt t="109530" x="1903413" y="5294313"/>
          <p14:tracePt t="109537" x="1865313" y="5281613"/>
          <p14:tracePt t="109546" x="1814513" y="5256213"/>
          <p14:tracePt t="109554" x="1801813" y="5256213"/>
          <p14:tracePt t="109562" x="1752600" y="5256213"/>
          <p14:tracePt t="109570" x="1727200" y="5243513"/>
          <p14:tracePt t="109578" x="1689100" y="5230813"/>
          <p14:tracePt t="109593" x="1677988" y="5230813"/>
          <p14:tracePt t="109602" x="1665288" y="5230813"/>
          <p14:tracePt t="109978" x="1652588" y="5230813"/>
          <p14:tracePt t="110026" x="1639888" y="5230813"/>
          <p14:tracePt t="110034" x="1627188" y="5230813"/>
          <p14:tracePt t="110042" x="1614488" y="5230813"/>
          <p14:tracePt t="110050" x="1589088" y="5230813"/>
          <p14:tracePt t="110057" x="1577975" y="5230813"/>
          <p14:tracePt t="110074" x="1565275" y="5230813"/>
          <p14:tracePt t="110082" x="1552575" y="5230813"/>
          <p14:tracePt t="110090" x="1539875" y="5205413"/>
          <p14:tracePt t="110114" x="1527175" y="5194300"/>
          <p14:tracePt t="110122" x="1514475" y="5168900"/>
          <p14:tracePt t="110130" x="1501775" y="5156200"/>
          <p14:tracePt t="110138" x="1489075" y="5130800"/>
          <p14:tracePt t="110154" x="1476375" y="5105400"/>
          <p14:tracePt t="110161" x="1452563" y="5081588"/>
          <p14:tracePt t="110170" x="1452563" y="5043488"/>
          <p14:tracePt t="110178" x="1439863" y="5005388"/>
          <p14:tracePt t="110186" x="1439863" y="4956175"/>
          <p14:tracePt t="110193" x="1439863" y="4930775"/>
          <p14:tracePt t="110202" x="1439863" y="4892675"/>
          <p14:tracePt t="110209" x="1439863" y="4868863"/>
          <p14:tracePt t="110218" x="1439863" y="4856163"/>
          <p14:tracePt t="110226" x="1439863" y="4843463"/>
          <p14:tracePt t="110234" x="1439863" y="4818063"/>
          <p14:tracePt t="110258" x="1439863" y="4805363"/>
          <p14:tracePt t="110290" x="1439863" y="4792663"/>
          <p14:tracePt t="110322" x="1414463" y="4779963"/>
          <p14:tracePt t="110330" x="1389063" y="4779963"/>
          <p14:tracePt t="110338" x="1363663" y="4779963"/>
          <p14:tracePt t="110354" x="1352550" y="4779963"/>
          <p14:tracePt t="110370" x="1339850" y="4779963"/>
          <p14:tracePt t="110378" x="1327150" y="4779963"/>
          <p14:tracePt t="110426" x="1314450" y="4779963"/>
          <p14:tracePt t="110434" x="1301750" y="4779963"/>
          <p14:tracePt t="110666" x="1327150" y="4779963"/>
          <p14:tracePt t="110682" x="1339850" y="4779963"/>
          <p14:tracePt t="110690" x="1352550" y="4779963"/>
          <p14:tracePt t="110706" x="1363663" y="4779963"/>
          <p14:tracePt t="110738" x="1376363" y="4779963"/>
          <p14:tracePt t="110746" x="1401763" y="4768850"/>
          <p14:tracePt t="110898" x="1414463" y="4768850"/>
          <p14:tracePt t="110906" x="1439863" y="4779963"/>
          <p14:tracePt t="110913" x="1465263" y="4805363"/>
          <p14:tracePt t="110922" x="1476375" y="4868863"/>
          <p14:tracePt t="110930" x="1489075" y="4918075"/>
          <p14:tracePt t="110938" x="1489075" y="4968875"/>
          <p14:tracePt t="110948" x="1501775" y="5030788"/>
          <p14:tracePt t="110954" x="1514475" y="5105400"/>
          <p14:tracePt t="110961" x="1514475" y="5168900"/>
          <p14:tracePt t="110970" x="1514475" y="5218113"/>
          <p14:tracePt t="110977" x="1514475" y="5281613"/>
          <p14:tracePt t="110986" x="1527175" y="5318125"/>
          <p14:tracePt t="111002" x="1539875" y="5330825"/>
          <p14:tracePt t="111018" x="1539875" y="5343525"/>
          <p14:tracePt t="111058" x="1552575" y="5356225"/>
          <p14:tracePt t="111105" x="1577975" y="5356225"/>
          <p14:tracePt t="111146" x="1589088" y="5356225"/>
          <p14:tracePt t="111186" x="1614488" y="5356225"/>
          <p14:tracePt t="111202" x="1627188" y="5356225"/>
          <p14:tracePt t="111209" x="1652588" y="5356225"/>
          <p14:tracePt t="111225" x="1665288" y="5356225"/>
          <p14:tracePt t="111234" x="1677988" y="5356225"/>
          <p14:tracePt t="111241" x="1677988" y="5343525"/>
          <p14:tracePt t="111250" x="1689100" y="5330825"/>
          <p14:tracePt t="111273" x="1689100" y="5318125"/>
          <p14:tracePt t="111618" x="1689100" y="5305425"/>
          <p14:tracePt t="111634" x="1701800" y="5305425"/>
          <p14:tracePt t="111650" x="1701800" y="5294313"/>
          <p14:tracePt t="111706" x="1727200" y="5294313"/>
          <p14:tracePt t="111722" x="1739900" y="5294313"/>
          <p14:tracePt t="111730" x="1739900" y="5305425"/>
          <p14:tracePt t="111738" x="1752600" y="5318125"/>
          <p14:tracePt t="111754" x="1765300" y="5318125"/>
          <p14:tracePt t="111762" x="1778000" y="5330825"/>
          <p14:tracePt t="111778" x="1801813" y="5330825"/>
          <p14:tracePt t="111810" x="1814513" y="5330825"/>
          <p14:tracePt t="111826" x="1827213" y="5330825"/>
          <p14:tracePt t="111834" x="1839913" y="5330825"/>
          <p14:tracePt t="111849" x="1852613" y="5330825"/>
          <p14:tracePt t="111882" x="1865313" y="5330825"/>
          <p14:tracePt t="111898" x="1865313" y="5318125"/>
          <p14:tracePt t="111914" x="1865313" y="5305425"/>
          <p14:tracePt t="111938" x="1865313" y="5294313"/>
          <p14:tracePt t="111954" x="1865313" y="5281613"/>
          <p14:tracePt t="111962" x="1865313" y="5268913"/>
          <p14:tracePt t="112105" x="1865313" y="5256213"/>
          <p14:tracePt t="112210" x="1865313" y="5243513"/>
          <p14:tracePt t="112242" x="1865313" y="5230813"/>
          <p14:tracePt t="112250" x="1878013" y="5230813"/>
          <p14:tracePt t="112362" x="1890713" y="5230813"/>
          <p14:tracePt t="112370" x="1914525" y="5230813"/>
          <p14:tracePt t="112378" x="1927225" y="5230813"/>
          <p14:tracePt t="112386" x="1965325" y="5230813"/>
          <p14:tracePt t="112394" x="1978025" y="5256213"/>
          <p14:tracePt t="112402" x="1990725" y="5256213"/>
          <p14:tracePt t="112410" x="2003425" y="5268913"/>
          <p14:tracePt t="112418" x="2014538" y="5281613"/>
          <p14:tracePt t="112435" x="2027238" y="5294313"/>
          <p14:tracePt t="112490" x="2039938" y="5294313"/>
          <p14:tracePt t="112546" x="2052638" y="5294313"/>
          <p14:tracePt t="112562" x="2065338" y="5294313"/>
          <p14:tracePt t="112578" x="2078038" y="5294313"/>
          <p14:tracePt t="112626" x="2090738" y="5294313"/>
          <p14:tracePt t="112650" x="2103438" y="5294313"/>
          <p14:tracePt t="113578" x="2103438" y="5268913"/>
          <p14:tracePt t="113586" x="2090738" y="5243513"/>
          <p14:tracePt t="113594" x="2078038" y="5243513"/>
          <p14:tracePt t="113601" x="2078038" y="5230813"/>
          <p14:tracePt t="113610" x="2065338" y="5218113"/>
          <p14:tracePt t="113617" x="2065338" y="5205413"/>
          <p14:tracePt t="113650" x="2039938" y="5194300"/>
          <p14:tracePt t="113882" x="2052638" y="5194300"/>
          <p14:tracePt t="113890" x="2065338" y="5194300"/>
          <p14:tracePt t="113898" x="2078038" y="5205413"/>
          <p14:tracePt t="113930" x="2090738" y="5205413"/>
          <p14:tracePt t="113938" x="2103438" y="5205413"/>
          <p14:tracePt t="114018" x="2116138" y="5205413"/>
          <p14:tracePt t="114034" x="2127250" y="5230813"/>
          <p14:tracePt t="114050" x="2127250" y="5243513"/>
          <p14:tracePt t="114058" x="2127250" y="5256213"/>
          <p14:tracePt t="114066" x="2127250" y="5268913"/>
          <p14:tracePt t="114074" x="2139950" y="5281613"/>
          <p14:tracePt t="114081" x="2152650" y="5281613"/>
          <p14:tracePt t="114098" x="2152650" y="5294313"/>
          <p14:tracePt t="114106" x="2152650" y="5305425"/>
          <p14:tracePt t="114362" x="2165350" y="5305425"/>
          <p14:tracePt t="114370" x="2178050" y="5305425"/>
          <p14:tracePt t="114378" x="2190750" y="5305425"/>
          <p14:tracePt t="114386" x="2203450" y="5305425"/>
          <p14:tracePt t="114394" x="2216150" y="5305425"/>
          <p14:tracePt t="114401" x="2239963" y="5294313"/>
          <p14:tracePt t="114410" x="2265363" y="5294313"/>
          <p14:tracePt t="114418" x="2290763" y="5281613"/>
          <p14:tracePt t="114425" x="2316163" y="5268913"/>
          <p14:tracePt t="114433" x="2328863" y="5256213"/>
          <p14:tracePt t="114449" x="2339975" y="5256213"/>
          <p14:tracePt t="114617" x="2328863" y="5256213"/>
          <p14:tracePt t="114681" x="2316163" y="5256213"/>
          <p14:tracePt t="115097" x="2303463" y="5268913"/>
          <p14:tracePt t="115114" x="2290763" y="5268913"/>
          <p14:tracePt t="115122" x="2278063" y="5268913"/>
          <p14:tracePt t="115130" x="2278063" y="5281613"/>
          <p14:tracePt t="115146" x="2265363" y="5305425"/>
          <p14:tracePt t="115170" x="2252663" y="5318125"/>
          <p14:tracePt t="115186" x="2239963" y="5330825"/>
          <p14:tracePt t="115194" x="2239963" y="5343525"/>
          <p14:tracePt t="115210" x="2239963" y="5356225"/>
          <p14:tracePt t="115218" x="2239963" y="5368925"/>
          <p14:tracePt t="115225" x="2239963" y="5381625"/>
          <p14:tracePt t="115242" x="2239963" y="5394325"/>
          <p14:tracePt t="115282" x="2252663" y="5394325"/>
          <p14:tracePt t="115289" x="2278063" y="5394325"/>
          <p14:tracePt t="115306" x="2290763" y="5394325"/>
          <p14:tracePt t="115314" x="2303463" y="5394325"/>
          <p14:tracePt t="115330" x="2328863" y="5381625"/>
          <p14:tracePt t="115346" x="2328863" y="5368925"/>
          <p14:tracePt t="115354" x="2339975" y="5368925"/>
          <p14:tracePt t="115362" x="2352675" y="5343525"/>
          <p14:tracePt t="115369" x="2365375" y="5330825"/>
          <p14:tracePt t="115377" x="2378075" y="5318125"/>
          <p14:tracePt t="115394" x="2403475" y="5294313"/>
          <p14:tracePt t="115418" x="2403475" y="5281613"/>
          <p14:tracePt t="115426" x="2403475" y="5268913"/>
          <p14:tracePt t="115442" x="2403475" y="5256213"/>
          <p14:tracePt t="115450" x="2403475" y="5243513"/>
          <p14:tracePt t="115457" x="2403475" y="5230813"/>
          <p14:tracePt t="115481" x="2403475" y="5218113"/>
          <p14:tracePt t="115490" x="2416175" y="5205413"/>
          <p14:tracePt t="115762" x="2441575" y="5205413"/>
          <p14:tracePt t="115770" x="2452688" y="5205413"/>
          <p14:tracePt t="115778" x="2478088" y="5205413"/>
          <p14:tracePt t="115786" x="2503488" y="5230813"/>
          <p14:tracePt t="115794" x="2516188" y="5243513"/>
          <p14:tracePt t="115802" x="2528888" y="5256213"/>
          <p14:tracePt t="115810" x="2554288" y="5268913"/>
          <p14:tracePt t="115818" x="2554288" y="5294313"/>
          <p14:tracePt t="115825" x="2590800" y="5305425"/>
          <p14:tracePt t="115834" x="2590800" y="5318125"/>
          <p14:tracePt t="115841" x="2603500" y="5318125"/>
          <p14:tracePt t="115850" x="2616200" y="5318125"/>
          <p14:tracePt t="115882" x="2628900" y="5318125"/>
          <p14:tracePt t="115898" x="2641600" y="5318125"/>
          <p14:tracePt t="115914" x="2654300" y="5318125"/>
          <p14:tracePt t="115946" x="2667000" y="5318125"/>
          <p14:tracePt t="115962" x="2678113" y="5318125"/>
          <p14:tracePt t="116002" x="2690813" y="5318125"/>
          <p14:tracePt t="116018" x="2703513" y="5318125"/>
          <p14:tracePt t="116025" x="2703513" y="5305425"/>
          <p14:tracePt t="116033" x="2728913" y="5294313"/>
          <p14:tracePt t="116042" x="2728913" y="5281613"/>
          <p14:tracePt t="116050" x="2728913" y="5256213"/>
          <p14:tracePt t="116057" x="2728913" y="5230813"/>
          <p14:tracePt t="116074" x="2728913" y="5205413"/>
          <p14:tracePt t="116082" x="2728913" y="5194300"/>
          <p14:tracePt t="116097" x="2728913" y="5181600"/>
          <p14:tracePt t="116154" x="2728913" y="5168900"/>
          <p14:tracePt t="116170" x="2728913" y="5156200"/>
          <p14:tracePt t="116185" x="2716213" y="5156200"/>
          <p14:tracePt t="116314" x="2728913" y="5181600"/>
          <p14:tracePt t="116321" x="2728913" y="5230813"/>
          <p14:tracePt t="116330" x="2728913" y="5256213"/>
          <p14:tracePt t="116337" x="2728913" y="5294313"/>
          <p14:tracePt t="116345" x="2728913" y="5318125"/>
          <p14:tracePt t="116354" x="2741613" y="5343525"/>
          <p14:tracePt t="116362" x="2741613" y="5368925"/>
          <p14:tracePt t="116369" x="2741613" y="5381625"/>
          <p14:tracePt t="116434" x="2754313" y="5394325"/>
          <p14:tracePt t="116465" x="2767013" y="5394325"/>
          <p14:tracePt t="116490" x="2778125" y="5394325"/>
          <p14:tracePt t="116498" x="2790825" y="5394325"/>
          <p14:tracePt t="116513" x="2803525" y="5394325"/>
          <p14:tracePt t="116522" x="2816225" y="5394325"/>
          <p14:tracePt t="116538" x="2828925" y="5394325"/>
          <p14:tracePt t="116546" x="2841625" y="5394325"/>
          <p14:tracePt t="116618" x="2854325" y="5394325"/>
          <p14:tracePt t="116817" x="2867025" y="5381625"/>
          <p14:tracePt t="116834" x="2867025" y="5356225"/>
          <p14:tracePt t="116842" x="2879725" y="5356225"/>
          <p14:tracePt t="116850" x="2879725" y="5343525"/>
          <p14:tracePt t="116858" x="2879725" y="5330825"/>
          <p14:tracePt t="116866" x="2890838" y="5318125"/>
          <p14:tracePt t="116898" x="2890838" y="5305425"/>
          <p14:tracePt t="116938" x="2903538" y="5294313"/>
          <p14:tracePt t="116986" x="2903538" y="5268913"/>
          <p14:tracePt t="116994" x="2916238" y="5268913"/>
          <p14:tracePt t="117130" x="2928938" y="5256213"/>
          <p14:tracePt t="117145" x="2941638" y="5256213"/>
          <p14:tracePt t="117162" x="2954338" y="5256213"/>
          <p14:tracePt t="117186" x="2967038" y="5256213"/>
          <p14:tracePt t="117193" x="2979738" y="5256213"/>
          <p14:tracePt t="117202" x="2992438" y="5256213"/>
          <p14:tracePt t="117218" x="3028950" y="5256213"/>
          <p14:tracePt t="117625" x="3041650" y="5256213"/>
          <p14:tracePt t="117641" x="3067050" y="5268913"/>
          <p14:tracePt t="117650" x="3092450" y="5268913"/>
          <p14:tracePt t="117657" x="3141663" y="5268913"/>
          <p14:tracePt t="117665" x="3179763" y="5268913"/>
          <p14:tracePt t="117674" x="3216275" y="5268913"/>
          <p14:tracePt t="117682" x="3228975" y="5268913"/>
          <p14:tracePt t="117689" x="3241675" y="5268913"/>
          <p14:tracePt t="117697" x="3254375" y="5268913"/>
          <p14:tracePt t="117713" x="3267075" y="5268913"/>
          <p14:tracePt t="118146" x="3292475" y="5268913"/>
          <p14:tracePt t="118154" x="3305175" y="5268913"/>
          <p14:tracePt t="118162" x="3317875" y="5268913"/>
          <p14:tracePt t="118170" x="3341688" y="5268913"/>
          <p14:tracePt t="118178" x="3354388" y="5281613"/>
          <p14:tracePt t="118186" x="3367088" y="5281613"/>
          <p14:tracePt t="118193" x="3379788" y="5294313"/>
          <p14:tracePt t="118202" x="3392488" y="5294313"/>
          <p14:tracePt t="118210" x="3405188" y="5294313"/>
          <p14:tracePt t="118217" x="3417888" y="5294313"/>
          <p14:tracePt t="118226" x="3429000" y="5294313"/>
          <p14:tracePt t="118242" x="3441700" y="5281613"/>
          <p14:tracePt t="118250" x="3454400" y="5281613"/>
          <p14:tracePt t="118258" x="3454400" y="5268913"/>
          <p14:tracePt t="118274" x="3467100" y="5268913"/>
          <p14:tracePt t="118290" x="3467100" y="5256213"/>
          <p14:tracePt t="118306" x="3467100" y="5243513"/>
          <p14:tracePt t="118313" x="3479800" y="5230813"/>
          <p14:tracePt t="118322" x="3492500" y="5218113"/>
          <p14:tracePt t="118338" x="3492500" y="5205413"/>
          <p14:tracePt t="118345" x="3492500" y="5194300"/>
          <p14:tracePt t="118353" x="3492500" y="5181600"/>
          <p14:tracePt t="118361" x="3492500" y="5168900"/>
          <p14:tracePt t="118370" x="3492500" y="5156200"/>
          <p14:tracePt t="118386" x="3492500" y="5143500"/>
          <p14:tracePt t="118410" x="3492500" y="5130800"/>
          <p14:tracePt t="118417" x="3492500" y="5118100"/>
          <p14:tracePt t="118673" x="3492500" y="5143500"/>
          <p14:tracePt t="118681" x="3492500" y="5168900"/>
          <p14:tracePt t="118690" x="3492500" y="5194300"/>
          <p14:tracePt t="118706" x="3492500" y="5205413"/>
          <p14:tracePt t="118778" x="3505200" y="5218113"/>
          <p14:tracePt t="118850" x="3517900" y="5218113"/>
          <p14:tracePt t="118906" x="3530600" y="5218113"/>
          <p14:tracePt t="119162" x="3541713" y="5230813"/>
          <p14:tracePt t="119177" x="3541713" y="5256213"/>
          <p14:tracePt t="119201" x="3541713" y="5268913"/>
          <p14:tracePt t="119250" x="3554413" y="5268913"/>
          <p14:tracePt t="119610" x="3567113" y="5294313"/>
          <p14:tracePt t="119641" x="3579813" y="5294313"/>
          <p14:tracePt t="119650" x="3630613" y="5318125"/>
          <p14:tracePt t="119658" x="3667125" y="5318125"/>
          <p14:tracePt t="119666" x="3717925" y="5318125"/>
          <p14:tracePt t="119674" x="3743325" y="5318125"/>
          <p14:tracePt t="119689" x="3756025" y="5318125"/>
          <p14:tracePt t="119737" x="3779838" y="5318125"/>
          <p14:tracePt t="119762" x="3792538" y="5318125"/>
          <p14:tracePt t="119777" x="3817938" y="5305425"/>
          <p14:tracePt t="119794" x="3843338" y="5294313"/>
          <p14:tracePt t="119802" x="3867150" y="5281613"/>
          <p14:tracePt t="119817" x="3879850" y="5268913"/>
          <p14:tracePt t="119833" x="3892550" y="5256213"/>
          <p14:tracePt t="119842" x="3905250" y="5256213"/>
          <p14:tracePt t="119849" x="3905250" y="5243513"/>
          <p14:tracePt t="119866" x="3917950" y="5230813"/>
          <p14:tracePt t="119914" x="3917950" y="5218113"/>
          <p14:tracePt t="119938" x="3917950" y="5194300"/>
          <p14:tracePt t="119946" x="3917950" y="5181600"/>
          <p14:tracePt t="120234" x="3917950" y="5194300"/>
          <p14:tracePt t="120242" x="3917950" y="5218113"/>
          <p14:tracePt t="120258" x="3917950" y="5243513"/>
          <p14:tracePt t="120265" x="3917950" y="5256213"/>
          <p14:tracePt t="120274" x="3917950" y="5268913"/>
          <p14:tracePt t="120281" x="3917950" y="5281613"/>
          <p14:tracePt t="120290" x="3917950" y="5294313"/>
          <p14:tracePt t="120313" x="3917950" y="5305425"/>
          <p14:tracePt t="120354" x="3917950" y="5318125"/>
          <p14:tracePt t="120465" x="3956050" y="5318125"/>
          <p14:tracePt t="120473" x="3979863" y="5318125"/>
          <p14:tracePt t="120481" x="3992563" y="5294313"/>
          <p14:tracePt t="120490" x="4005263" y="5294313"/>
          <p14:tracePt t="120498" x="4017963" y="5268913"/>
          <p14:tracePt t="120505" x="4030663" y="5268913"/>
          <p14:tracePt t="120513" x="4043363" y="5256213"/>
          <p14:tracePt t="120521" x="4056063" y="5256213"/>
          <p14:tracePt t="120529" x="4068763" y="5230813"/>
          <p14:tracePt t="120546" x="4081463" y="5218113"/>
          <p14:tracePt t="120802" x="4081463" y="5205413"/>
          <p14:tracePt t="120833" x="4105275" y="5205413"/>
          <p14:tracePt t="120841" x="4117975" y="5205413"/>
          <p14:tracePt t="120849" x="4117975" y="5218113"/>
          <p14:tracePt t="120857" x="4130675" y="5218113"/>
          <p14:tracePt t="120873" x="4143375" y="5230813"/>
          <p14:tracePt t="120922" x="4156075" y="5243513"/>
          <p14:tracePt t="120977" x="4168775" y="5243513"/>
          <p14:tracePt t="121009" x="4181475" y="5243513"/>
          <p14:tracePt t="121041" x="4192588" y="5243513"/>
          <p14:tracePt t="121073" x="4205288" y="5243513"/>
          <p14:tracePt t="121105" x="4217988" y="5243513"/>
          <p14:tracePt t="121153" x="4230688" y="5243513"/>
          <p14:tracePt t="121258" x="4243388" y="5243513"/>
          <p14:tracePt t="121522" x="4256088" y="5243513"/>
          <p14:tracePt t="121658" x="4268788" y="5256213"/>
          <p14:tracePt t="121666" x="4268788" y="5268913"/>
          <p14:tracePt t="121706" x="4268788" y="5281613"/>
          <p14:tracePt t="121714" x="4281488" y="5281613"/>
          <p14:tracePt t="121730" x="4281488" y="5294313"/>
          <p14:tracePt t="121842" x="4294188" y="5294313"/>
          <p14:tracePt t="121850" x="4294188" y="5305425"/>
          <p14:tracePt t="121882" x="4305300" y="5318125"/>
          <p14:tracePt t="122281" x="4305300" y="5305425"/>
          <p14:tracePt t="122289" x="4305300" y="5294313"/>
          <p14:tracePt t="122322" x="4305300" y="5281613"/>
          <p14:tracePt t="122353" x="4305300" y="5256213"/>
          <p14:tracePt t="122369" x="4305300" y="5243513"/>
          <p14:tracePt t="122385" x="4294188" y="5230813"/>
          <p14:tracePt t="123785" x="4256088" y="5230813"/>
          <p14:tracePt t="123793" x="4181475" y="5256213"/>
          <p14:tracePt t="123801" x="4105275" y="5256213"/>
          <p14:tracePt t="123810" x="4005263" y="5256213"/>
          <p14:tracePt t="123817" x="3879850" y="5256213"/>
          <p14:tracePt t="123825" x="3756025" y="5256213"/>
          <p14:tracePt t="123833" x="3679825" y="5256213"/>
          <p14:tracePt t="123841" x="3592513" y="5256213"/>
          <p14:tracePt t="123849" x="3530600" y="5256213"/>
          <p14:tracePt t="123858" x="3454400" y="5256213"/>
          <p14:tracePt t="123866" x="3392488" y="5256213"/>
          <p14:tracePt t="123873" x="3328988" y="5230813"/>
          <p14:tracePt t="123881" x="3279775" y="5218113"/>
          <p14:tracePt t="123889" x="3216275" y="5194300"/>
          <p14:tracePt t="123897" x="3167063" y="5168900"/>
          <p14:tracePt t="123905" x="3116263" y="5143500"/>
          <p14:tracePt t="123913" x="3079750" y="5118100"/>
          <p14:tracePt t="123922" x="3016250" y="5081588"/>
          <p14:tracePt t="123929" x="2979738" y="5068888"/>
          <p14:tracePt t="123938" x="2916238" y="5018088"/>
          <p14:tracePt t="123945" x="2854325" y="4981575"/>
          <p14:tracePt t="123954" x="2778125" y="4943475"/>
          <p14:tracePt t="123961" x="2741613" y="4905375"/>
          <p14:tracePt t="123969" x="2716213" y="4905375"/>
          <p14:tracePt t="123977" x="2690813" y="4879975"/>
          <p14:tracePt t="123985" x="2654300" y="4856163"/>
          <p14:tracePt t="123993" x="2641600" y="4843463"/>
          <p14:tracePt t="124001" x="2590800" y="4830763"/>
          <p14:tracePt t="124009" x="2554288" y="4818063"/>
          <p14:tracePt t="124018" x="2528888" y="4818063"/>
          <p14:tracePt t="124049" x="2516188" y="4818063"/>
          <p14:tracePt t="124057" x="2503488" y="4818063"/>
          <p14:tracePt t="124065" x="2478088" y="4818063"/>
          <p14:tracePt t="124073" x="2465388" y="4818063"/>
          <p14:tracePt t="124081" x="2441575" y="4818063"/>
          <p14:tracePt t="124089" x="2365375" y="4818063"/>
          <p14:tracePt t="124097" x="2290763" y="4818063"/>
          <p14:tracePt t="124106" x="2239963" y="4818063"/>
          <p14:tracePt t="124113" x="2228850" y="4818063"/>
          <p14:tracePt t="124122" x="2190750" y="4818063"/>
          <p14:tracePt t="124129" x="2165350" y="4818063"/>
          <p14:tracePt t="124138" x="2152650" y="4818063"/>
          <p14:tracePt t="124145" x="2139950" y="4818063"/>
          <p14:tracePt t="124153" x="2127250" y="4818063"/>
          <p14:tracePt t="124161" x="2103438" y="4818063"/>
          <p14:tracePt t="124177" x="2090738" y="4818063"/>
          <p14:tracePt t="124193" x="2078038" y="4830763"/>
          <p14:tracePt t="124217" x="2052638" y="4830763"/>
          <p14:tracePt t="124225" x="2039938" y="4843463"/>
          <p14:tracePt t="124234" x="2027238" y="4856163"/>
          <p14:tracePt t="124250" x="2027238" y="4879975"/>
          <p14:tracePt t="124265" x="2027238" y="4905375"/>
          <p14:tracePt t="124273" x="2014538" y="4918075"/>
          <p14:tracePt t="124281" x="2014538" y="4930775"/>
          <p14:tracePt t="124289" x="2014538" y="4956175"/>
          <p14:tracePt t="124297" x="2014538" y="4981575"/>
          <p14:tracePt t="124313" x="2014538" y="4992688"/>
          <p14:tracePt t="124322" x="2014538" y="5018088"/>
          <p14:tracePt t="124370" x="2014538" y="5030788"/>
          <p14:tracePt t="124377" x="2014538" y="5043488"/>
          <p14:tracePt t="124393" x="2014538" y="5056188"/>
          <p14:tracePt t="124409" x="2027238" y="5068888"/>
          <p14:tracePt t="124425" x="2052638" y="5081588"/>
          <p14:tracePt t="124441" x="2065338" y="5081588"/>
          <p14:tracePt t="124449" x="2078038" y="5081588"/>
          <p14:tracePt t="124457" x="2078038" y="5092700"/>
          <p14:tracePt t="124465" x="2090738" y="5092700"/>
          <p14:tracePt t="124473" x="2103438" y="5092700"/>
          <p14:tracePt t="124490" x="2116138" y="5092700"/>
          <p14:tracePt t="124506" x="2127250" y="5092700"/>
          <p14:tracePt t="124513" x="2139950" y="5105400"/>
          <p14:tracePt t="124529" x="2165350" y="5105400"/>
          <p14:tracePt t="124537" x="2178050" y="5118100"/>
          <p14:tracePt t="124545" x="2190750" y="5130800"/>
          <p14:tracePt t="124553" x="2216150" y="5143500"/>
          <p14:tracePt t="124561" x="2228850" y="5156200"/>
          <p14:tracePt t="124570" x="2239963" y="5168900"/>
          <p14:tracePt t="124577" x="2252663" y="5181600"/>
          <p14:tracePt t="124593" x="2265363" y="5194300"/>
          <p14:tracePt t="124602" x="2278063" y="5205413"/>
          <p14:tracePt t="124609" x="2290763" y="5218113"/>
          <p14:tracePt t="124625" x="2303463" y="5218113"/>
          <p14:tracePt t="124633" x="2316163" y="5218113"/>
          <p14:tracePt t="124641" x="2328863" y="5218113"/>
          <p14:tracePt t="124657" x="2339975" y="5218113"/>
          <p14:tracePt t="124665" x="2352675" y="5218113"/>
          <p14:tracePt t="124681" x="2365375" y="5218113"/>
          <p14:tracePt t="124690" x="2378075" y="5218113"/>
          <p14:tracePt t="124697" x="2403475" y="5218113"/>
          <p14:tracePt t="124706" x="2441575" y="5205413"/>
          <p14:tracePt t="124713" x="2452688" y="5168900"/>
          <p14:tracePt t="124721" x="2465388" y="5156200"/>
          <p14:tracePt t="124729" x="2465388" y="5130800"/>
          <p14:tracePt t="124737" x="2465388" y="5092700"/>
          <p14:tracePt t="124745" x="2465388" y="5068888"/>
          <p14:tracePt t="124753" x="2465388" y="5030788"/>
          <p14:tracePt t="124761" x="2465388" y="4981575"/>
          <p14:tracePt t="124770" x="2441575" y="4930775"/>
          <p14:tracePt t="124777" x="2390775" y="4868863"/>
          <p14:tracePt t="124785" x="2365375" y="4830763"/>
          <p14:tracePt t="124793" x="2339975" y="4805363"/>
          <p14:tracePt t="124802" x="2328863" y="4779963"/>
          <p14:tracePt t="124809" x="2303463" y="4756150"/>
          <p14:tracePt t="124817" x="2303463" y="4743450"/>
          <p14:tracePt t="124826" x="2278063" y="4743450"/>
          <p14:tracePt t="124833" x="2252663" y="4730750"/>
          <p14:tracePt t="124841" x="2239963" y="4730750"/>
          <p14:tracePt t="124849" x="2216150" y="4718050"/>
          <p14:tracePt t="124858" x="2190750" y="4718050"/>
          <p14:tracePt t="124865" x="2178050" y="4718050"/>
          <p14:tracePt t="124874" x="2165350" y="4718050"/>
          <p14:tracePt t="124881" x="2152650" y="4718050"/>
          <p14:tracePt t="124897" x="2139950" y="4718050"/>
          <p14:tracePt t="124921" x="2116138" y="4718050"/>
          <p14:tracePt t="124937" x="2103438" y="4718050"/>
          <p14:tracePt t="124961" x="2078038" y="4718050"/>
          <p14:tracePt t="124977" x="2065338" y="4718050"/>
          <p14:tracePt t="124986" x="2065338" y="4730750"/>
          <p14:tracePt t="124993" x="2065338" y="4743450"/>
          <p14:tracePt t="125002" x="2052638" y="4756150"/>
          <p14:tracePt t="125017" x="2039938" y="4779963"/>
          <p14:tracePt t="125033" x="2039938" y="4792663"/>
          <p14:tracePt t="125041" x="2039938" y="4805363"/>
          <p14:tracePt t="125049" x="2039938" y="4818063"/>
          <p14:tracePt t="125058" x="2039938" y="4843463"/>
          <p14:tracePt t="125074" x="2039938" y="4856163"/>
          <p14:tracePt t="125081" x="2039938" y="4868863"/>
          <p14:tracePt t="125089" x="2039938" y="4879975"/>
          <p14:tracePt t="125114" x="2039938" y="4892675"/>
          <p14:tracePt t="125121" x="2039938" y="4905375"/>
          <p14:tracePt t="125154" x="2039938" y="4918075"/>
          <p14:tracePt t="125161" x="2039938" y="4930775"/>
          <p14:tracePt t="125170" x="2039938" y="4943475"/>
          <p14:tracePt t="125217" x="2052638" y="4956175"/>
          <p14:tracePt t="125249" x="2065338" y="4956175"/>
          <p14:tracePt t="125265" x="2078038" y="4968875"/>
          <p14:tracePt t="125281" x="2103438" y="4981575"/>
          <p14:tracePt t="125289" x="2116138" y="4992688"/>
          <p14:tracePt t="125313" x="2139950" y="5018088"/>
          <p14:tracePt t="125329" x="2152650" y="5018088"/>
          <p14:tracePt t="125345" x="2152650" y="5030788"/>
          <p14:tracePt t="125361" x="2165350" y="5030788"/>
          <p14:tracePt t="125370" x="2178050" y="5030788"/>
          <p14:tracePt t="125377" x="2178050" y="5043488"/>
          <p14:tracePt t="125393" x="2190750" y="5056188"/>
          <p14:tracePt t="125434" x="2203450" y="5068888"/>
          <p14:tracePt t="125442" x="2216150" y="5068888"/>
          <p14:tracePt t="125473" x="2228850" y="5068888"/>
          <p14:tracePt t="125505" x="2252663" y="5068888"/>
          <p14:tracePt t="125529" x="2265363" y="5068888"/>
          <p14:tracePt t="125537" x="2290763" y="5068888"/>
          <p14:tracePt t="125545" x="2303463" y="5068888"/>
          <p14:tracePt t="125554" x="2328863" y="5068888"/>
          <p14:tracePt t="125561" x="2352675" y="5068888"/>
          <p14:tracePt t="125569" x="2378075" y="5056188"/>
          <p14:tracePt t="125577" x="2390775" y="5043488"/>
          <p14:tracePt t="125585" x="2403475" y="5030788"/>
          <p14:tracePt t="125593" x="2428875" y="5018088"/>
          <p14:tracePt t="125601" x="2428875" y="5005388"/>
          <p14:tracePt t="125617" x="2428875" y="4992688"/>
          <p14:tracePt t="125633" x="2441575" y="4981575"/>
          <p14:tracePt t="125649" x="2441575" y="4968875"/>
          <p14:tracePt t="125665" x="2441575" y="4956175"/>
          <p14:tracePt t="125681" x="2441575" y="4943475"/>
          <p14:tracePt t="125697" x="2441575" y="4930775"/>
          <p14:tracePt t="125705" x="2441575" y="4918075"/>
          <p14:tracePt t="125713" x="2416175" y="4892675"/>
          <p14:tracePt t="125729" x="2390775" y="4879975"/>
          <p14:tracePt t="125738" x="2365375" y="4868863"/>
          <p14:tracePt t="125745" x="2352675" y="4856163"/>
          <p14:tracePt t="125753" x="2339975" y="4843463"/>
          <p14:tracePt t="125761" x="2316163" y="4843463"/>
          <p14:tracePt t="125769" x="2303463" y="4843463"/>
          <p14:tracePt t="125777" x="2290763" y="4843463"/>
          <p14:tracePt t="125785" x="2278063" y="4843463"/>
          <p14:tracePt t="125810" x="2265363" y="4843463"/>
          <p14:tracePt t="125826" x="2239963" y="4843463"/>
          <p14:tracePt t="125841" x="2216150" y="4843463"/>
          <p14:tracePt t="125850" x="2190750" y="4843463"/>
          <p14:tracePt t="125857" x="2178050" y="4843463"/>
          <p14:tracePt t="125865" x="2165350" y="4843463"/>
          <p14:tracePt t="125873" x="2152650" y="4843463"/>
          <p14:tracePt t="125881" x="2139950" y="4843463"/>
          <p14:tracePt t="125889" x="2127250" y="4843463"/>
          <p14:tracePt t="125897" x="2103438" y="4843463"/>
          <p14:tracePt t="125905" x="2103438" y="4856163"/>
          <p14:tracePt t="125913" x="2090738" y="4856163"/>
          <p14:tracePt t="126097" x="2116138" y="4879975"/>
          <p14:tracePt t="126106" x="2139950" y="4892675"/>
          <p14:tracePt t="126113" x="2165350" y="4918075"/>
          <p14:tracePt t="126122" x="2178050" y="4918075"/>
          <p14:tracePt t="126129" x="2216150" y="4956175"/>
          <p14:tracePt t="126137" x="2239963" y="4956175"/>
          <p14:tracePt t="126145" x="2252663" y="4968875"/>
          <p14:tracePt t="126153" x="2278063" y="4981575"/>
          <p14:tracePt t="126177" x="2290763" y="4981575"/>
          <p14:tracePt t="126194" x="2316163" y="4981575"/>
          <p14:tracePt t="126209" x="2328863" y="4981575"/>
          <p14:tracePt t="126225" x="2352675" y="4981575"/>
          <p14:tracePt t="126233" x="2365375" y="4981575"/>
          <p14:tracePt t="126321" x="2390775" y="4981575"/>
          <p14:tracePt t="126721" x="2378075" y="4992688"/>
          <p14:tracePt t="126889" x="2365375" y="4992688"/>
          <p14:tracePt t="126977" x="2365375" y="4981575"/>
          <p14:tracePt t="126985" x="2365375" y="4943475"/>
          <p14:tracePt t="126993" x="2365375" y="4905375"/>
          <p14:tracePt t="127001" x="2339975" y="4892675"/>
          <p14:tracePt t="127009" x="2316163" y="4856163"/>
          <p14:tracePt t="127017" x="2278063" y="4818063"/>
          <p14:tracePt t="127025" x="2252663" y="4792663"/>
          <p14:tracePt t="127033" x="2228850" y="4779963"/>
          <p14:tracePt t="127049" x="2216150" y="4779963"/>
          <p14:tracePt t="127081" x="2203450" y="4779963"/>
          <p14:tracePt t="127097" x="2178050" y="4779963"/>
          <p14:tracePt t="127121" x="2165350" y="4779963"/>
          <p14:tracePt t="127130" x="2152650" y="4779963"/>
          <p14:tracePt t="127137" x="2139950" y="4779963"/>
          <p14:tracePt t="127153" x="2116138" y="4779963"/>
          <p14:tracePt t="127169" x="2103438" y="4779963"/>
          <p14:tracePt t="127177" x="2078038" y="4779963"/>
          <p14:tracePt t="127193" x="2065338" y="4779963"/>
          <p14:tracePt t="127210" x="2039938" y="4779963"/>
          <p14:tracePt t="127233" x="2027238" y="4779963"/>
          <p14:tracePt t="127265" x="2027238" y="4792663"/>
          <p14:tracePt t="127273" x="2027238" y="4818063"/>
          <p14:tracePt t="127289" x="2027238" y="4830763"/>
          <p14:tracePt t="127298" x="2027238" y="4843463"/>
          <p14:tracePt t="127305" x="2027238" y="4856163"/>
          <p14:tracePt t="127314" x="2027238" y="4868863"/>
          <p14:tracePt t="127321" x="2027238" y="4879975"/>
          <p14:tracePt t="127330" x="2027238" y="4892675"/>
          <p14:tracePt t="127345" x="2027238" y="4918075"/>
          <p14:tracePt t="127361" x="2052638" y="4943475"/>
          <p14:tracePt t="127377" x="2078038" y="4956175"/>
          <p14:tracePt t="127394" x="2090738" y="4981575"/>
          <p14:tracePt t="127409" x="2103438" y="4992688"/>
          <p14:tracePt t="127426" x="2127250" y="5005388"/>
          <p14:tracePt t="127442" x="2139950" y="5005388"/>
          <p14:tracePt t="127449" x="2152650" y="5005388"/>
          <p14:tracePt t="127489" x="2165350" y="5005388"/>
          <p14:tracePt t="127498" x="2178050" y="5005388"/>
          <p14:tracePt t="127514" x="2190750" y="5005388"/>
          <p14:tracePt t="127529" x="2203450" y="5005388"/>
          <p14:tracePt t="127537" x="2228850" y="5005388"/>
          <p14:tracePt t="127545" x="2239963" y="5005388"/>
          <p14:tracePt t="127553" x="2278063" y="5005388"/>
          <p14:tracePt t="127561" x="2290763" y="4992688"/>
          <p14:tracePt t="127569" x="2290763" y="4981575"/>
          <p14:tracePt t="127577" x="2316163" y="4956175"/>
          <p14:tracePt t="127585" x="2316163" y="4930775"/>
          <p14:tracePt t="127593" x="2316163" y="4905375"/>
          <p14:tracePt t="127601" x="2316163" y="4892675"/>
          <p14:tracePt t="127610" x="2316163" y="4868863"/>
          <p14:tracePt t="127617" x="2316163" y="4843463"/>
          <p14:tracePt t="127625" x="2316163" y="4818063"/>
          <p14:tracePt t="127641" x="2316163" y="4792663"/>
          <p14:tracePt t="127649" x="2316163" y="4779963"/>
          <p14:tracePt t="127657" x="2303463" y="4779963"/>
          <p14:tracePt t="127665" x="2290763" y="4768850"/>
          <p14:tracePt t="127673" x="2265363" y="4756150"/>
          <p14:tracePt t="127682" x="2228850" y="4756150"/>
          <p14:tracePt t="127689" x="2228850" y="4743450"/>
          <p14:tracePt t="127698" x="2203450" y="4730750"/>
          <p14:tracePt t="127705" x="2165350" y="4730750"/>
          <p14:tracePt t="127713" x="2139950" y="4730750"/>
          <p14:tracePt t="127721" x="2116138" y="4730750"/>
          <p14:tracePt t="127729" x="2090738" y="4730750"/>
          <p14:tracePt t="127737" x="2065338" y="4730750"/>
          <p14:tracePt t="127745" x="2052638" y="4730750"/>
          <p14:tracePt t="127753" x="2014538" y="4730750"/>
          <p14:tracePt t="127761" x="2003425" y="4730750"/>
          <p14:tracePt t="127769" x="1952625" y="4730750"/>
          <p14:tracePt t="127777" x="1952625" y="4743450"/>
          <p14:tracePt t="127785" x="1927225" y="4768850"/>
          <p14:tracePt t="127794" x="1903413" y="4779963"/>
          <p14:tracePt t="127801" x="1903413" y="4792663"/>
          <p14:tracePt t="127809" x="1890713" y="4818063"/>
          <p14:tracePt t="127817" x="1890713" y="4830763"/>
          <p14:tracePt t="127825" x="1890713" y="4843463"/>
          <p14:tracePt t="127833" x="1890713" y="4856163"/>
          <p14:tracePt t="127849" x="1890713" y="4868863"/>
          <p14:tracePt t="127857" x="1890713" y="4879975"/>
          <p14:tracePt t="127866" x="1903413" y="4879975"/>
          <p14:tracePt t="127873" x="1914525" y="4879975"/>
          <p14:tracePt t="127882" x="1927225" y="4892675"/>
          <p14:tracePt t="127897" x="1952625" y="4905375"/>
          <p14:tracePt t="127913" x="1965325" y="4905375"/>
          <p14:tracePt t="127921" x="1978025" y="4918075"/>
          <p14:tracePt t="127929" x="1990725" y="4918075"/>
          <p14:tracePt t="127945" x="2003425" y="4918075"/>
          <p14:tracePt t="127953" x="2003425" y="4930775"/>
          <p14:tracePt t="127961" x="2014538" y="4930775"/>
          <p14:tracePt t="127978" x="2027238" y="4943475"/>
          <p14:tracePt t="127994" x="2039938" y="4956175"/>
          <p14:tracePt t="128009" x="2039938" y="4968875"/>
          <p14:tracePt t="128017" x="2052638" y="4968875"/>
          <p14:tracePt t="128034" x="2052638" y="4981575"/>
          <p14:tracePt t="128041" x="2052638" y="4992688"/>
          <p14:tracePt t="128050" x="2052638" y="5005388"/>
          <p14:tracePt t="128057" x="2065338" y="5005388"/>
          <p14:tracePt t="128161" x="2078038" y="5005388"/>
          <p14:tracePt t="128186" x="2090738" y="5005388"/>
          <p14:tracePt t="128201" x="2103438" y="5005388"/>
          <p14:tracePt t="128217" x="2116138" y="5005388"/>
          <p14:tracePt t="128225" x="2127250" y="5005388"/>
          <p14:tracePt t="128241" x="2139950" y="5005388"/>
          <p14:tracePt t="128793" x="2165350" y="5005388"/>
          <p14:tracePt t="128802" x="2190750" y="5005388"/>
          <p14:tracePt t="128809" x="2228850" y="5005388"/>
          <p14:tracePt t="128818" x="2278063" y="4981575"/>
          <p14:tracePt t="128825" x="2328863" y="4930775"/>
          <p14:tracePt t="128833" x="2365375" y="4905375"/>
          <p14:tracePt t="128841" x="2390775" y="4868863"/>
          <p14:tracePt t="128849" x="2416175" y="4843463"/>
          <p14:tracePt t="128857" x="2428875" y="4805363"/>
          <p14:tracePt t="128865" x="2452688" y="4743450"/>
          <p14:tracePt t="128873" x="2465388" y="4705350"/>
          <p14:tracePt t="128881" x="2465388" y="4656138"/>
          <p14:tracePt t="128889" x="2465388" y="4630738"/>
          <p14:tracePt t="128897" x="2465388" y="4592638"/>
          <p14:tracePt t="128905" x="2465388" y="4554538"/>
          <p14:tracePt t="128921" x="2465388" y="4530725"/>
          <p14:tracePt t="128931" x="2465388" y="4505325"/>
          <p14:tracePt t="128945" x="2465388" y="4479925"/>
          <p14:tracePt t="128953" x="2441575" y="4454525"/>
          <p14:tracePt t="128961" x="2428875" y="4443413"/>
          <p14:tracePt t="128969" x="2428875" y="4430713"/>
          <p14:tracePt t="128977" x="2403475" y="4418013"/>
          <p14:tracePt t="129002" x="2390775" y="4418013"/>
          <p14:tracePt t="129009" x="2365375" y="4418013"/>
          <p14:tracePt t="129017" x="2352675" y="4392613"/>
          <p14:tracePt t="129025" x="2339975" y="4392613"/>
          <p14:tracePt t="129033" x="2328863" y="4392613"/>
          <p14:tracePt t="129041" x="2316163" y="4379913"/>
          <p14:tracePt t="129049" x="2290763" y="4367213"/>
          <p14:tracePt t="129065" x="2278063" y="4367213"/>
          <p14:tracePt t="129073" x="2265363" y="4354513"/>
          <p14:tracePt t="129081" x="2252663" y="4341813"/>
          <p14:tracePt t="129097" x="2239963" y="4341813"/>
          <p14:tracePt t="129114" x="2228850" y="4341813"/>
          <p14:tracePt t="129121" x="2216150" y="4341813"/>
          <p14:tracePt t="129129" x="2203450" y="4341813"/>
          <p14:tracePt t="129153" x="2190750" y="4341813"/>
          <p14:tracePt t="129209" x="2178050" y="4341813"/>
          <p14:tracePt t="129217" x="2165350" y="4341813"/>
          <p14:tracePt t="129225" x="2116138" y="4367213"/>
          <p14:tracePt t="129233" x="2116138" y="4392613"/>
          <p14:tracePt t="129241" x="2116138" y="4418013"/>
          <p14:tracePt t="129249" x="2103438" y="4443413"/>
          <p14:tracePt t="129257" x="2090738" y="4467225"/>
          <p14:tracePt t="129266" x="2090738" y="4479925"/>
          <p14:tracePt t="129273" x="2090738" y="4492625"/>
          <p14:tracePt t="129289" x="2078038" y="4492625"/>
          <p14:tracePt t="129361" x="2078038" y="4518025"/>
          <p14:tracePt t="129370" x="2090738" y="4530725"/>
          <p14:tracePt t="129377" x="2103438" y="4543425"/>
          <p14:tracePt t="129386" x="2116138" y="4554538"/>
          <p14:tracePt t="129393" x="2116138" y="4567238"/>
          <p14:tracePt t="129401" x="2127250" y="4567238"/>
          <p14:tracePt t="129409" x="2139950" y="4579938"/>
          <p14:tracePt t="129417" x="2152650" y="4579938"/>
          <p14:tracePt t="129425" x="2152650" y="4592638"/>
          <p14:tracePt t="129433" x="2165350" y="4592638"/>
          <p14:tracePt t="129465" x="2178050" y="4592638"/>
          <p14:tracePt t="129473" x="2203450" y="4605338"/>
          <p14:tracePt t="129513" x="2228850" y="4605338"/>
          <p14:tracePt t="129529" x="2239963" y="4605338"/>
          <p14:tracePt t="129561" x="2252663" y="4605338"/>
          <p14:tracePt t="129570" x="2265363" y="4605338"/>
          <p14:tracePt t="129617" x="2303463" y="4605338"/>
          <p14:tracePt t="129625" x="2378075" y="4579938"/>
          <p14:tracePt t="129633" x="2378075" y="4554538"/>
          <p14:tracePt t="129641" x="2378075" y="4518025"/>
          <p14:tracePt t="129649" x="2378075" y="4492625"/>
          <p14:tracePt t="129657" x="2378075" y="4467225"/>
          <p14:tracePt t="129666" x="2378075" y="4454525"/>
          <p14:tracePt t="129673" x="2365375" y="4405313"/>
          <p14:tracePt t="129682" x="2339975" y="4392613"/>
          <p14:tracePt t="129689" x="2316163" y="4367213"/>
          <p14:tracePt t="129705" x="2290763" y="4354513"/>
          <p14:tracePt t="129713" x="2278063" y="4354513"/>
          <p14:tracePt t="129721" x="2252663" y="4354513"/>
          <p14:tracePt t="129729" x="2239963" y="4354513"/>
          <p14:tracePt t="129738" x="2228850" y="4354513"/>
          <p14:tracePt t="129745" x="2216150" y="4354513"/>
          <p14:tracePt t="129754" x="2203450" y="4354513"/>
          <p14:tracePt t="129761" x="2178050" y="4354513"/>
          <p14:tracePt t="129769" x="2165350" y="4354513"/>
          <p14:tracePt t="129777" x="2152650" y="4354513"/>
          <p14:tracePt t="129785" x="2127250" y="4354513"/>
          <p14:tracePt t="129793" x="2090738" y="4354513"/>
          <p14:tracePt t="129801" x="2052638" y="4367213"/>
          <p14:tracePt t="129809" x="2039938" y="4367213"/>
          <p14:tracePt t="129826" x="2039938" y="4379913"/>
          <p14:tracePt t="130113" x="2027238" y="4392613"/>
          <p14:tracePt t="130145" x="2027238" y="4418013"/>
          <p14:tracePt t="130153" x="2078038" y="4479925"/>
          <p14:tracePt t="130161" x="2090738" y="4505325"/>
          <p14:tracePt t="130169" x="2127250" y="4530725"/>
          <p14:tracePt t="130177" x="2152650" y="4567238"/>
          <p14:tracePt t="130185" x="2203450" y="4605338"/>
          <p14:tracePt t="130193" x="2216150" y="4630738"/>
          <p14:tracePt t="130202" x="2239963" y="4643438"/>
          <p14:tracePt t="130209" x="2265363" y="4656138"/>
          <p14:tracePt t="130217" x="2290763" y="4656138"/>
          <p14:tracePt t="130225" x="2303463" y="4656138"/>
          <p14:tracePt t="130234" x="2316163" y="4656138"/>
          <p14:tracePt t="130241" x="2328863" y="4656138"/>
          <p14:tracePt t="130249" x="2352675" y="4656138"/>
          <p14:tracePt t="130257" x="2365375" y="4656138"/>
          <p14:tracePt t="130265" x="2390775" y="4656138"/>
          <p14:tracePt t="130273" x="2416175" y="4656138"/>
          <p14:tracePt t="130281" x="2441575" y="4656138"/>
          <p14:tracePt t="130290" x="2452688" y="4643438"/>
          <p14:tracePt t="130297" x="2465388" y="4643438"/>
          <p14:tracePt t="130306" x="2478088" y="4643438"/>
          <p14:tracePt t="130313" x="2490788" y="4630738"/>
          <p14:tracePt t="130425" x="2503488" y="4618038"/>
          <p14:tracePt t="130433" x="2516188" y="4605338"/>
          <p14:tracePt t="130441" x="2528888" y="4592638"/>
          <p14:tracePt t="130482" x="2541588" y="4579938"/>
          <p14:tracePt t="131282" x="2528888" y="4579938"/>
          <p14:tracePt t="131289" x="2478088" y="4579938"/>
          <p14:tracePt t="131297" x="2441575" y="4579938"/>
          <p14:tracePt t="131305" x="2403475" y="4579938"/>
          <p14:tracePt t="131313" x="2403475" y="4567238"/>
          <p14:tracePt t="131345" x="2403475" y="4554538"/>
          <p14:tracePt t="131586" x="2390775" y="4554538"/>
          <p14:tracePt t="131601" x="2378075" y="4554538"/>
          <p14:tracePt t="131793" x="2390775" y="4554538"/>
          <p14:tracePt t="131810" x="2403475" y="4554538"/>
          <p14:tracePt t="131889" x="2390775" y="4554538"/>
          <p14:tracePt t="131897" x="2378075" y="4554538"/>
          <p14:tracePt t="131905" x="2339975" y="4554538"/>
          <p14:tracePt t="131913" x="2303463" y="4554538"/>
          <p14:tracePt t="131922" x="2290763" y="4554538"/>
          <p14:tracePt t="131930" x="2278063" y="4554538"/>
          <p14:tracePt t="131937" x="2252663" y="4554538"/>
          <p14:tracePt t="131956" x="2239963" y="4554538"/>
          <p14:tracePt t="131961" x="2216150" y="4554538"/>
          <p14:tracePt t="131978" x="2190750" y="4554538"/>
          <p14:tracePt t="131994" x="2178050" y="4554538"/>
          <p14:tracePt t="132017" x="2165350" y="4543425"/>
          <p14:tracePt t="133201" x="2178050" y="4543425"/>
          <p14:tracePt t="133377" x="2203450" y="4543425"/>
          <p14:tracePt t="134418" x="2165350" y="4543425"/>
          <p14:tracePt t="134425" x="2116138" y="4543425"/>
          <p14:tracePt t="134434" x="2039938" y="4543425"/>
          <p14:tracePt t="134441" x="1990725" y="4543425"/>
          <p14:tracePt t="134449" x="1890713" y="4579938"/>
          <p14:tracePt t="134457" x="1839913" y="4618038"/>
          <p14:tracePt t="134465" x="1814513" y="4643438"/>
          <p14:tracePt t="134473" x="1814513" y="4692650"/>
          <p14:tracePt t="134481" x="1801813" y="4743450"/>
          <p14:tracePt t="134489" x="1801813" y="4768850"/>
          <p14:tracePt t="134497" x="1801813" y="4805363"/>
          <p14:tracePt t="134505" x="1801813" y="4843463"/>
          <p14:tracePt t="134513" x="1801813" y="4868863"/>
          <p14:tracePt t="134521" x="1801813" y="4892675"/>
          <p14:tracePt t="134529" x="1801813" y="4905375"/>
          <p14:tracePt t="134537" x="1801813" y="4930775"/>
          <p14:tracePt t="134546" x="1801813" y="4943475"/>
          <p14:tracePt t="134553" x="1801813" y="4956175"/>
          <p14:tracePt t="134562" x="1814513" y="4956175"/>
          <p14:tracePt t="134577" x="1827213" y="4968875"/>
          <p14:tracePt t="134585" x="1839913" y="4968875"/>
          <p14:tracePt t="134593" x="1852613" y="4981575"/>
          <p14:tracePt t="134601" x="1865313" y="4992688"/>
          <p14:tracePt t="134618" x="1878013" y="4992688"/>
          <p14:tracePt t="134634" x="1903413" y="5018088"/>
          <p14:tracePt t="134657" x="1903413" y="5030788"/>
          <p14:tracePt t="134665" x="1914525" y="5043488"/>
          <p14:tracePt t="134673" x="1914525" y="5056188"/>
          <p14:tracePt t="134681" x="1914525" y="5081588"/>
          <p14:tracePt t="134689" x="1914525" y="5105400"/>
          <p14:tracePt t="134697" x="1914525" y="5130800"/>
          <p14:tracePt t="134705" x="1914525" y="5156200"/>
          <p14:tracePt t="134713" x="1914525" y="5194300"/>
          <p14:tracePt t="134721" x="1914525" y="5230813"/>
          <p14:tracePt t="134729" x="1914525" y="5281613"/>
          <p14:tracePt t="134737" x="1903413" y="5305425"/>
          <p14:tracePt t="134745" x="1865313" y="5343525"/>
          <p14:tracePt t="134753" x="1839913" y="5394325"/>
          <p14:tracePt t="134761" x="1814513" y="5430838"/>
          <p14:tracePt t="134769" x="1765300" y="5481638"/>
          <p14:tracePt t="134777" x="1752600" y="5507038"/>
          <p14:tracePt t="134785" x="1727200" y="5530850"/>
          <p14:tracePt t="134793" x="1714500" y="5568950"/>
          <p14:tracePt t="134802" x="1689100" y="5594350"/>
          <p14:tracePt t="134809" x="1677988" y="5607050"/>
          <p14:tracePt t="134818" x="1677988" y="5619750"/>
          <p14:tracePt t="135009" x="1714500" y="5619750"/>
          <p14:tracePt t="135017" x="1778000" y="5619750"/>
          <p14:tracePt t="135025" x="1839913" y="5619750"/>
          <p14:tracePt t="135034" x="1903413" y="5619750"/>
          <p14:tracePt t="135041" x="1978025" y="5607050"/>
          <p14:tracePt t="135049" x="2039938" y="5594350"/>
          <p14:tracePt t="135057" x="2103438" y="5581650"/>
          <p14:tracePt t="135065" x="2152650" y="5568950"/>
          <p14:tracePt t="135073" x="2190750" y="5568950"/>
          <p14:tracePt t="135082" x="2203450" y="5568950"/>
          <p14:tracePt t="135089" x="2216150" y="5568950"/>
          <p14:tracePt t="135281" x="2228850" y="5568950"/>
          <p14:tracePt t="135289" x="2252663" y="5568950"/>
          <p14:tracePt t="135298" x="2265363" y="5568950"/>
          <p14:tracePt t="135305" x="2290763" y="5568950"/>
          <p14:tracePt t="135313" x="2303463" y="5568950"/>
          <p14:tracePt t="135321" x="2328863" y="5568950"/>
          <p14:tracePt t="135337" x="2339975" y="5568950"/>
          <p14:tracePt t="135345" x="2365375" y="5568950"/>
          <p14:tracePt t="135354" x="2378075" y="5568950"/>
          <p14:tracePt t="135361" x="2390775" y="5568950"/>
          <p14:tracePt t="135370" x="2403475" y="5568950"/>
          <p14:tracePt t="135377" x="2416175" y="5568950"/>
          <p14:tracePt t="135393" x="2428875" y="5568950"/>
          <p14:tracePt t="135401" x="2441575" y="5568950"/>
          <p14:tracePt t="135441" x="2452688" y="5568950"/>
          <p14:tracePt t="135449" x="2465388" y="5568950"/>
          <p14:tracePt t="135649" x="2452688" y="5568950"/>
          <p14:tracePt t="135657" x="2428875" y="5581650"/>
          <p14:tracePt t="135665" x="2365375" y="5581650"/>
          <p14:tracePt t="135673" x="2290763" y="5594350"/>
          <p14:tracePt t="135681" x="2228850" y="5619750"/>
          <p14:tracePt t="135689" x="2127250" y="5619750"/>
          <p14:tracePt t="135697" x="2052638" y="5619750"/>
          <p14:tracePt t="135705" x="1965325" y="5619750"/>
          <p14:tracePt t="135713" x="1903413" y="5619750"/>
          <p14:tracePt t="135721" x="1814513" y="5619750"/>
          <p14:tracePt t="135729" x="1765300" y="5619750"/>
          <p14:tracePt t="135738" x="1701800" y="5607050"/>
          <p14:tracePt t="135745" x="1677988" y="5594350"/>
          <p14:tracePt t="135754" x="1652588" y="5568950"/>
          <p14:tracePt t="135761" x="1627188" y="5568950"/>
          <p14:tracePt t="135769" x="1601788" y="5556250"/>
          <p14:tracePt t="135809" x="1601788" y="5543550"/>
          <p14:tracePt t="135977" x="1601788" y="5556250"/>
          <p14:tracePt t="135993" x="1601788" y="5568950"/>
          <p14:tracePt t="136049" x="1614488" y="5581650"/>
          <p14:tracePt t="136105" x="1627188" y="5581650"/>
          <p14:tracePt t="136122" x="1639888" y="5581650"/>
          <p14:tracePt t="136129" x="1652588" y="5581650"/>
          <p14:tracePt t="136137" x="1665288" y="5581650"/>
          <p14:tracePt t="136145" x="1677988" y="5581650"/>
          <p14:tracePt t="136169" x="1689100" y="5581650"/>
          <p14:tracePt t="136209" x="1701800" y="5581650"/>
          <p14:tracePt t="136217" x="1714500" y="5581650"/>
          <p14:tracePt t="136233" x="1739900" y="5581650"/>
          <p14:tracePt t="136265" x="1752600" y="5581650"/>
          <p14:tracePt t="136289" x="1765300" y="5581650"/>
          <p14:tracePt t="136297" x="1765300" y="5568950"/>
          <p14:tracePt t="136306" x="1778000" y="5568950"/>
          <p14:tracePt t="136337" x="1790700" y="5568950"/>
          <p14:tracePt t="136345" x="1814513" y="5568950"/>
          <p14:tracePt t="136353" x="1827213" y="5568950"/>
          <p14:tracePt t="136369" x="1839913" y="5568950"/>
          <p14:tracePt t="136377" x="1852613" y="5581650"/>
          <p14:tracePt t="136385" x="1865313" y="5581650"/>
          <p14:tracePt t="136393" x="1865313" y="5607050"/>
          <p14:tracePt t="136409" x="1878013" y="5607050"/>
          <p14:tracePt t="136418" x="1890713" y="5619750"/>
          <p14:tracePt t="136425" x="1890713" y="5630863"/>
          <p14:tracePt t="136433" x="1890713" y="5643563"/>
          <p14:tracePt t="136441" x="1903413" y="5656263"/>
          <p14:tracePt t="136473" x="1903413" y="5668963"/>
          <p14:tracePt t="136577" x="1903413" y="5681663"/>
          <p14:tracePt t="136633" x="1903413" y="5694363"/>
          <p14:tracePt t="136665" x="1878013" y="5694363"/>
          <p14:tracePt t="136673" x="1852613" y="5694363"/>
          <p14:tracePt t="136681" x="1814513" y="5694363"/>
          <p14:tracePt t="136697" x="1801813" y="5668963"/>
          <p14:tracePt t="136705" x="1790700" y="5656263"/>
          <p14:tracePt t="136713" x="1778000" y="5643563"/>
          <p14:tracePt t="136945" x="1790700" y="5643563"/>
          <p14:tracePt t="136953" x="1801813" y="5643563"/>
          <p14:tracePt t="136969" x="1814513" y="5630863"/>
          <p14:tracePt t="136985" x="1852613" y="5594350"/>
          <p14:tracePt t="137001" x="1865313" y="5581650"/>
          <p14:tracePt t="137009" x="1865313" y="5543550"/>
          <p14:tracePt t="137017" x="1865313" y="5530850"/>
          <p14:tracePt t="137033" x="1865313" y="5507038"/>
          <p14:tracePt t="137042" x="1865313" y="5494338"/>
          <p14:tracePt t="137058" x="1865313" y="5481638"/>
          <p14:tracePt t="137073" x="1865313" y="5468938"/>
          <p14:tracePt t="137257" x="1852613" y="5468938"/>
          <p14:tracePt t="137537" x="1865313" y="5481638"/>
          <p14:tracePt t="137681" x="1890713" y="5494338"/>
          <p14:tracePt t="137689" x="1903413" y="5494338"/>
          <p14:tracePt t="137697" x="1914525" y="5494338"/>
          <p14:tracePt t="137705" x="1927225" y="5507038"/>
          <p14:tracePt t="137713" x="1939925" y="5507038"/>
          <p14:tracePt t="137721" x="1939925" y="5518150"/>
          <p14:tracePt t="137729" x="1952625" y="5530850"/>
          <p14:tracePt t="137738" x="1965325" y="5530850"/>
          <p14:tracePt t="137753" x="1978025" y="5530850"/>
          <p14:tracePt t="137769" x="1990725" y="5530850"/>
          <p14:tracePt t="137777" x="2003425" y="5530850"/>
          <p14:tracePt t="137785" x="2014538" y="5530850"/>
          <p14:tracePt t="137801" x="2027238" y="5530850"/>
          <p14:tracePt t="137810" x="2039938" y="5530850"/>
          <p14:tracePt t="137825" x="2052638" y="5530850"/>
          <p14:tracePt t="137833" x="2065338" y="5518150"/>
          <p14:tracePt t="137841" x="2078038" y="5518150"/>
          <p14:tracePt t="137849" x="2078038" y="5507038"/>
          <p14:tracePt t="137857" x="2090738" y="5507038"/>
          <p14:tracePt t="137865" x="2103438" y="5494338"/>
          <p14:tracePt t="137873" x="2103438" y="5481638"/>
          <p14:tracePt t="137889" x="2103438" y="5468938"/>
          <p14:tracePt t="137897" x="2103438" y="5443538"/>
          <p14:tracePt t="137905" x="2103438" y="5430838"/>
          <p14:tracePt t="137913" x="2103438" y="5407025"/>
          <p14:tracePt t="137922" x="2103438" y="5394325"/>
          <p14:tracePt t="137940" x="2103438" y="5368925"/>
          <p14:tracePt t="137953" x="2103438" y="5356225"/>
          <p14:tracePt t="138113" x="2127250" y="5356225"/>
          <p14:tracePt t="138121" x="2139950" y="5368925"/>
          <p14:tracePt t="138129" x="2152650" y="5394325"/>
          <p14:tracePt t="138137" x="2165350" y="5407025"/>
          <p14:tracePt t="138145" x="2178050" y="5418138"/>
          <p14:tracePt t="138153" x="2190750" y="5443538"/>
          <p14:tracePt t="138169" x="2203450" y="5456238"/>
          <p14:tracePt t="138185" x="2216150" y="5456238"/>
          <p14:tracePt t="138201" x="2228850" y="5456238"/>
          <p14:tracePt t="138217" x="2239963" y="5456238"/>
          <p14:tracePt t="138265" x="2265363" y="5456238"/>
          <p14:tracePt t="138297" x="2278063" y="5468938"/>
          <p14:tracePt t="138338" x="2290763" y="5481638"/>
          <p14:tracePt t="138345" x="2303463" y="5481638"/>
          <p14:tracePt t="138369" x="2316163" y="5494338"/>
          <p14:tracePt t="138401" x="2339975" y="5507038"/>
          <p14:tracePt t="138417" x="2352675" y="5507038"/>
          <p14:tracePt t="138425" x="2365375" y="5518150"/>
          <p14:tracePt t="138449" x="2378075" y="5518150"/>
          <p14:tracePt t="138465" x="2378075" y="5530850"/>
          <p14:tracePt t="138513" x="2390775" y="5530850"/>
          <p14:tracePt t="138537" x="2416175" y="5530850"/>
          <p14:tracePt t="138553" x="2428875" y="5530850"/>
          <p14:tracePt t="138569" x="2441575" y="5530850"/>
          <p14:tracePt t="138577" x="2452688" y="5518150"/>
          <p14:tracePt t="138585" x="2465388" y="5507038"/>
          <p14:tracePt t="138593" x="2478088" y="5481638"/>
          <p14:tracePt t="138601" x="2478088" y="5443538"/>
          <p14:tracePt t="138609" x="2478088" y="5430838"/>
          <p14:tracePt t="138617" x="2478088" y="5394325"/>
          <p14:tracePt t="138625" x="2478088" y="5356225"/>
          <p14:tracePt t="138633" x="2478088" y="5343525"/>
          <p14:tracePt t="138641" x="2478088" y="5305425"/>
          <p14:tracePt t="138657" x="2478088" y="5294313"/>
          <p14:tracePt t="138674" x="2478088" y="5268913"/>
          <p14:tracePt t="138890" x="2478088" y="5256213"/>
          <p14:tracePt t="138897" x="2503488" y="5230813"/>
          <p14:tracePt t="138905" x="2503488" y="5218113"/>
          <p14:tracePt t="138913" x="2503488" y="5181600"/>
          <p14:tracePt t="138921" x="2516188" y="5168900"/>
          <p14:tracePt t="138942" x="2516188" y="5156200"/>
          <p14:tracePt t="139113" x="2516188" y="5168900"/>
          <p14:tracePt t="139321" x="2541588" y="5205413"/>
          <p14:tracePt t="139329" x="2578100" y="5230813"/>
          <p14:tracePt t="139337" x="2616200" y="5268913"/>
          <p14:tracePt t="139345" x="2667000" y="5305425"/>
          <p14:tracePt t="139353" x="2690813" y="5318125"/>
          <p14:tracePt t="139361" x="2716213" y="5343525"/>
          <p14:tracePt t="139369" x="2741613" y="5343525"/>
          <p14:tracePt t="139377" x="2754313" y="5343525"/>
          <p14:tracePt t="139449" x="2778125" y="5343525"/>
          <p14:tracePt t="139481" x="2790825" y="5343525"/>
          <p14:tracePt t="139529" x="2803525" y="5343525"/>
          <p14:tracePt t="139561" x="2816225" y="5343525"/>
          <p14:tracePt t="139593" x="2828925" y="5343525"/>
          <p14:tracePt t="139625" x="2841625" y="5343525"/>
          <p14:tracePt t="139641" x="2854325" y="5343525"/>
          <p14:tracePt t="139657" x="2867025" y="5330825"/>
          <p14:tracePt t="139665" x="2879725" y="5330825"/>
          <p14:tracePt t="139705" x="2890838" y="5330825"/>
          <p14:tracePt t="139745" x="2903538" y="5330825"/>
          <p14:tracePt t="139889" x="2916238" y="5330825"/>
          <p14:tracePt t="139897" x="2928938" y="5330825"/>
          <p14:tracePt t="139913" x="2941638" y="5330825"/>
          <p14:tracePt t="139921" x="2941638" y="5343525"/>
          <p14:tracePt t="139929" x="2941638" y="5356225"/>
          <p14:tracePt t="139945" x="2941638" y="5368925"/>
          <p14:tracePt t="139961" x="2941638" y="5381625"/>
          <p14:tracePt t="139977" x="2941638" y="5394325"/>
          <p14:tracePt t="140537" x="2954338" y="5394325"/>
          <p14:tracePt t="141529" x="2967038" y="5394325"/>
          <p14:tracePt t="141913" x="2967038" y="5407025"/>
          <p14:tracePt t="141921" x="2967038" y="5443538"/>
          <p14:tracePt t="141929" x="2967038" y="5468938"/>
          <p14:tracePt t="141938" x="2941638" y="5494338"/>
          <p14:tracePt t="141945" x="2916238" y="5543550"/>
          <p14:tracePt t="141953" x="2903538" y="5543550"/>
          <p14:tracePt t="141961" x="2903538" y="5581650"/>
          <p14:tracePt t="141969" x="2867025" y="5643563"/>
          <p14:tracePt t="141977" x="2854325" y="5668963"/>
          <p14:tracePt t="141985" x="2854325" y="5694363"/>
          <p14:tracePt t="141993" x="2854325" y="5719763"/>
          <p14:tracePt t="142001" x="2854325" y="5732463"/>
          <p14:tracePt t="142033" x="2867025" y="5732463"/>
          <p14:tracePt t="142042" x="2890838" y="5732463"/>
          <p14:tracePt t="142050" x="2903538" y="5732463"/>
          <p14:tracePt t="142057" x="2916238" y="5732463"/>
          <p14:tracePt t="142097" x="2916238" y="5719763"/>
          <p14:tracePt t="142106" x="2916238" y="5694363"/>
          <p14:tracePt t="142113" x="2903538" y="5668963"/>
          <p14:tracePt t="142122" x="2879725" y="5643563"/>
          <p14:tracePt t="142129" x="2841625" y="5607050"/>
          <p14:tracePt t="142137" x="2816225" y="5568950"/>
          <p14:tracePt t="142145" x="2767013" y="5530850"/>
          <p14:tracePt t="142153" x="2754313" y="5518150"/>
          <p14:tracePt t="142161" x="2703513" y="5481638"/>
          <p14:tracePt t="142169" x="2690813" y="5481638"/>
          <p14:tracePt t="142177" x="2667000" y="5468938"/>
          <p14:tracePt t="142185" x="2654300" y="5456238"/>
          <p14:tracePt t="142193" x="2590800" y="5443538"/>
          <p14:tracePt t="142201" x="2578100" y="5443538"/>
          <p14:tracePt t="142209" x="2541588" y="5430838"/>
          <p14:tracePt t="142217" x="2516188" y="5418138"/>
          <p14:tracePt t="142225" x="2478088" y="5418138"/>
          <p14:tracePt t="142234" x="2428875" y="5407025"/>
          <p14:tracePt t="142241" x="2403475" y="5394325"/>
          <p14:tracePt t="142249" x="2339975" y="5394325"/>
          <p14:tracePt t="142257" x="2303463" y="5381625"/>
          <p14:tracePt t="142265" x="2252663" y="5381625"/>
          <p14:tracePt t="142273" x="2216150" y="5381625"/>
          <p14:tracePt t="142281" x="2165350" y="5381625"/>
          <p14:tracePt t="142290" x="2127250" y="5381625"/>
          <p14:tracePt t="142297" x="2078038" y="5381625"/>
          <p14:tracePt t="142306" x="2052638" y="5381625"/>
          <p14:tracePt t="142313" x="2014538" y="5381625"/>
          <p14:tracePt t="142321" x="1978025" y="5381625"/>
          <p14:tracePt t="142329" x="1965325" y="5381625"/>
          <p14:tracePt t="142337" x="1927225" y="5381625"/>
          <p14:tracePt t="142345" x="1914525" y="5381625"/>
          <p14:tracePt t="142353" x="1865313" y="5381625"/>
          <p14:tracePt t="142361" x="1814513" y="5381625"/>
          <p14:tracePt t="142369" x="1765300" y="5381625"/>
          <p14:tracePt t="142377" x="1739900" y="5381625"/>
          <p14:tracePt t="142385" x="1727200" y="5381625"/>
          <p14:tracePt t="142417" x="1701800" y="5381625"/>
          <p14:tracePt t="142425" x="1677988" y="5381625"/>
          <p14:tracePt t="142433" x="1639888" y="5381625"/>
          <p14:tracePt t="142441" x="1601788" y="5381625"/>
          <p14:tracePt t="142449" x="1527175" y="5381625"/>
          <p14:tracePt t="142457" x="1439863" y="5381625"/>
          <p14:tracePt t="142465" x="1363663" y="5381625"/>
          <p14:tracePt t="142473" x="1314450" y="5381625"/>
          <p14:tracePt t="142481" x="1276350" y="5381625"/>
          <p14:tracePt t="142490" x="1239838" y="5381625"/>
          <p14:tracePt t="142497" x="1227138" y="5381625"/>
          <p14:tracePt t="142506" x="1214438" y="5381625"/>
          <p14:tracePt t="142521" x="1201738" y="5381625"/>
          <p14:tracePt t="142529" x="1189038" y="5381625"/>
          <p14:tracePt t="142537" x="1150938" y="5381625"/>
          <p14:tracePt t="142545" x="1139825" y="5381625"/>
          <p14:tracePt t="142553" x="1101725" y="5381625"/>
          <p14:tracePt t="142561" x="1050925" y="5381625"/>
          <p14:tracePt t="142569" x="989013" y="5381625"/>
          <p14:tracePt t="142577" x="925513" y="5394325"/>
          <p14:tracePt t="142585" x="876300" y="5407025"/>
          <p14:tracePt t="142593" x="825500" y="5418138"/>
          <p14:tracePt t="142601" x="776288" y="5430838"/>
          <p14:tracePt t="142617" x="763588" y="5443538"/>
          <p14:tracePt t="142633" x="738188" y="5443538"/>
          <p14:tracePt t="142665" x="725488" y="5456238"/>
          <p14:tracePt t="142674" x="712788" y="5468938"/>
          <p14:tracePt t="142681" x="688975" y="5481638"/>
          <p14:tracePt t="142690" x="688975" y="5494338"/>
          <p14:tracePt t="142697" x="663575" y="5494338"/>
          <p14:tracePt t="142705" x="650875" y="5518150"/>
          <p14:tracePt t="142713" x="638175" y="5518150"/>
          <p14:tracePt t="142721" x="612775" y="5530850"/>
          <p14:tracePt t="142737" x="612775" y="5543550"/>
          <p14:tracePt t="142745" x="600075" y="5543550"/>
          <p14:tracePt t="142753" x="600075" y="5556250"/>
          <p14:tracePt t="142761" x="588963" y="5568950"/>
          <p14:tracePt t="142769" x="576263" y="5581650"/>
          <p14:tracePt t="142777" x="563563" y="5594350"/>
          <p14:tracePt t="142793" x="538163" y="5607050"/>
          <p14:tracePt t="142825" x="512763" y="5619750"/>
          <p14:tracePt t="142833" x="488950" y="5630863"/>
          <p14:tracePt t="142874" x="488950" y="5643563"/>
          <p14:tracePt t="142889" x="476250" y="5643563"/>
          <p14:tracePt t="142905" x="450850" y="5656263"/>
          <p14:tracePt t="142945" x="438150" y="5668963"/>
          <p14:tracePt t="142953" x="425450" y="5668963"/>
          <p14:tracePt t="142961" x="425450" y="5681663"/>
          <p14:tracePt t="142977" x="412750" y="5694363"/>
          <p14:tracePt t="143001" x="400050" y="5694363"/>
          <p14:tracePt t="143009" x="387350" y="5707063"/>
          <p14:tracePt t="143017" x="376238" y="5719763"/>
          <p14:tracePt t="143033" x="376238" y="5732463"/>
          <p14:tracePt t="143049" x="363538" y="5732463"/>
          <p14:tracePt t="143065" x="363538" y="5743575"/>
          <p14:tracePt t="143073" x="350838" y="5743575"/>
          <p14:tracePt t="143081" x="350838" y="5756275"/>
          <p14:tracePt t="143089" x="338138" y="5781675"/>
          <p14:tracePt t="143097" x="325438" y="5794375"/>
          <p14:tracePt t="143105" x="312738" y="5819775"/>
          <p14:tracePt t="143113" x="300038" y="5843588"/>
          <p14:tracePt t="143122" x="287338" y="5856288"/>
          <p14:tracePt t="143129" x="287338" y="5868988"/>
          <p14:tracePt t="143137" x="274638" y="5894388"/>
          <p14:tracePt t="143145" x="263525" y="5907088"/>
          <p14:tracePt t="143153" x="263525" y="5932488"/>
          <p14:tracePt t="143161" x="250825" y="5945188"/>
          <p14:tracePt t="143170" x="250825" y="5956300"/>
          <p14:tracePt t="143177" x="250825" y="5969000"/>
          <p14:tracePt t="143193" x="250825" y="5994400"/>
          <p14:tracePt t="143217" x="250825" y="6007100"/>
          <p14:tracePt t="143226" x="250825" y="6019800"/>
          <p14:tracePt t="143242" x="263525" y="6032500"/>
          <p14:tracePt t="143249" x="287338" y="6045200"/>
          <p14:tracePt t="143265" x="312738" y="6056313"/>
          <p14:tracePt t="143273" x="325438" y="6056313"/>
          <p14:tracePt t="143281" x="325438" y="6069013"/>
          <p14:tracePt t="143289" x="338138" y="6069013"/>
          <p14:tracePt t="143297" x="350838" y="6094413"/>
          <p14:tracePt t="143313" x="363538" y="6094413"/>
          <p14:tracePt t="143393" x="376238" y="6107113"/>
          <p14:tracePt t="143409" x="387350" y="6119813"/>
          <p14:tracePt t="143426" x="387350" y="6132513"/>
          <p14:tracePt t="143433" x="400050" y="6145213"/>
          <p14:tracePt t="143442" x="400050" y="6157913"/>
          <p14:tracePt t="143449" x="412750" y="6169025"/>
          <p14:tracePt t="143465" x="438150" y="6194425"/>
          <p14:tracePt t="143481" x="450850" y="6207125"/>
          <p14:tracePt t="143489" x="476250" y="6219825"/>
          <p14:tracePt t="143497" x="488950" y="6219825"/>
          <p14:tracePt t="143505" x="512763" y="6232525"/>
          <p14:tracePt t="143513" x="538163" y="6245225"/>
          <p14:tracePt t="143521" x="576263" y="6245225"/>
          <p14:tracePt t="143529" x="625475" y="6245225"/>
          <p14:tracePt t="143537" x="676275" y="6245225"/>
          <p14:tracePt t="143545" x="763588" y="6245225"/>
          <p14:tracePt t="143554" x="863600" y="6245225"/>
          <p14:tracePt t="143561" x="976313" y="6232525"/>
          <p14:tracePt t="143569" x="1101725" y="6157913"/>
          <p14:tracePt t="143577" x="1214438" y="6094413"/>
          <p14:tracePt t="143585" x="1301750" y="6045200"/>
          <p14:tracePt t="143593" x="1339850" y="5994400"/>
          <p14:tracePt t="143601" x="1389063" y="5932488"/>
          <p14:tracePt t="143610" x="1401763" y="5881688"/>
          <p14:tracePt t="143617" x="1401763" y="5832475"/>
          <p14:tracePt t="143626" x="1401763" y="5807075"/>
          <p14:tracePt t="143633" x="1389063" y="5743575"/>
          <p14:tracePt t="143641" x="1339850" y="5707063"/>
          <p14:tracePt t="143649" x="1314450" y="5668963"/>
          <p14:tracePt t="143657" x="1276350" y="5656263"/>
          <p14:tracePt t="143673" x="1263650" y="5656263"/>
          <p14:tracePt t="143681" x="1252538" y="5643563"/>
          <p14:tracePt t="143721" x="1239838" y="5643563"/>
          <p14:tracePt t="143729" x="1201738" y="5656263"/>
          <p14:tracePt t="143738" x="1189038" y="5656263"/>
          <p14:tracePt t="143745" x="1139825" y="5694363"/>
          <p14:tracePt t="143753" x="1101725" y="5719763"/>
          <p14:tracePt t="143761" x="1050925" y="5768975"/>
          <p14:tracePt t="143769" x="989013" y="5832475"/>
          <p14:tracePt t="143777" x="963613" y="5868988"/>
          <p14:tracePt t="143785" x="938213" y="5919788"/>
          <p14:tracePt t="143794" x="925513" y="5969000"/>
          <p14:tracePt t="143801" x="925513" y="5994400"/>
          <p14:tracePt t="143810" x="925513" y="6019800"/>
          <p14:tracePt t="143817" x="925513" y="6032500"/>
          <p14:tracePt t="143857" x="950913" y="6032500"/>
          <p14:tracePt t="143865" x="1001713" y="6032500"/>
          <p14:tracePt t="143873" x="1050925" y="6032500"/>
          <p14:tracePt t="143881" x="1127125" y="6032500"/>
          <p14:tracePt t="143889" x="1189038" y="6019800"/>
          <p14:tracePt t="143897" x="1263650" y="5956300"/>
          <p14:tracePt t="143905" x="1301750" y="5919788"/>
          <p14:tracePt t="143913" x="1363663" y="5832475"/>
          <p14:tracePt t="143922" x="1363663" y="5794375"/>
          <p14:tracePt t="143929" x="1363663" y="5768975"/>
          <p14:tracePt t="143940" x="1363663" y="5743575"/>
          <p14:tracePt t="143945" x="1363663" y="5732463"/>
          <p14:tracePt t="143953" x="1363663" y="5719763"/>
          <p14:tracePt t="143961" x="1363663" y="5707063"/>
          <p14:tracePt t="143969" x="1363663" y="5694363"/>
          <p14:tracePt t="144017" x="1352550" y="5694363"/>
          <p14:tracePt t="144025" x="1327150" y="5694363"/>
          <p14:tracePt t="144033" x="1289050" y="5719763"/>
          <p14:tracePt t="144041" x="1239838" y="5768975"/>
          <p14:tracePt t="144049" x="1227138" y="5794375"/>
          <p14:tracePt t="144057" x="1227138" y="5819775"/>
          <p14:tracePt t="144065" x="1227138" y="5868988"/>
          <p14:tracePt t="144073" x="1214438" y="5907088"/>
          <p14:tracePt t="144081" x="1214438" y="5932488"/>
          <p14:tracePt t="144089" x="1214438" y="5956300"/>
          <p14:tracePt t="144097" x="1214438" y="5981700"/>
          <p14:tracePt t="144106" x="1214438" y="5994400"/>
          <p14:tracePt t="144121" x="1214438" y="6007100"/>
          <p14:tracePt t="144129" x="1214438" y="6019800"/>
          <p14:tracePt t="144393" x="1227138" y="6019800"/>
          <p14:tracePt t="144401" x="1252538" y="6019800"/>
          <p14:tracePt t="144409" x="1276350" y="6019800"/>
          <p14:tracePt t="144417" x="1327150" y="6045200"/>
          <p14:tracePt t="144425" x="1352550" y="6069013"/>
          <p14:tracePt t="144433" x="1376363" y="6094413"/>
          <p14:tracePt t="144442" x="1389063" y="6107113"/>
          <p14:tracePt t="144449" x="1414463" y="6119813"/>
          <p14:tracePt t="144457" x="1427163" y="6132513"/>
          <p14:tracePt t="144465" x="1439863" y="6169025"/>
          <p14:tracePt t="144473" x="1465263" y="6181725"/>
          <p14:tracePt t="144481" x="1476375" y="6207125"/>
          <p14:tracePt t="144489" x="1489075" y="6207125"/>
          <p14:tracePt t="144497" x="1501775" y="6207125"/>
          <p14:tracePt t="144521" x="1527175" y="6207125"/>
          <p14:tracePt t="144529" x="1539875" y="6207125"/>
          <p14:tracePt t="144546" x="1565275" y="6207125"/>
          <p14:tracePt t="144553" x="1589088" y="6194425"/>
          <p14:tracePt t="144562" x="1601788" y="6169025"/>
          <p14:tracePt t="144569" x="1614488" y="6094413"/>
          <p14:tracePt t="144577" x="1614488" y="6069013"/>
          <p14:tracePt t="144585" x="1614488" y="6032500"/>
          <p14:tracePt t="144593" x="1614488" y="6007100"/>
          <p14:tracePt t="144601" x="1614488" y="5969000"/>
          <p14:tracePt t="144609" x="1601788" y="5932488"/>
          <p14:tracePt t="144617" x="1589088" y="5907088"/>
          <p14:tracePt t="144625" x="1552575" y="5868988"/>
          <p14:tracePt t="144633" x="1501775" y="5807075"/>
          <p14:tracePt t="144641" x="1476375" y="5794375"/>
          <p14:tracePt t="144649" x="1439863" y="5756275"/>
          <p14:tracePt t="144657" x="1414463" y="5743575"/>
          <p14:tracePt t="144665" x="1389063" y="5719763"/>
          <p14:tracePt t="144674" x="1363663" y="5719763"/>
          <p14:tracePt t="144689" x="1352550" y="5719763"/>
          <p14:tracePt t="144697" x="1339850" y="5719763"/>
          <p14:tracePt t="144705" x="1327150" y="5719763"/>
          <p14:tracePt t="144713" x="1327150" y="5707063"/>
          <p14:tracePt t="144721" x="1301750" y="5707063"/>
          <p14:tracePt t="144737" x="1289050" y="5707063"/>
          <p14:tracePt t="144753" x="1276350" y="5707063"/>
          <p14:tracePt t="144769" x="1263650" y="5707063"/>
          <p14:tracePt t="144777" x="1252538" y="5707063"/>
          <p14:tracePt t="144785" x="1239838" y="5719763"/>
          <p14:tracePt t="144793" x="1239838" y="5743575"/>
          <p14:tracePt t="144801" x="1239838" y="5768975"/>
          <p14:tracePt t="144809" x="1239838" y="5794375"/>
          <p14:tracePt t="144817" x="1239838" y="5832475"/>
          <p14:tracePt t="144825" x="1239838" y="5856288"/>
          <p14:tracePt t="144833" x="1239838" y="5894388"/>
          <p14:tracePt t="144841" x="1263650" y="5907088"/>
          <p14:tracePt t="144849" x="1263650" y="5932488"/>
          <p14:tracePt t="144865" x="1276350" y="5945188"/>
          <p14:tracePt t="144881" x="1276350" y="5969000"/>
          <p14:tracePt t="144889" x="1301750" y="5981700"/>
          <p14:tracePt t="144905" x="1301750" y="5994400"/>
          <p14:tracePt t="144913" x="1314450" y="5994400"/>
          <p14:tracePt t="144953" x="1327150" y="5994400"/>
          <p14:tracePt t="144969" x="1339850" y="5994400"/>
          <p14:tracePt t="144985" x="1352550" y="5994400"/>
          <p14:tracePt t="145001" x="1363663" y="5994400"/>
          <p14:tracePt t="145049" x="1376363" y="5994400"/>
          <p14:tracePt t="145137" x="1401763" y="5994400"/>
          <p14:tracePt t="145241" x="1427163" y="5981700"/>
          <p14:tracePt t="145289" x="1439863" y="5981700"/>
          <p14:tracePt t="145321" x="1465263" y="5981700"/>
          <p14:tracePt t="145329" x="1476375" y="5981700"/>
          <p14:tracePt t="145369" x="1489075" y="5969000"/>
          <p14:tracePt t="145385" x="1501775" y="5945188"/>
          <p14:tracePt t="145401" x="1501775" y="5907088"/>
          <p14:tracePt t="145409" x="1501775" y="5894388"/>
          <p14:tracePt t="145417" x="1501775" y="5881688"/>
          <p14:tracePt t="145425" x="1501775" y="5868988"/>
          <p14:tracePt t="145433" x="1527175" y="5856288"/>
          <p14:tracePt t="145441" x="1527175" y="5832475"/>
          <p14:tracePt t="145473" x="1527175" y="5819775"/>
          <p14:tracePt t="145521" x="1527175" y="5794375"/>
          <p14:tracePt t="145617" x="1539875" y="5794375"/>
          <p14:tracePt t="145721" x="1565275" y="5794375"/>
          <p14:tracePt t="145729" x="1601788" y="5794375"/>
          <p14:tracePt t="145737" x="1614488" y="5794375"/>
          <p14:tracePt t="145745" x="1652588" y="5794375"/>
          <p14:tracePt t="145753" x="1714500" y="5794375"/>
          <p14:tracePt t="145761" x="1814513" y="5794375"/>
          <p14:tracePt t="145769" x="1890713" y="5794375"/>
          <p14:tracePt t="145777" x="1927225" y="5794375"/>
          <p14:tracePt t="145785" x="1952625" y="5794375"/>
          <p14:tracePt t="145794" x="1965325" y="5794375"/>
          <p14:tracePt t="145801" x="1978025" y="5781675"/>
          <p14:tracePt t="146097" x="1990725" y="5794375"/>
          <p14:tracePt t="146105" x="1990725" y="5819775"/>
          <p14:tracePt t="146113" x="2014538" y="5843588"/>
          <p14:tracePt t="146121" x="2027238" y="5868988"/>
          <p14:tracePt t="146129" x="2027238" y="5881688"/>
          <p14:tracePt t="146137" x="2027238" y="5907088"/>
          <p14:tracePt t="146145" x="2027238" y="5919788"/>
          <p14:tracePt t="146153" x="2027238" y="5945188"/>
          <p14:tracePt t="146161" x="2027238" y="5969000"/>
          <p14:tracePt t="146169" x="2027238" y="5994400"/>
          <p14:tracePt t="146177" x="2039938" y="6007100"/>
          <p14:tracePt t="146185" x="2039938" y="6019800"/>
          <p14:tracePt t="146193" x="2039938" y="6032500"/>
          <p14:tracePt t="146209" x="2039938" y="6045200"/>
          <p14:tracePt t="146329" x="2052638" y="6032500"/>
          <p14:tracePt t="146337" x="2052638" y="5994400"/>
          <p14:tracePt t="146345" x="2052638" y="5932488"/>
          <p14:tracePt t="146353" x="2039938" y="5894388"/>
          <p14:tracePt t="146362" x="2003425" y="5843588"/>
          <p14:tracePt t="146369" x="2003425" y="5832475"/>
          <p14:tracePt t="146377" x="1990725" y="5794375"/>
          <p14:tracePt t="146385" x="1965325" y="5781675"/>
          <p14:tracePt t="146393" x="1965325" y="5756275"/>
          <p14:tracePt t="146401" x="1952625" y="5743575"/>
          <p14:tracePt t="146409" x="1939925" y="5732463"/>
          <p14:tracePt t="146417" x="1939925" y="5707063"/>
          <p14:tracePt t="146425" x="1927225" y="5707063"/>
          <p14:tracePt t="146434" x="1914525" y="5694363"/>
          <p14:tracePt t="146441" x="1914525" y="5681663"/>
          <p14:tracePt t="146457" x="1903413" y="5668963"/>
          <p14:tracePt t="146473" x="1890713" y="5656263"/>
          <p14:tracePt t="146609" x="1890713" y="5681663"/>
          <p14:tracePt t="146618" x="1890713" y="5694363"/>
          <p14:tracePt t="146625" x="1903413" y="5707063"/>
          <p14:tracePt t="146633" x="1903413" y="5743575"/>
          <p14:tracePt t="146641" x="1927225" y="5768975"/>
          <p14:tracePt t="146657" x="1927225" y="5794375"/>
          <p14:tracePt t="146705" x="1927225" y="5807075"/>
          <p14:tracePt t="147033" x="1939925" y="5807075"/>
          <p14:tracePt t="147185" x="1952625" y="5807075"/>
          <p14:tracePt t="147233" x="1978025" y="5807075"/>
          <p14:tracePt t="147241" x="2003425" y="5807075"/>
          <p14:tracePt t="147265" x="2014538" y="5807075"/>
          <p14:tracePt t="147273" x="2027238" y="5807075"/>
          <p14:tracePt t="147289" x="2039938" y="5807075"/>
          <p14:tracePt t="147361" x="2052638" y="5807075"/>
          <p14:tracePt t="147393" x="2065338" y="5807075"/>
          <p14:tracePt t="147409" x="2078038" y="5807075"/>
          <p14:tracePt t="147433" x="2090738" y="5807075"/>
          <p14:tracePt t="147441" x="2127250" y="5807075"/>
          <p14:tracePt t="147449" x="2127250" y="5794375"/>
          <p14:tracePt t="147457" x="2139950" y="5794375"/>
          <p14:tracePt t="147465" x="2152650" y="5781675"/>
          <p14:tracePt t="147473" x="2165350" y="5768975"/>
          <p14:tracePt t="147489" x="2165350" y="5756275"/>
          <p14:tracePt t="147497" x="2165350" y="5743575"/>
          <p14:tracePt t="147505" x="2178050" y="5732463"/>
          <p14:tracePt t="147706" x="2178050" y="5719763"/>
          <p14:tracePt t="147713" x="2203450" y="5719763"/>
          <p14:tracePt t="147738" x="2216150" y="5732463"/>
          <p14:tracePt t="147825" x="2228850" y="5732463"/>
          <p14:tracePt t="148041" x="2239963" y="5732463"/>
          <p14:tracePt t="148049" x="2252663" y="5732463"/>
          <p14:tracePt t="148065" x="2265363" y="5732463"/>
          <p14:tracePt t="148105" x="2278063" y="5743575"/>
          <p14:tracePt t="148113" x="2278063" y="5756275"/>
          <p14:tracePt t="148153" x="2290763" y="5756275"/>
          <p14:tracePt t="148161" x="2303463" y="5756275"/>
          <p14:tracePt t="148177" x="2316163" y="5743575"/>
          <p14:tracePt t="148185" x="2316163" y="5719763"/>
          <p14:tracePt t="148193" x="2339975" y="5707063"/>
          <p14:tracePt t="148201" x="2352675" y="5681663"/>
          <p14:tracePt t="148209" x="2352675" y="5656263"/>
          <p14:tracePt t="148217" x="2365375" y="5630863"/>
          <p14:tracePt t="148225" x="2365375" y="5594350"/>
          <p14:tracePt t="148234" x="2378075" y="5568950"/>
          <p14:tracePt t="148241" x="2378075" y="5556250"/>
          <p14:tracePt t="148249" x="2378075" y="5530850"/>
          <p14:tracePt t="148401" x="2378075" y="5581650"/>
          <p14:tracePt t="148409" x="2390775" y="5607050"/>
          <p14:tracePt t="148417" x="2390775" y="5630863"/>
          <p14:tracePt t="148425" x="2390775" y="5681663"/>
          <p14:tracePt t="148433" x="2390775" y="5756275"/>
          <p14:tracePt t="148441" x="2390775" y="5807075"/>
          <p14:tracePt t="148449" x="2403475" y="5856288"/>
          <p14:tracePt t="148457" x="2416175" y="5919788"/>
          <p14:tracePt t="148465" x="2416175" y="5956300"/>
          <p14:tracePt t="148473" x="2416175" y="5981700"/>
          <p14:tracePt t="149137" x="2416175" y="5969000"/>
          <p14:tracePt t="149145" x="2416175" y="5956300"/>
          <p14:tracePt t="149153" x="2416175" y="5932488"/>
          <p14:tracePt t="149161" x="2416175" y="5919788"/>
          <p14:tracePt t="149170" x="2416175" y="5907088"/>
          <p14:tracePt t="149177" x="2416175" y="5894388"/>
          <p14:tracePt t="149185" x="2416175" y="5881688"/>
          <p14:tracePt t="149201" x="2416175" y="5868988"/>
          <p14:tracePt t="149729" x="2416175" y="5843588"/>
          <p14:tracePt t="149737" x="2416175" y="5819775"/>
          <p14:tracePt t="149745" x="2416175" y="5794375"/>
          <p14:tracePt t="149753" x="2416175" y="5781675"/>
          <p14:tracePt t="149761" x="2416175" y="5743575"/>
          <p14:tracePt t="149769" x="2416175" y="5719763"/>
          <p14:tracePt t="149777" x="2416175" y="5707063"/>
          <p14:tracePt t="149785" x="2416175" y="5668963"/>
          <p14:tracePt t="149794" x="2416175" y="5630863"/>
          <p14:tracePt t="149801" x="2416175" y="5607050"/>
          <p14:tracePt t="149810" x="2416175" y="5581650"/>
          <p14:tracePt t="149817" x="2416175" y="5568950"/>
          <p14:tracePt t="149825" x="2416175" y="5556250"/>
          <p14:tracePt t="149833" x="2416175" y="5543550"/>
          <p14:tracePt t="149841" x="2416175" y="5530850"/>
          <p14:tracePt t="149969" x="2428875" y="5518150"/>
          <p14:tracePt t="149977" x="2452688" y="5518150"/>
          <p14:tracePt t="149985" x="2465388" y="5530850"/>
          <p14:tracePt t="149994" x="2490788" y="5530850"/>
          <p14:tracePt t="150001" x="2490788" y="5543550"/>
          <p14:tracePt t="150009" x="2503488" y="5556250"/>
          <p14:tracePt t="150017" x="2541588" y="5568950"/>
          <p14:tracePt t="150025" x="2554288" y="5581650"/>
          <p14:tracePt t="150033" x="2565400" y="5581650"/>
          <p14:tracePt t="150041" x="2578100" y="5594350"/>
          <p14:tracePt t="150049" x="2590800" y="5607050"/>
          <p14:tracePt t="150057" x="2616200" y="5619750"/>
          <p14:tracePt t="150065" x="2616200" y="5630863"/>
          <p14:tracePt t="150074" x="2628900" y="5630863"/>
          <p14:tracePt t="150081" x="2641600" y="5630863"/>
          <p14:tracePt t="150089" x="2654300" y="5643563"/>
          <p14:tracePt t="150106" x="2667000" y="5668963"/>
          <p14:tracePt t="150113" x="2678113" y="5668963"/>
          <p14:tracePt t="150121" x="2678113" y="5681663"/>
          <p14:tracePt t="150129" x="2690813" y="5681663"/>
          <p14:tracePt t="150137" x="2690813" y="5694363"/>
          <p14:tracePt t="150145" x="2690813" y="5707063"/>
          <p14:tracePt t="150153" x="2690813" y="5719763"/>
          <p14:tracePt t="150161" x="2690813" y="5732463"/>
          <p14:tracePt t="150169" x="2690813" y="5743575"/>
          <p14:tracePt t="150185" x="2690813" y="5756275"/>
          <p14:tracePt t="150201" x="2690813" y="5768975"/>
          <p14:tracePt t="150225" x="2690813" y="5781675"/>
          <p14:tracePt t="150233" x="2690813" y="5794375"/>
          <p14:tracePt t="150249" x="2678113" y="5807075"/>
          <p14:tracePt t="150281" x="2667000" y="5819775"/>
          <p14:tracePt t="150297" x="2667000" y="5832475"/>
          <p14:tracePt t="150329" x="2654300" y="5843588"/>
          <p14:tracePt t="150345" x="2641600" y="5843588"/>
          <p14:tracePt t="150353" x="2616200" y="5843588"/>
          <p14:tracePt t="150362" x="2603500" y="5843588"/>
          <p14:tracePt t="150369" x="2554288" y="5843588"/>
          <p14:tracePt t="150378" x="2528888" y="5843588"/>
          <p14:tracePt t="150385" x="2516188" y="5843588"/>
          <p14:tracePt t="150401" x="2490788" y="5843588"/>
          <p14:tracePt t="150409" x="2465388" y="5843588"/>
          <p14:tracePt t="150425" x="2441575" y="5832475"/>
          <p14:tracePt t="150754" x="2428875" y="5832475"/>
          <p14:tracePt t="150793" x="2441575" y="5832475"/>
          <p14:tracePt t="150817" x="2452688" y="5832475"/>
          <p14:tracePt t="150961" x="2452688" y="5843588"/>
          <p14:tracePt t="150977" x="2452688" y="5856288"/>
          <p14:tracePt t="150985" x="2452688" y="5868988"/>
          <p14:tracePt t="150993" x="2465388" y="5868988"/>
          <p14:tracePt t="151001" x="2465388" y="5881688"/>
          <p14:tracePt t="151049" x="2478088" y="5881688"/>
          <p14:tracePt t="151089" x="2503488" y="5881688"/>
          <p14:tracePt t="151122" x="2503488" y="5868988"/>
          <p14:tracePt t="151130" x="2503488" y="5832475"/>
          <p14:tracePt t="151137" x="2503488" y="5819775"/>
          <p14:tracePt t="151153" x="2503488" y="5794375"/>
          <p14:tracePt t="151161" x="2503488" y="5781675"/>
          <p14:tracePt t="151169" x="2503488" y="5756275"/>
          <p14:tracePt t="151185" x="2503488" y="5743575"/>
          <p14:tracePt t="151217" x="2503488" y="5732463"/>
          <p14:tracePt t="151417" x="2516188" y="5732463"/>
          <p14:tracePt t="151449" x="2528888" y="5732463"/>
          <p14:tracePt t="151457" x="2541588" y="5743575"/>
          <p14:tracePt t="151481" x="2554288" y="5756275"/>
          <p14:tracePt t="151498" x="2554288" y="5781675"/>
          <p14:tracePt t="151561" x="2565400" y="5794375"/>
          <p14:tracePt t="151593" x="2578100" y="5794375"/>
          <p14:tracePt t="151617" x="2590800" y="5794375"/>
          <p14:tracePt t="151649" x="2603500" y="5794375"/>
          <p14:tracePt t="151665" x="2616200" y="5794375"/>
          <p14:tracePt t="151673" x="2628900" y="5794375"/>
          <p14:tracePt t="151682" x="2641600" y="5781675"/>
          <p14:tracePt t="151689" x="2654300" y="5781675"/>
          <p14:tracePt t="151697" x="2654300" y="5768975"/>
          <p14:tracePt t="151705" x="2667000" y="5756275"/>
          <p14:tracePt t="151713" x="2678113" y="5743575"/>
          <p14:tracePt t="151737" x="2678113" y="5719763"/>
          <p14:tracePt t="151753" x="2690813" y="5719763"/>
          <p14:tracePt t="152225" x="2703513" y="5719763"/>
          <p14:tracePt t="152289" x="2728913" y="5719763"/>
          <p14:tracePt t="152297" x="2741613" y="5719763"/>
          <p14:tracePt t="152305" x="2790825" y="5707063"/>
          <p14:tracePt t="152313" x="2828925" y="5668963"/>
          <p14:tracePt t="152321" x="2854325" y="5643563"/>
          <p14:tracePt t="152329" x="2879725" y="5594350"/>
          <p14:tracePt t="152337" x="2890838" y="5556250"/>
          <p14:tracePt t="152345" x="2903538" y="5507038"/>
          <p14:tracePt t="152361" x="2903538" y="5468938"/>
          <p14:tracePt t="152481" x="2903538" y="5481638"/>
          <p14:tracePt t="152489" x="2890838" y="5568950"/>
          <p14:tracePt t="152497" x="2879725" y="5643563"/>
          <p14:tracePt t="152505" x="2854325" y="5707063"/>
          <p14:tracePt t="152513" x="2854325" y="5756275"/>
          <p14:tracePt t="152521" x="2828925" y="5832475"/>
          <p14:tracePt t="152529" x="2816225" y="5907088"/>
          <p14:tracePt t="152537" x="2816225" y="5932488"/>
          <p14:tracePt t="152546" x="2816225" y="5945188"/>
          <p14:tracePt t="152553" x="2816225" y="5956300"/>
          <p14:tracePt t="152673" x="2828925" y="5919788"/>
          <p14:tracePt t="152681" x="2854325" y="5894388"/>
          <p14:tracePt t="152689" x="2854325" y="5881688"/>
          <p14:tracePt t="152697" x="2867025" y="5856288"/>
          <p14:tracePt t="152705" x="2879725" y="5832475"/>
          <p14:tracePt t="152713" x="2879725" y="5819775"/>
          <p14:tracePt t="152721" x="2879725" y="5807075"/>
          <p14:tracePt t="152737" x="2890838" y="5794375"/>
          <p14:tracePt t="152753" x="2890838" y="5781675"/>
          <p14:tracePt t="152961" x="2903538" y="5781675"/>
          <p14:tracePt t="152969" x="2916238" y="5794375"/>
          <p14:tracePt t="153017" x="2928938" y="5794375"/>
          <p14:tracePt t="153097" x="2941638" y="5794375"/>
          <p14:tracePt t="154001" x="2954338" y="5781675"/>
          <p14:tracePt t="154041" x="2967038" y="5781675"/>
          <p14:tracePt t="154049" x="2979738" y="5781675"/>
          <p14:tracePt t="154065" x="3003550" y="5781675"/>
          <p14:tracePt t="154129" x="2903538" y="5781675"/>
          <p14:tracePt t="154137" x="2754313" y="5719763"/>
          <p14:tracePt t="154145" x="2565400" y="5668963"/>
          <p14:tracePt t="154153" x="2352675" y="5607050"/>
          <p14:tracePt t="154161" x="2090738" y="5556250"/>
          <p14:tracePt t="154169" x="1903413" y="5543550"/>
          <p14:tracePt t="154177" x="1739900" y="5507038"/>
          <p14:tracePt t="154185" x="1639888" y="5507038"/>
          <p14:tracePt t="154193" x="1565275" y="5494338"/>
          <p14:tracePt t="154201" x="1514475" y="5494338"/>
          <p14:tracePt t="154209" x="1489075" y="5494338"/>
          <p14:tracePt t="154249" x="1476375" y="5494338"/>
          <p14:tracePt t="154313" x="1476375" y="5518150"/>
          <p14:tracePt t="154337" x="1476375" y="5530850"/>
          <p14:tracePt t="154345" x="1476375" y="5556250"/>
          <p14:tracePt t="154369" x="1476375" y="5568950"/>
          <p14:tracePt t="154401" x="1476375" y="5594350"/>
          <p14:tracePt t="154433" x="1476375" y="5607050"/>
          <p14:tracePt t="154465" x="1489075" y="5619750"/>
          <p14:tracePt t="154473" x="1565275" y="5656263"/>
          <p14:tracePt t="154481" x="1665288" y="5681663"/>
          <p14:tracePt t="154490" x="1814513" y="5707063"/>
          <p14:tracePt t="154497" x="2078038" y="5719763"/>
          <p14:tracePt t="154505" x="2352675" y="5743575"/>
          <p14:tracePt t="154513" x="2578100" y="5756275"/>
          <p14:tracePt t="154521" x="2778125" y="5756275"/>
          <p14:tracePt t="154529" x="2941638" y="5756275"/>
          <p14:tracePt t="154537" x="3067050" y="5756275"/>
          <p14:tracePt t="154545" x="3141663" y="5756275"/>
          <p14:tracePt t="154553" x="3216275" y="5756275"/>
          <p14:tracePt t="154561" x="3254375" y="5756275"/>
          <p14:tracePt t="154577" x="3279775" y="5756275"/>
          <p14:tracePt t="154753" x="3292475" y="5756275"/>
          <p14:tracePt t="154761" x="3317875" y="5756275"/>
          <p14:tracePt t="154897" x="3328988" y="5768975"/>
          <p14:tracePt t="154905" x="3341688" y="5768975"/>
          <p14:tracePt t="154921" x="3354388" y="5781675"/>
          <p14:tracePt t="154937" x="3354388" y="5807075"/>
          <p14:tracePt t="154945" x="3354388" y="5819775"/>
          <p14:tracePt t="154953" x="3354388" y="5832475"/>
          <p14:tracePt t="154961" x="3367088" y="5856288"/>
          <p14:tracePt t="154969" x="3367088" y="5868988"/>
          <p14:tracePt t="154977" x="3367088" y="5881688"/>
          <p14:tracePt t="155097" x="3367088" y="5894388"/>
          <p14:tracePt t="155137" x="3341688" y="5894388"/>
          <p14:tracePt t="155145" x="3328988" y="5881688"/>
          <p14:tracePt t="155153" x="3292475" y="5856288"/>
          <p14:tracePt t="155161" x="3267075" y="5832475"/>
          <p14:tracePt t="155170" x="3216275" y="5807075"/>
          <p14:tracePt t="155177" x="3179763" y="5781675"/>
          <p14:tracePt t="155185" x="3167063" y="5781675"/>
          <p14:tracePt t="155193" x="3141663" y="5756275"/>
          <p14:tracePt t="155201" x="3128963" y="5743575"/>
          <p14:tracePt t="155209" x="3128963" y="5732463"/>
          <p14:tracePt t="155242" x="3116263" y="5732463"/>
          <p14:tracePt t="155361" x="3116263" y="5743575"/>
          <p14:tracePt t="155369" x="3116263" y="5756275"/>
          <p14:tracePt t="155377" x="3128963" y="5768975"/>
          <p14:tracePt t="155385" x="3141663" y="5781675"/>
          <p14:tracePt t="155465" x="3141663" y="5794375"/>
          <p14:tracePt t="155473" x="3167063" y="5794375"/>
          <p14:tracePt t="155537" x="3179763" y="5794375"/>
          <p14:tracePt t="155577" x="3216275" y="5794375"/>
          <p14:tracePt t="155585" x="3279775" y="5794375"/>
          <p14:tracePt t="155593" x="3305175" y="5794375"/>
          <p14:tracePt t="155601" x="3317875" y="5794375"/>
          <p14:tracePt t="155610" x="3354388" y="5781675"/>
          <p14:tracePt t="155665" x="3367088" y="5768975"/>
          <p14:tracePt t="155793" x="3379788" y="5768975"/>
          <p14:tracePt t="155825" x="3392488" y="5768975"/>
          <p14:tracePt t="155857" x="3405188" y="5756275"/>
          <p14:tracePt t="155937" x="3417888" y="5756275"/>
          <p14:tracePt t="155945" x="3429000" y="5756275"/>
          <p14:tracePt t="155961" x="3441700" y="5756275"/>
          <p14:tracePt t="155977" x="3454400" y="5756275"/>
          <p14:tracePt t="156057" x="3467100" y="5756275"/>
          <p14:tracePt t="156257" x="3479800" y="5756275"/>
          <p14:tracePt t="156465" x="3492500" y="5756275"/>
          <p14:tracePt t="156481" x="3492500" y="5768975"/>
          <p14:tracePt t="156521" x="3492500" y="5781675"/>
          <p14:tracePt t="156537" x="3492500" y="5794375"/>
          <p14:tracePt t="156562" x="3492500" y="5807075"/>
          <p14:tracePt t="156737" x="3505200" y="5807075"/>
          <p14:tracePt t="156746" x="3530600" y="5794375"/>
          <p14:tracePt t="156753" x="3530600" y="5781675"/>
          <p14:tracePt t="156761" x="3554413" y="5781675"/>
          <p14:tracePt t="156769" x="3579813" y="5768975"/>
          <p14:tracePt t="156785" x="3605213" y="5756275"/>
          <p14:tracePt t="156857" x="3617913" y="5743575"/>
          <p14:tracePt t="156865" x="3630613" y="5732463"/>
          <p14:tracePt t="156905" x="3630613" y="5719763"/>
          <p14:tracePt t="156937" x="3630613" y="5707063"/>
          <p14:tracePt t="157097" x="3630613" y="5694363"/>
          <p14:tracePt t="157105" x="3667125" y="5694363"/>
          <p14:tracePt t="157121" x="3692525" y="5694363"/>
          <p14:tracePt t="157129" x="3705225" y="5694363"/>
          <p14:tracePt t="157145" x="3717925" y="5694363"/>
          <p14:tracePt t="157177" x="3730625" y="5707063"/>
          <p14:tracePt t="157209" x="3743325" y="5707063"/>
          <p14:tracePt t="157241" x="3756025" y="5719763"/>
          <p14:tracePt t="157281" x="3767138" y="5719763"/>
          <p14:tracePt t="157313" x="3779838" y="5732463"/>
          <p14:tracePt t="157441" x="3792538" y="5732463"/>
          <p14:tracePt t="157449" x="3792538" y="5743575"/>
          <p14:tracePt t="157465" x="3805238" y="5743575"/>
          <p14:tracePt t="157553" x="3817938" y="5743575"/>
          <p14:tracePt t="157561" x="3843338" y="5743575"/>
          <p14:tracePt t="157577" x="3867150" y="5743575"/>
          <p14:tracePt t="157585" x="3892550" y="5732463"/>
          <p14:tracePt t="157593" x="3892550" y="5719763"/>
          <p14:tracePt t="157601" x="3892550" y="5694363"/>
          <p14:tracePt t="157610" x="3892550" y="5668963"/>
          <p14:tracePt t="157617" x="3892550" y="5643563"/>
          <p14:tracePt t="157625" x="3892550" y="5607050"/>
          <p14:tracePt t="157641" x="3892550" y="5581650"/>
          <p14:tracePt t="157649" x="3892550" y="5568950"/>
          <p14:tracePt t="157673" x="3892550" y="5543550"/>
          <p14:tracePt t="157769" x="3892550" y="5530850"/>
          <p14:tracePt t="157913" x="3905250" y="5530850"/>
          <p14:tracePt t="157921" x="3917950" y="5543550"/>
          <p14:tracePt t="157929" x="3917950" y="5568950"/>
          <p14:tracePt t="157937" x="3917950" y="5594350"/>
          <p14:tracePt t="157945" x="3943350" y="5619750"/>
          <p14:tracePt t="157961" x="3956050" y="5630863"/>
          <p14:tracePt t="157969" x="3968750" y="5643563"/>
          <p14:tracePt t="157985" x="3979863" y="5643563"/>
          <p14:tracePt t="157993" x="3979863" y="5656263"/>
          <p14:tracePt t="158033" x="3992563" y="5656263"/>
          <p14:tracePt t="158113" x="4017963" y="5668963"/>
          <p14:tracePt t="158129" x="4017963" y="5681663"/>
          <p14:tracePt t="158153" x="4017963" y="5694363"/>
          <p14:tracePt t="158169" x="4030663" y="5707063"/>
          <p14:tracePt t="158185" x="4030663" y="5719763"/>
          <p14:tracePt t="158193" x="4030663" y="5732463"/>
          <p14:tracePt t="158209" x="4043363" y="5743575"/>
          <p14:tracePt t="158265" x="4056063" y="5743575"/>
          <p14:tracePt t="158281" x="4068763" y="5743575"/>
          <p14:tracePt t="158289" x="4092575" y="5743575"/>
          <p14:tracePt t="158297" x="4105275" y="5743575"/>
          <p14:tracePt t="158305" x="4117975" y="5743575"/>
          <p14:tracePt t="158313" x="4130675" y="5743575"/>
          <p14:tracePt t="158321" x="4168775" y="5743575"/>
          <p14:tracePt t="158329" x="4181475" y="5743575"/>
          <p14:tracePt t="158345" x="4205288" y="5743575"/>
          <p14:tracePt t="158362" x="4217988" y="5743575"/>
          <p14:tracePt t="158377" x="4230688" y="5743575"/>
          <p14:tracePt t="158401" x="4256088" y="5732463"/>
          <p14:tracePt t="158417" x="4256088" y="5719763"/>
          <p14:tracePt t="158457" x="4281488" y="5719763"/>
          <p14:tracePt t="158513" x="4294188" y="5707063"/>
          <p14:tracePt t="158553" x="4305300" y="5694363"/>
          <p14:tracePt t="158577" x="4330700" y="5681663"/>
          <p14:tracePt t="158657" x="4343400" y="5668963"/>
          <p14:tracePt t="158697" x="4356100" y="5656263"/>
          <p14:tracePt t="158785" x="4368800" y="5643563"/>
          <p14:tracePt t="160353" x="4368800" y="5630863"/>
          <p14:tracePt t="160361" x="4368800" y="5568950"/>
          <p14:tracePt t="160369" x="4368800" y="5456238"/>
          <p14:tracePt t="160377" x="4368800" y="5305425"/>
          <p14:tracePt t="160385" x="4381500" y="5130800"/>
          <p14:tracePt t="160393" x="4418013" y="4943475"/>
          <p14:tracePt t="160401" x="4456113" y="4692650"/>
          <p14:tracePt t="160409" x="4518025" y="4418013"/>
          <p14:tracePt t="160418" x="4556125" y="4167188"/>
          <p14:tracePt t="160425" x="4606925" y="3905250"/>
          <p14:tracePt t="160433" x="4694238" y="3654425"/>
          <p14:tracePt t="160441" x="4706938" y="3490913"/>
          <p14:tracePt t="160449" x="4732338" y="3303588"/>
          <p14:tracePt t="160457" x="4732338" y="3165475"/>
          <p14:tracePt t="160465" x="4732338" y="3041650"/>
          <p14:tracePt t="160473" x="4732338" y="2916238"/>
          <p14:tracePt t="160481" x="4732338" y="2816225"/>
          <p14:tracePt t="160490" x="4732338" y="2716213"/>
          <p14:tracePt t="160497" x="4743450" y="2652713"/>
          <p14:tracePt t="160505" x="4743450" y="2590800"/>
          <p14:tracePt t="160513" x="4743450" y="2540000"/>
          <p14:tracePt t="160521" x="4743450" y="2490788"/>
          <p14:tracePt t="160529" x="4743450" y="2439988"/>
          <p14:tracePt t="160537" x="4743450" y="2403475"/>
          <p14:tracePt t="160545" x="4743450" y="2365375"/>
          <p14:tracePt t="160553" x="4743450" y="2352675"/>
          <p14:tracePt t="160561" x="4743450" y="2314575"/>
          <p14:tracePt t="160569" x="4732338" y="2290763"/>
          <p14:tracePt t="160577" x="4694238" y="2265363"/>
          <p14:tracePt t="160585" x="4630738" y="2239963"/>
          <p14:tracePt t="160593" x="4518025" y="2178050"/>
          <p14:tracePt t="160602" x="4381500" y="2127250"/>
          <p14:tracePt t="160609" x="4217988" y="2078038"/>
          <p14:tracePt t="160617" x="3979863" y="1989138"/>
          <p14:tracePt t="160625" x="3717925" y="1889125"/>
          <p14:tracePt t="160633" x="3492500" y="1839913"/>
          <p14:tracePt t="160641" x="3216275" y="1765300"/>
          <p14:tracePt t="160649" x="3079750" y="1727200"/>
          <p14:tracePt t="160657" x="2928938" y="1689100"/>
          <p14:tracePt t="160665" x="2778125" y="1676400"/>
          <p14:tracePt t="160674" x="2678113" y="1652588"/>
          <p14:tracePt t="160681" x="2590800" y="1639888"/>
          <p14:tracePt t="160689" x="2490788" y="1639888"/>
          <p14:tracePt t="160697" x="2403475" y="1639888"/>
          <p14:tracePt t="160705" x="2290763" y="1639888"/>
          <p14:tracePt t="160713" x="2152650" y="1639888"/>
          <p14:tracePt t="160721" x="2027238" y="1639888"/>
          <p14:tracePt t="160729" x="1865313" y="1652588"/>
          <p14:tracePt t="160737" x="1739900" y="1689100"/>
          <p14:tracePt t="160745" x="1565275" y="1727200"/>
          <p14:tracePt t="160753" x="1427163" y="1776413"/>
          <p14:tracePt t="160761" x="1289050" y="1827213"/>
          <p14:tracePt t="160769" x="1189038" y="1876425"/>
          <p14:tracePt t="160777" x="1076325" y="1927225"/>
          <p14:tracePt t="160786" x="1001713" y="1939925"/>
          <p14:tracePt t="160793" x="976313" y="1965325"/>
          <p14:tracePt t="160801" x="950913" y="1978025"/>
          <p14:tracePt t="160809" x="938213" y="1989138"/>
          <p14:tracePt t="160817" x="914400" y="1989138"/>
          <p14:tracePt t="160833" x="901700" y="2014538"/>
          <p14:tracePt t="160841" x="876300" y="2027238"/>
          <p14:tracePt t="160849" x="876300" y="2039938"/>
          <p14:tracePt t="160857" x="850900" y="2052638"/>
          <p14:tracePt t="160865" x="825500" y="2065338"/>
          <p14:tracePt t="160874" x="814388" y="2078038"/>
          <p14:tracePt t="160881" x="801688" y="2101850"/>
          <p14:tracePt t="160889" x="788988" y="2101850"/>
          <p14:tracePt t="160905" x="788988" y="2114550"/>
          <p14:tracePt t="160969" x="788988" y="2127250"/>
          <p14:tracePt t="160977" x="788988" y="2139950"/>
          <p14:tracePt t="160993" x="788988" y="2152650"/>
          <p14:tracePt t="161001" x="801688" y="2165350"/>
          <p14:tracePt t="161009" x="876300" y="2165350"/>
          <p14:tracePt t="161017" x="901700" y="2178050"/>
          <p14:tracePt t="161025" x="1014413" y="2190750"/>
          <p14:tracePt t="161033" x="1214438" y="2190750"/>
          <p14:tracePt t="161041" x="1565275" y="2190750"/>
          <p14:tracePt t="161049" x="2139950" y="2190750"/>
          <p14:tracePt t="161058" x="2716213" y="2190750"/>
          <p14:tracePt t="161065" x="3354388" y="2190750"/>
          <p14:tracePt t="161073" x="3867150" y="2190750"/>
          <p14:tracePt t="161081" x="4443413" y="2190750"/>
          <p14:tracePt t="161089" x="4956175" y="2214563"/>
          <p14:tracePt t="161097" x="5370513" y="2214563"/>
          <p14:tracePt t="161105" x="5607050" y="2214563"/>
          <p14:tracePt t="161113" x="5757863" y="2190750"/>
          <p14:tracePt t="161121" x="5857875" y="2178050"/>
          <p14:tracePt t="161129" x="5932488" y="2178050"/>
          <p14:tracePt t="161137" x="5995988" y="2178050"/>
          <p14:tracePt t="161145" x="6034088" y="2165350"/>
          <p14:tracePt t="161153" x="6108700" y="2139950"/>
          <p14:tracePt t="161161" x="6157913" y="2139950"/>
          <p14:tracePt t="161170" x="6208713" y="2127250"/>
          <p14:tracePt t="161177" x="6246813" y="2127250"/>
          <p14:tracePt t="161185" x="6259513" y="2127250"/>
          <p14:tracePt t="161193" x="6270625" y="2127250"/>
          <p14:tracePt t="161393" x="6283325" y="2127250"/>
          <p14:tracePt t="161601" x="6283325" y="2227263"/>
          <p14:tracePt t="161609" x="6246813" y="2352675"/>
          <p14:tracePt t="161617" x="6183313" y="2503488"/>
          <p14:tracePt t="161626" x="6108700" y="2678113"/>
          <p14:tracePt t="161633" x="5932488" y="2941638"/>
          <p14:tracePt t="161641" x="5745163" y="3278188"/>
          <p14:tracePt t="161649" x="5532438" y="3641725"/>
          <p14:tracePt t="161657" x="5294313" y="3992563"/>
          <p14:tracePt t="161665" x="4981575" y="4341813"/>
          <p14:tracePt t="161673" x="4643438" y="4730750"/>
          <p14:tracePt t="161681" x="4305300" y="5056188"/>
          <p14:tracePt t="161689" x="3992563" y="5305425"/>
          <p14:tracePt t="161697" x="3779838" y="5518150"/>
          <p14:tracePt t="161705" x="3592513" y="5643563"/>
          <p14:tracePt t="161713" x="3454400" y="5707063"/>
          <p14:tracePt t="161721" x="3367088" y="5781675"/>
          <p14:tracePt t="161729" x="3341688" y="5794375"/>
          <p14:tracePt t="161737" x="3317875" y="5807075"/>
          <p14:tracePt t="161753" x="3305175" y="5807075"/>
          <p14:tracePt t="161761" x="3292475" y="5819775"/>
          <p14:tracePt t="161769" x="3279775" y="5819775"/>
          <p14:tracePt t="161777" x="3241675" y="5843588"/>
          <p14:tracePt t="161785" x="3192463" y="5856288"/>
          <p14:tracePt t="161793" x="3141663" y="5856288"/>
          <p14:tracePt t="161801" x="3128963" y="5868988"/>
          <p14:tracePt t="161810" x="3092450" y="5881688"/>
          <p14:tracePt t="161817" x="3067050" y="5894388"/>
          <p14:tracePt t="161825" x="3028950" y="5894388"/>
          <p14:tracePt t="161833" x="3003550" y="5894388"/>
          <p14:tracePt t="161841" x="2967038" y="5894388"/>
          <p14:tracePt t="161849" x="2941638" y="5894388"/>
          <p14:tracePt t="161857" x="2890838" y="5894388"/>
          <p14:tracePt t="161865" x="2841625" y="5894388"/>
          <p14:tracePt t="161873" x="2728913" y="5907088"/>
          <p14:tracePt t="161881" x="2616200" y="5919788"/>
          <p14:tracePt t="161889" x="2490788" y="5945188"/>
          <p14:tracePt t="161897" x="2352675" y="5956300"/>
          <p14:tracePt t="161905" x="2216150" y="5981700"/>
          <p14:tracePt t="161913" x="2116138" y="5994400"/>
          <p14:tracePt t="161922" x="2014538" y="6019800"/>
          <p14:tracePt t="161940" x="1914525" y="6019800"/>
          <p14:tracePt t="161945" x="1903413" y="6019800"/>
          <p14:tracePt t="161953" x="1865313" y="6019800"/>
          <p14:tracePt t="161961" x="1852613" y="6019800"/>
          <p14:tracePt t="161969" x="1827213" y="6019800"/>
          <p14:tracePt t="161977" x="1801813" y="6019800"/>
          <p14:tracePt t="161985" x="1778000" y="6019800"/>
          <p14:tracePt t="162001" x="1752600" y="6019800"/>
          <p14:tracePt t="162009" x="1739900" y="6019800"/>
          <p14:tracePt t="162017" x="1701800" y="6019800"/>
          <p14:tracePt t="162025" x="1677988" y="6019800"/>
          <p14:tracePt t="162033" x="1652588" y="6019800"/>
          <p14:tracePt t="162041" x="1639888" y="6019800"/>
          <p14:tracePt t="162049" x="1627188" y="6019800"/>
          <p14:tracePt t="162057" x="1601788" y="6019800"/>
          <p14:tracePt t="162073" x="1577975" y="6019800"/>
          <p14:tracePt t="162089" x="1552575" y="6019800"/>
          <p14:tracePt t="162106" x="1527175" y="6019800"/>
          <p14:tracePt t="162137" x="1514475" y="6019800"/>
          <p14:tracePt t="162657" x="1527175" y="6032500"/>
          <p14:tracePt t="162665" x="1601788" y="6056313"/>
          <p14:tracePt t="162673" x="1627188" y="6094413"/>
          <p14:tracePt t="162681" x="1639888" y="6094413"/>
          <p14:tracePt t="162689" x="1677988" y="6132513"/>
          <p14:tracePt t="162697" x="1714500" y="6145213"/>
          <p14:tracePt t="162705" x="1739900" y="6169025"/>
          <p14:tracePt t="162713" x="1752600" y="6181725"/>
          <p14:tracePt t="162721" x="1778000" y="6181725"/>
          <p14:tracePt t="162729" x="1778000" y="6194425"/>
          <p14:tracePt t="162737" x="1801813" y="6194425"/>
          <p14:tracePt t="162746" x="1814513" y="6194425"/>
          <p14:tracePt t="162761" x="1827213" y="6194425"/>
          <p14:tracePt t="162777" x="1839913" y="6194425"/>
          <p14:tracePt t="162785" x="1852613" y="6194425"/>
          <p14:tracePt t="162833" x="1878013" y="6194425"/>
          <p14:tracePt t="162841" x="1878013" y="6181725"/>
          <p14:tracePt t="162849" x="1890713" y="6157913"/>
          <p14:tracePt t="162857" x="1890713" y="6132513"/>
          <p14:tracePt t="162865" x="1890713" y="6119813"/>
          <p14:tracePt t="162873" x="1890713" y="6094413"/>
          <p14:tracePt t="162881" x="1903413" y="6056313"/>
          <p14:tracePt t="162889" x="1914525" y="6032500"/>
          <p14:tracePt t="162897" x="1914525" y="6007100"/>
          <p14:tracePt t="162913" x="1914525" y="5981700"/>
          <p14:tracePt t="162921" x="1914525" y="5969000"/>
          <p14:tracePt t="162941" x="1914525" y="5956300"/>
          <p14:tracePt t="162953" x="1914525" y="5945188"/>
          <p14:tracePt t="163089" x="1914525" y="5956300"/>
          <p14:tracePt t="163097" x="1914525" y="5981700"/>
          <p14:tracePt t="163105" x="1914525" y="6007100"/>
          <p14:tracePt t="163114" x="1914525" y="6019800"/>
          <p14:tracePt t="163121" x="1903413" y="6032500"/>
          <p14:tracePt t="163193" x="1890713" y="6032500"/>
          <p14:tracePt t="163201" x="1852613" y="6032500"/>
          <p14:tracePt t="163209" x="1827213" y="6032500"/>
          <p14:tracePt t="163217" x="1814513" y="6032500"/>
          <p14:tracePt t="163233" x="1790700" y="6032500"/>
          <p14:tracePt t="163241" x="1778000" y="6032500"/>
          <p14:tracePt t="163249" x="1765300" y="6032500"/>
          <p14:tracePt t="163257" x="1752600" y="6032500"/>
          <p14:tracePt t="163265" x="1727200" y="6032500"/>
          <p14:tracePt t="163289" x="1701800" y="6032500"/>
          <p14:tracePt t="163297" x="1689100" y="6032500"/>
          <p14:tracePt t="163305" x="1665288" y="6032500"/>
          <p14:tracePt t="163313" x="1652588" y="6032500"/>
          <p14:tracePt t="163321" x="1614488" y="6032500"/>
          <p14:tracePt t="163329" x="1601788" y="6032500"/>
          <p14:tracePt t="163337" x="1577975" y="6032500"/>
          <p14:tracePt t="163345" x="1552575" y="6019800"/>
          <p14:tracePt t="163353" x="1539875" y="6019800"/>
          <p14:tracePt t="163361" x="1527175" y="6007100"/>
          <p14:tracePt t="163369" x="1514475" y="5994400"/>
          <p14:tracePt t="163377" x="1501775" y="5994400"/>
          <p14:tracePt t="163385" x="1489075" y="5994400"/>
          <p14:tracePt t="163457" x="1476375" y="5994400"/>
          <p14:tracePt t="163465" x="1465263" y="5994400"/>
          <p14:tracePt t="163537" x="1452563" y="5994400"/>
          <p14:tracePt t="163657" x="1489075" y="5994400"/>
          <p14:tracePt t="163665" x="1527175" y="6007100"/>
          <p14:tracePt t="163673" x="1539875" y="6019800"/>
          <p14:tracePt t="163682" x="1565275" y="6019800"/>
          <p14:tracePt t="163689" x="1589088" y="6019800"/>
          <p14:tracePt t="163705" x="1614488" y="6019800"/>
          <p14:tracePt t="163713" x="1627188" y="6019800"/>
          <p14:tracePt t="163729" x="1639888" y="6019800"/>
          <p14:tracePt t="163737" x="1652588" y="6019800"/>
          <p14:tracePt t="163753" x="1665288" y="6019800"/>
          <p14:tracePt t="163793" x="1677988" y="6007100"/>
          <p14:tracePt t="163865" x="1689100" y="6007100"/>
          <p14:tracePt t="163937" x="1701800" y="6007100"/>
          <p14:tracePt t="163969" x="1714500" y="6007100"/>
          <p14:tracePt t="163977" x="1727200" y="6007100"/>
          <p14:tracePt t="163993" x="1739900" y="6007100"/>
          <p14:tracePt t="164001" x="1752600" y="6007100"/>
          <p14:tracePt t="164009" x="1765300" y="6007100"/>
          <p14:tracePt t="164017" x="1778000" y="6019800"/>
          <p14:tracePt t="164025" x="1790700" y="6019800"/>
          <p14:tracePt t="164033" x="1801813" y="6032500"/>
          <p14:tracePt t="164050" x="1827213" y="6056313"/>
          <p14:tracePt t="164065" x="1852613" y="6081713"/>
          <p14:tracePt t="164073" x="1852613" y="6094413"/>
          <p14:tracePt t="164081" x="1865313" y="6094413"/>
          <p14:tracePt t="164089" x="1878013" y="6119813"/>
          <p14:tracePt t="164105" x="1890713" y="6132513"/>
          <p14:tracePt t="164113" x="1890713" y="6145213"/>
          <p14:tracePt t="164161" x="1903413" y="6157913"/>
          <p14:tracePt t="164177" x="1914525" y="6157913"/>
          <p14:tracePt t="164185" x="1927225" y="6157913"/>
          <p14:tracePt t="164193" x="1952625" y="6157913"/>
          <p14:tracePt t="164209" x="1965325" y="6157913"/>
          <p14:tracePt t="164217" x="1990725" y="6157913"/>
          <p14:tracePt t="164225" x="2014538" y="6157913"/>
          <p14:tracePt t="164233" x="2039938" y="6157913"/>
          <p14:tracePt t="164249" x="2065338" y="6145213"/>
          <p14:tracePt t="164257" x="2090738" y="6132513"/>
          <p14:tracePt t="164265" x="2090738" y="6119813"/>
          <p14:tracePt t="164273" x="2103438" y="6081713"/>
          <p14:tracePt t="164281" x="2103438" y="6069013"/>
          <p14:tracePt t="164289" x="2103438" y="6032500"/>
          <p14:tracePt t="164297" x="2103438" y="6019800"/>
          <p14:tracePt t="164305" x="2103438" y="5981700"/>
          <p14:tracePt t="164313" x="2103438" y="5969000"/>
          <p14:tracePt t="164321" x="2103438" y="5945188"/>
          <p14:tracePt t="164329" x="2090738" y="5907088"/>
          <p14:tracePt t="164337" x="2078038" y="5881688"/>
          <p14:tracePt t="164345" x="2078038" y="5856288"/>
          <p14:tracePt t="164353" x="2039938" y="5832475"/>
          <p14:tracePt t="164361" x="2039938" y="5819775"/>
          <p14:tracePt t="164385" x="2027238" y="5807075"/>
          <p14:tracePt t="164417" x="2014538" y="5807075"/>
          <p14:tracePt t="164425" x="1990725" y="5807075"/>
          <p14:tracePt t="164434" x="1965325" y="5807075"/>
          <p14:tracePt t="164441" x="1939925" y="5807075"/>
          <p14:tracePt t="164449" x="1927225" y="5807075"/>
          <p14:tracePt t="164457" x="1903413" y="5807075"/>
          <p14:tracePt t="164465" x="1890713" y="5807075"/>
          <p14:tracePt t="164473" x="1878013" y="5807075"/>
          <p14:tracePt t="164489" x="1852613" y="5807075"/>
          <p14:tracePt t="164497" x="1827213" y="5819775"/>
          <p14:tracePt t="164513" x="1801813" y="5843588"/>
          <p14:tracePt t="164529" x="1790700" y="5856288"/>
          <p14:tracePt t="164553" x="1778000" y="5868988"/>
          <p14:tracePt t="164569" x="1778000" y="5881688"/>
          <p14:tracePt t="164593" x="1778000" y="5907088"/>
          <p14:tracePt t="164625" x="1778000" y="5919788"/>
          <p14:tracePt t="164633" x="1790700" y="5981700"/>
          <p14:tracePt t="164649" x="1801813" y="5994400"/>
          <p14:tracePt t="164657" x="1801813" y="6007100"/>
          <p14:tracePt t="164665" x="1814513" y="6019800"/>
          <p14:tracePt t="164673" x="1827213" y="6032500"/>
          <p14:tracePt t="164681" x="1839913" y="6045200"/>
          <p14:tracePt t="164689" x="1852613" y="6056313"/>
          <p14:tracePt t="164705" x="1865313" y="6069013"/>
          <p14:tracePt t="164721" x="1878013" y="6081713"/>
          <p14:tracePt t="164730" x="1890713" y="6081713"/>
          <p14:tracePt t="164745" x="1890713" y="6094413"/>
          <p14:tracePt t="164753" x="1903413" y="6094413"/>
          <p14:tracePt t="164769" x="1914525" y="6094413"/>
          <p14:tracePt t="164785" x="1939925" y="6094413"/>
          <p14:tracePt t="164802" x="1952625" y="6094413"/>
          <p14:tracePt t="164809" x="1965325" y="6094413"/>
          <p14:tracePt t="164817" x="1978025" y="6094413"/>
          <p14:tracePt t="164825" x="2003425" y="6094413"/>
          <p14:tracePt t="164833" x="2014538" y="6094413"/>
          <p14:tracePt t="164841" x="2027238" y="6094413"/>
          <p14:tracePt t="164857" x="2039938" y="6081713"/>
          <p14:tracePt t="164873" x="2039938" y="6045200"/>
          <p14:tracePt t="164881" x="2039938" y="6019800"/>
          <p14:tracePt t="164889" x="2039938" y="5994400"/>
          <p14:tracePt t="164897" x="2039938" y="5969000"/>
          <p14:tracePt t="164905" x="2039938" y="5956300"/>
          <p14:tracePt t="164913" x="2014538" y="5907088"/>
          <p14:tracePt t="164929" x="1990725" y="5881688"/>
          <p14:tracePt t="164937" x="1990725" y="5868988"/>
          <p14:tracePt t="164948" x="1978025" y="5868988"/>
          <p14:tracePt t="164977" x="1952625" y="5868988"/>
          <p14:tracePt t="165017" x="1927225" y="5881688"/>
          <p14:tracePt t="165025" x="1927225" y="5894388"/>
          <p14:tracePt t="165033" x="1927225" y="5907088"/>
          <p14:tracePt t="165049" x="1927225" y="5919788"/>
          <p14:tracePt t="165057" x="1903413" y="5932488"/>
          <p14:tracePt t="165065" x="1903413" y="5945188"/>
          <p14:tracePt t="165089" x="1903413" y="5956300"/>
          <p14:tracePt t="165273" x="1927225" y="5956300"/>
          <p14:tracePt t="165289" x="1952625" y="5969000"/>
          <p14:tracePt t="165297" x="1978025" y="5981700"/>
          <p14:tracePt t="165305" x="1990725" y="6007100"/>
          <p14:tracePt t="165313" x="2027238" y="6019800"/>
          <p14:tracePt t="165321" x="2052638" y="6045200"/>
          <p14:tracePt t="165329" x="2065338" y="6056313"/>
          <p14:tracePt t="165337" x="2078038" y="6056313"/>
          <p14:tracePt t="165345" x="2103438" y="6069013"/>
          <p14:tracePt t="165353" x="2116138" y="6069013"/>
          <p14:tracePt t="165361" x="2127250" y="6081713"/>
          <p14:tracePt t="165370" x="2139950" y="6081713"/>
          <p14:tracePt t="165377" x="2165350" y="6081713"/>
          <p14:tracePt t="165385" x="2190750" y="6081713"/>
          <p14:tracePt t="165401" x="2216150" y="6081713"/>
          <p14:tracePt t="165409" x="2239963" y="6081713"/>
          <p14:tracePt t="165417" x="2265363" y="6081713"/>
          <p14:tracePt t="165433" x="2290763" y="6081713"/>
          <p14:tracePt t="165449" x="2303463" y="6081713"/>
          <p14:tracePt t="165465" x="2316163" y="6081713"/>
          <p14:tracePt t="165473" x="2328863" y="6081713"/>
          <p14:tracePt t="165482" x="2339975" y="6081713"/>
          <p14:tracePt t="165505" x="2352675" y="6081713"/>
          <p14:tracePt t="165521" x="2365375" y="6081713"/>
          <p14:tracePt t="165529" x="2378075" y="6081713"/>
          <p14:tracePt t="165537" x="2390775" y="6081713"/>
          <p14:tracePt t="165554" x="2416175" y="6069013"/>
          <p14:tracePt t="165561" x="2452688" y="6045200"/>
          <p14:tracePt t="165569" x="2452688" y="6032500"/>
          <p14:tracePt t="165577" x="2465388" y="6032500"/>
          <p14:tracePt t="165585" x="2465388" y="6019800"/>
          <p14:tracePt t="165593" x="2478088" y="6019800"/>
          <p14:tracePt t="165601" x="2490788" y="6007100"/>
          <p14:tracePt t="165609" x="2503488" y="5994400"/>
          <p14:tracePt t="165633" x="2516188" y="5981700"/>
          <p14:tracePt t="165649" x="2516188" y="5969000"/>
          <p14:tracePt t="165665" x="2516188" y="5956300"/>
          <p14:tracePt t="165689" x="2516188" y="5945188"/>
          <p14:tracePt t="165705" x="2516188" y="5932488"/>
          <p14:tracePt t="165729" x="2516188" y="5919788"/>
          <p14:tracePt t="165737" x="2516188" y="5907088"/>
          <p14:tracePt t="165745" x="2503488" y="5907088"/>
          <p14:tracePt t="165761" x="2490788" y="5907088"/>
          <p14:tracePt t="165769" x="2478088" y="5894388"/>
          <p14:tracePt t="165777" x="2465388" y="5894388"/>
          <p14:tracePt t="165793" x="2441575" y="5894388"/>
          <p14:tracePt t="165801" x="2428875" y="5894388"/>
          <p14:tracePt t="165817" x="2403475" y="5894388"/>
          <p14:tracePt t="165825" x="2390775" y="5894388"/>
          <p14:tracePt t="165841" x="2378075" y="5894388"/>
          <p14:tracePt t="165913" x="2378075" y="5919788"/>
          <p14:tracePt t="165921" x="2378075" y="5932488"/>
          <p14:tracePt t="165929" x="2378075" y="5956300"/>
          <p14:tracePt t="165937" x="2378075" y="5969000"/>
          <p14:tracePt t="165953" x="2378075" y="5994400"/>
          <p14:tracePt t="165961" x="2378075" y="6007100"/>
          <p14:tracePt t="165977" x="2378075" y="6032500"/>
          <p14:tracePt t="166033" x="2378075" y="6045200"/>
          <p14:tracePt t="166041" x="2390775" y="6045200"/>
          <p14:tracePt t="166057" x="2403475" y="6045200"/>
          <p14:tracePt t="166065" x="2428875" y="6045200"/>
          <p14:tracePt t="166073" x="2441575" y="6045200"/>
          <p14:tracePt t="166081" x="2452688" y="6045200"/>
          <p14:tracePt t="166089" x="2465388" y="6045200"/>
          <p14:tracePt t="166097" x="2490788" y="6045200"/>
          <p14:tracePt t="166105" x="2503488" y="6045200"/>
          <p14:tracePt t="166113" x="2516188" y="6045200"/>
          <p14:tracePt t="166121" x="2528888" y="6045200"/>
          <p14:tracePt t="166129" x="2554288" y="6045200"/>
          <p14:tracePt t="166137" x="2554288" y="6032500"/>
          <p14:tracePt t="166145" x="2565400" y="6019800"/>
          <p14:tracePt t="166153" x="2565400" y="5994400"/>
          <p14:tracePt t="166161" x="2565400" y="5969000"/>
          <p14:tracePt t="166169" x="2565400" y="5956300"/>
          <p14:tracePt t="166177" x="2565400" y="5945188"/>
          <p14:tracePt t="166185" x="2554288" y="5907088"/>
          <p14:tracePt t="166193" x="2541588" y="5868988"/>
          <p14:tracePt t="166201" x="2528888" y="5868988"/>
          <p14:tracePt t="166209" x="2503488" y="5843588"/>
          <p14:tracePt t="166217" x="2490788" y="5843588"/>
          <p14:tracePt t="166225" x="2490788" y="5832475"/>
          <p14:tracePt t="166233" x="2478088" y="5832475"/>
          <p14:tracePt t="166849" x="2478088" y="5856288"/>
          <p14:tracePt t="166857" x="2478088" y="5881688"/>
          <p14:tracePt t="166865" x="2478088" y="5907088"/>
          <p14:tracePt t="166874" x="2478088" y="5956300"/>
          <p14:tracePt t="166881" x="2452688" y="6007100"/>
          <p14:tracePt t="166889" x="2403475" y="6081713"/>
          <p14:tracePt t="166897" x="2378075" y="6119813"/>
          <p14:tracePt t="166905" x="2328863" y="6194425"/>
          <p14:tracePt t="166913" x="2265363" y="6257925"/>
          <p14:tracePt t="166921" x="2216150" y="6294438"/>
          <p14:tracePt t="166929" x="2178050" y="6332538"/>
          <p14:tracePt t="166937" x="2127250" y="6370638"/>
          <p14:tracePt t="166945" x="2116138" y="6381750"/>
          <p14:tracePt t="166953" x="2078038" y="6394450"/>
          <p14:tracePt t="166961" x="2065338" y="6394450"/>
          <p14:tracePt t="166969" x="2052638" y="6407150"/>
          <p14:tracePt t="166977" x="2039938" y="6407150"/>
          <p14:tracePt t="167025" x="2027238" y="6407150"/>
          <p14:tracePt t="167033" x="1990725" y="6407150"/>
          <p14:tracePt t="167049" x="1965325" y="6407150"/>
          <p14:tracePt t="167057" x="1939925" y="6381750"/>
          <p14:tracePt t="167065" x="1903413" y="6319838"/>
          <p14:tracePt t="167073" x="1878013" y="6307138"/>
          <p14:tracePt t="167081" x="1839913" y="6245225"/>
          <p14:tracePt t="167089" x="1814513" y="6219825"/>
          <p14:tracePt t="167097" x="1778000" y="6169025"/>
          <p14:tracePt t="167105" x="1752600" y="6107113"/>
          <p14:tracePt t="167113" x="1727200" y="6069013"/>
          <p14:tracePt t="167121" x="1727200" y="6045200"/>
          <p14:tracePt t="167129" x="1714500" y="6019800"/>
          <p14:tracePt t="167137" x="1714500" y="5981700"/>
          <p14:tracePt t="167145" x="1701800" y="5956300"/>
          <p14:tracePt t="167161" x="1701800" y="5932488"/>
          <p14:tracePt t="167169" x="1689100" y="5932488"/>
          <p14:tracePt t="167177" x="1689100" y="5919788"/>
          <p14:tracePt t="167185" x="1677988" y="5894388"/>
          <p14:tracePt t="167201" x="1652588" y="5868988"/>
          <p14:tracePt t="167209" x="1652588" y="5856288"/>
          <p14:tracePt t="167217" x="1614488" y="5832475"/>
          <p14:tracePt t="167225" x="1589088" y="5819775"/>
          <p14:tracePt t="167233" x="1552575" y="5807075"/>
          <p14:tracePt t="167242" x="1527175" y="5794375"/>
          <p14:tracePt t="167249" x="1501775" y="5794375"/>
          <p14:tracePt t="167257" x="1452563" y="5781675"/>
          <p14:tracePt t="167265" x="1363663" y="5768975"/>
          <p14:tracePt t="167273" x="1276350" y="5768975"/>
          <p14:tracePt t="167281" x="1176338" y="5768975"/>
          <p14:tracePt t="167289" x="1114425" y="5768975"/>
          <p14:tracePt t="167297" x="989013" y="5768975"/>
          <p14:tracePt t="167305" x="914400" y="5768975"/>
          <p14:tracePt t="167313" x="814388" y="5768975"/>
          <p14:tracePt t="167321" x="725488" y="5768975"/>
          <p14:tracePt t="167329" x="650875" y="5807075"/>
          <p14:tracePt t="167337" x="588963" y="5832475"/>
          <p14:tracePt t="167345" x="488950" y="5881688"/>
          <p14:tracePt t="167354" x="463550" y="5907088"/>
          <p14:tracePt t="167361" x="425450" y="5945188"/>
          <p14:tracePt t="167369" x="425450" y="5969000"/>
          <p14:tracePt t="167377" x="425450" y="6019800"/>
          <p14:tracePt t="167385" x="425450" y="6056313"/>
          <p14:tracePt t="167393" x="425450" y="6094413"/>
          <p14:tracePt t="167401" x="438150" y="6119813"/>
          <p14:tracePt t="167409" x="476250" y="6169025"/>
          <p14:tracePt t="167417" x="500063" y="6181725"/>
          <p14:tracePt t="167425" x="538163" y="6232525"/>
          <p14:tracePt t="167433" x="563563" y="6232525"/>
          <p14:tracePt t="167441" x="600075" y="6269038"/>
          <p14:tracePt t="167449" x="625475" y="6294438"/>
          <p14:tracePt t="167457" x="650875" y="6319838"/>
          <p14:tracePt t="167465" x="701675" y="6357938"/>
          <p14:tracePt t="167473" x="750888" y="6394450"/>
          <p14:tracePt t="167481" x="801688" y="6419850"/>
          <p14:tracePt t="167489" x="850900" y="6445250"/>
          <p14:tracePt t="167497" x="925513" y="6483350"/>
          <p14:tracePt t="167505" x="1001713" y="6494463"/>
          <p14:tracePt t="167513" x="1101725" y="6532563"/>
          <p14:tracePt t="167521" x="1176338" y="6532563"/>
          <p14:tracePt t="167529" x="1239838" y="6532563"/>
          <p14:tracePt t="167537" x="1327150" y="6532563"/>
          <p14:tracePt t="167545" x="1414463" y="6532563"/>
          <p14:tracePt t="167553" x="1501775" y="6519863"/>
          <p14:tracePt t="167561" x="1577975" y="6470650"/>
          <p14:tracePt t="167569" x="1665288" y="6419850"/>
          <p14:tracePt t="167577" x="1701800" y="6381750"/>
          <p14:tracePt t="167585" x="1801813" y="6332538"/>
          <p14:tracePt t="167593" x="1865313" y="6281738"/>
          <p14:tracePt t="167601" x="1890713" y="6257925"/>
          <p14:tracePt t="167609" x="1903413" y="6245225"/>
          <p14:tracePt t="167617" x="1927225" y="6181725"/>
          <p14:tracePt t="167633" x="1927225" y="6157913"/>
          <p14:tracePt t="167641" x="1927225" y="6145213"/>
          <p14:tracePt t="167649" x="1927225" y="6119813"/>
          <p14:tracePt t="167665" x="1927225" y="6107113"/>
          <p14:tracePt t="167673" x="1927225" y="6094413"/>
          <p14:tracePt t="167681" x="1927225" y="6081713"/>
          <p14:tracePt t="167697" x="1927225" y="6069013"/>
          <p14:tracePt t="167721" x="1927225" y="6056313"/>
          <p14:tracePt t="168121" x="1939925" y="6056313"/>
          <p14:tracePt t="168129" x="1952625" y="6069013"/>
          <p14:tracePt t="168137" x="1978025" y="6094413"/>
          <p14:tracePt t="168145" x="1978025" y="6107113"/>
          <p14:tracePt t="168153" x="1990725" y="6132513"/>
          <p14:tracePt t="168161" x="1990725" y="6157913"/>
          <p14:tracePt t="168169" x="2014538" y="6169025"/>
          <p14:tracePt t="168178" x="2014538" y="6207125"/>
          <p14:tracePt t="168185" x="2027238" y="6232525"/>
          <p14:tracePt t="168193" x="2027238" y="6269038"/>
          <p14:tracePt t="168201" x="2027238" y="6294438"/>
          <p14:tracePt t="168257" x="2039938" y="6307138"/>
          <p14:tracePt t="168273" x="2052638" y="6307138"/>
          <p14:tracePt t="168305" x="2052638" y="6281738"/>
          <p14:tracePt t="168313" x="2052638" y="6169025"/>
          <p14:tracePt t="168321" x="2052638" y="6119813"/>
          <p14:tracePt t="168329" x="2052638" y="6069013"/>
          <p14:tracePt t="168337" x="2052638" y="6007100"/>
          <p14:tracePt t="168345" x="2052638" y="5945188"/>
          <p14:tracePt t="168353" x="2039938" y="5881688"/>
          <p14:tracePt t="168361" x="2027238" y="5843588"/>
          <p14:tracePt t="168369" x="2003425" y="5819775"/>
          <p14:tracePt t="168377" x="2003425" y="5807075"/>
          <p14:tracePt t="168401" x="2003425" y="5794375"/>
          <p14:tracePt t="168449" x="1990725" y="5794375"/>
          <p14:tracePt t="168457" x="1978025" y="5768975"/>
          <p14:tracePt t="168465" x="1965325" y="5768975"/>
          <p14:tracePt t="168481" x="1952625" y="5768975"/>
          <p14:tracePt t="168489" x="1939925" y="5768975"/>
          <p14:tracePt t="168545" x="1903413" y="5768975"/>
          <p14:tracePt t="168553" x="1890713" y="5768975"/>
          <p14:tracePt t="168561" x="1852613" y="5768975"/>
          <p14:tracePt t="168569" x="1839913" y="5781675"/>
          <p14:tracePt t="168577" x="1827213" y="5807075"/>
          <p14:tracePt t="168585" x="1814513" y="5856288"/>
          <p14:tracePt t="168593" x="1814513" y="5894388"/>
          <p14:tracePt t="168601" x="1790700" y="5945188"/>
          <p14:tracePt t="168609" x="1790700" y="5981700"/>
          <p14:tracePt t="168617" x="1790700" y="6019800"/>
          <p14:tracePt t="168625" x="1778000" y="6045200"/>
          <p14:tracePt t="168681" x="1778000" y="6056313"/>
          <p14:tracePt t="168689" x="1790700" y="6056313"/>
          <p14:tracePt t="168697" x="1814513" y="6045200"/>
          <p14:tracePt t="168705" x="1839913" y="5981700"/>
          <p14:tracePt t="168713" x="1852613" y="5843588"/>
          <p14:tracePt t="168721" x="1852613" y="5719763"/>
          <p14:tracePt t="168730" x="1852613" y="5568950"/>
          <p14:tracePt t="168737" x="1839913" y="5418138"/>
          <p14:tracePt t="168745" x="1790700" y="5281613"/>
          <p14:tracePt t="168753" x="1752600" y="5143500"/>
          <p14:tracePt t="168761" x="1701800" y="5030788"/>
          <p14:tracePt t="168769" x="1677988" y="4943475"/>
          <p14:tracePt t="168777" x="1639888" y="4868863"/>
          <p14:tracePt t="168785" x="1614488" y="4805363"/>
          <p14:tracePt t="168793" x="1601788" y="4768850"/>
          <p14:tracePt t="168801" x="1601788" y="4730750"/>
          <p14:tracePt t="168809" x="1601788" y="4705350"/>
          <p14:tracePt t="168825" x="1601788" y="4692650"/>
          <p14:tracePt t="168833" x="1601788" y="4679950"/>
          <p14:tracePt t="168913" x="1601788" y="4667250"/>
          <p14:tracePt t="168921" x="1589088" y="4656138"/>
          <p14:tracePt t="168929" x="1577975" y="4643438"/>
          <p14:tracePt t="168941" x="1565275" y="4630738"/>
          <p14:tracePt t="168945" x="1552575" y="4630738"/>
          <p14:tracePt t="168953" x="1514475" y="4618038"/>
          <p14:tracePt t="168961" x="1476375" y="4592638"/>
          <p14:tracePt t="168969" x="1439863" y="4592638"/>
          <p14:tracePt t="168977" x="1414463" y="4579938"/>
          <p14:tracePt t="168985" x="1401763" y="4567238"/>
          <p14:tracePt t="168993" x="1376363" y="4554538"/>
          <p14:tracePt t="169001" x="1352550" y="4554538"/>
          <p14:tracePt t="169009" x="1352550" y="4543425"/>
          <p14:tracePt t="169025" x="1339850" y="4543425"/>
          <p14:tracePt t="169041" x="1327150" y="4543425"/>
          <p14:tracePt t="169049" x="1314450" y="4543425"/>
          <p14:tracePt t="169057" x="1289050" y="4543425"/>
          <p14:tracePt t="169065" x="1276350" y="4543425"/>
          <p14:tracePt t="169073" x="1252538" y="4543425"/>
          <p14:tracePt t="169081" x="1239838" y="4543425"/>
          <p14:tracePt t="169089" x="1227138" y="4554538"/>
          <p14:tracePt t="169097" x="1201738" y="4567238"/>
          <p14:tracePt t="169105" x="1201738" y="4579938"/>
          <p14:tracePt t="169121" x="1189038" y="4592638"/>
          <p14:tracePt t="169129" x="1189038" y="4618038"/>
          <p14:tracePt t="169137" x="1189038" y="4630738"/>
          <p14:tracePt t="169145" x="1189038" y="4656138"/>
          <p14:tracePt t="169153" x="1189038" y="4667250"/>
          <p14:tracePt t="169161" x="1189038" y="4692650"/>
          <p14:tracePt t="169177" x="1189038" y="4718050"/>
          <p14:tracePt t="169185" x="1201738" y="4756150"/>
          <p14:tracePt t="169193" x="1214438" y="4756150"/>
          <p14:tracePt t="169201" x="1239838" y="4792663"/>
          <p14:tracePt t="169209" x="1252538" y="4805363"/>
          <p14:tracePt t="169226" x="1276350" y="4830763"/>
          <p14:tracePt t="169233" x="1289050" y="4830763"/>
          <p14:tracePt t="169241" x="1289050" y="4843463"/>
          <p14:tracePt t="169249" x="1314450" y="4843463"/>
          <p14:tracePt t="169265" x="1327150" y="4843463"/>
          <p14:tracePt t="169281" x="1352550" y="4843463"/>
          <p14:tracePt t="169289" x="1363663" y="4843463"/>
          <p14:tracePt t="169297" x="1401763" y="4843463"/>
          <p14:tracePt t="169305" x="1439863" y="4843463"/>
          <p14:tracePt t="169313" x="1465263" y="4843463"/>
          <p14:tracePt t="169321" x="1501775" y="4843463"/>
          <p14:tracePt t="169329" x="1539875" y="4843463"/>
          <p14:tracePt t="169337" x="1577975" y="4843463"/>
          <p14:tracePt t="169345" x="1601788" y="4818063"/>
          <p14:tracePt t="169353" x="1627188" y="4756150"/>
          <p14:tracePt t="169361" x="1652588" y="4705350"/>
          <p14:tracePt t="169369" x="1652588" y="4656138"/>
          <p14:tracePt t="169377" x="1652588" y="4592638"/>
          <p14:tracePt t="169385" x="1652588" y="4554538"/>
          <p14:tracePt t="169393" x="1652588" y="4518025"/>
          <p14:tracePt t="169401" x="1652588" y="4492625"/>
          <p14:tracePt t="169409" x="1639888" y="4467225"/>
          <p14:tracePt t="169425" x="1639888" y="4454525"/>
          <p14:tracePt t="169433" x="1627188" y="4443413"/>
          <p14:tracePt t="169441" x="1614488" y="4443413"/>
          <p14:tracePt t="169457" x="1601788" y="4443413"/>
          <p14:tracePt t="169473" x="1577975" y="4443413"/>
          <p14:tracePt t="169489" x="1565275" y="4443413"/>
          <p14:tracePt t="169537" x="1514475" y="4443413"/>
          <p14:tracePt t="169545" x="1476375" y="4443413"/>
          <p14:tracePt t="169865" x="1476375" y="4454525"/>
          <p14:tracePt t="169873" x="1465263" y="4505325"/>
          <p14:tracePt t="169881" x="1465263" y="4554538"/>
          <p14:tracePt t="169889" x="1465263" y="4618038"/>
          <p14:tracePt t="169897" x="1465263" y="4743450"/>
          <p14:tracePt t="169905" x="1465263" y="4856163"/>
          <p14:tracePt t="169913" x="1465263" y="5018088"/>
          <p14:tracePt t="169921" x="1465263" y="5168900"/>
          <p14:tracePt t="169929" x="1489075" y="5305425"/>
          <p14:tracePt t="169945" x="1552575" y="5543550"/>
          <p14:tracePt t="169953" x="1565275" y="5619750"/>
          <p14:tracePt t="169961" x="1589088" y="5694363"/>
          <p14:tracePt t="169969" x="1614488" y="5756275"/>
          <p14:tracePt t="169977" x="1614488" y="5807075"/>
          <p14:tracePt t="169985" x="1627188" y="5856288"/>
          <p14:tracePt t="170001" x="1639888" y="5907088"/>
          <p14:tracePt t="170009" x="1639888" y="5932488"/>
          <p14:tracePt t="170017" x="1639888" y="5945188"/>
          <p14:tracePt t="170025" x="1677988" y="5994400"/>
          <p14:tracePt t="170033" x="1701800" y="6032500"/>
          <p14:tracePt t="170041" x="1727200" y="6069013"/>
          <p14:tracePt t="170049" x="1765300" y="6107113"/>
          <p14:tracePt t="170057" x="1801813" y="6157913"/>
          <p14:tracePt t="170065" x="1852613" y="6219825"/>
          <p14:tracePt t="170073" x="1914525" y="6257925"/>
          <p14:tracePt t="170081" x="1952625" y="6269038"/>
          <p14:tracePt t="170089" x="1990725" y="6281738"/>
          <p14:tracePt t="170097" x="2052638" y="6319838"/>
          <p14:tracePt t="170105" x="2078038" y="6332538"/>
          <p14:tracePt t="170113" x="2090738" y="6332538"/>
          <p14:tracePt t="170121" x="2103438" y="6332538"/>
          <p14:tracePt t="170145" x="2127250" y="6332538"/>
          <p14:tracePt t="170161" x="2139950" y="6345238"/>
          <p14:tracePt t="170169" x="2152650" y="6345238"/>
          <p14:tracePt t="170177" x="2165350" y="6345238"/>
          <p14:tracePt t="170185" x="2190750" y="6357938"/>
          <p14:tracePt t="170193" x="2216150" y="6357938"/>
          <p14:tracePt t="170209" x="2228850" y="6357938"/>
          <p14:tracePt t="170241" x="2239963" y="6357938"/>
          <p14:tracePt t="170249" x="2252663" y="6357938"/>
          <p14:tracePt t="170265" x="2278063" y="6357938"/>
          <p14:tracePt t="170273" x="2290763" y="6357938"/>
          <p14:tracePt t="170281" x="2328863" y="6357938"/>
          <p14:tracePt t="170297" x="2339975" y="6357938"/>
          <p14:tracePt t="170305" x="2365375" y="6357938"/>
          <p14:tracePt t="170361" x="2378075" y="6357938"/>
          <p14:tracePt t="170377" x="2416175" y="6345238"/>
          <p14:tracePt t="170401" x="2428875" y="6345238"/>
          <p14:tracePt t="170409" x="2428875" y="6332538"/>
          <p14:tracePt t="170417" x="2441575" y="6319838"/>
          <p14:tracePt t="170425" x="2452688" y="6307138"/>
          <p14:tracePt t="170433" x="2465388" y="6307138"/>
          <p14:tracePt t="170441" x="2465388" y="6294438"/>
          <p14:tracePt t="170457" x="2465388" y="6269038"/>
          <p14:tracePt t="170465" x="2465388" y="6245225"/>
          <p14:tracePt t="170473" x="2490788" y="6232525"/>
          <p14:tracePt t="170481" x="2490788" y="6207125"/>
          <p14:tracePt t="170497" x="2490788" y="6194425"/>
          <p14:tracePt t="170505" x="2503488" y="6169025"/>
          <p14:tracePt t="170513" x="2503488" y="6157913"/>
          <p14:tracePt t="170521" x="2503488" y="6145213"/>
          <p14:tracePt t="170529" x="2516188" y="6132513"/>
          <p14:tracePt t="170537" x="2516188" y="6119813"/>
          <p14:tracePt t="170545" x="2516188" y="6107113"/>
          <p14:tracePt t="170553" x="2516188" y="6094413"/>
          <p14:tracePt t="170561" x="2516188" y="6081713"/>
          <p14:tracePt t="170569" x="2528888" y="6081713"/>
          <p14:tracePt t="170585" x="2528888" y="6069013"/>
          <p14:tracePt t="170593" x="2528888" y="6056313"/>
          <p14:tracePt t="170609" x="2541588" y="6056313"/>
          <p14:tracePt t="170641" x="2541588" y="6045200"/>
          <p14:tracePt t="170649" x="2541588" y="6032500"/>
          <p14:tracePt t="170665" x="2554288" y="6019800"/>
          <p14:tracePt t="170681" x="2554288" y="6007100"/>
          <p14:tracePt t="170689" x="2554288" y="5994400"/>
          <p14:tracePt t="170697" x="2554288" y="5981700"/>
          <p14:tracePt t="170713" x="2554288" y="5969000"/>
          <p14:tracePt t="170721" x="2565400" y="5956300"/>
          <p14:tracePt t="170730" x="2565400" y="5945188"/>
          <p14:tracePt t="170745" x="2565400" y="5932488"/>
          <p14:tracePt t="170761" x="2565400" y="5907088"/>
          <p14:tracePt t="170777" x="2565400" y="5894388"/>
          <p14:tracePt t="170793" x="2565400" y="5868988"/>
          <p14:tracePt t="170809" x="2554288" y="5856288"/>
          <p14:tracePt t="170825" x="2541588" y="5843588"/>
          <p14:tracePt t="170841" x="2516188" y="5832475"/>
          <p14:tracePt t="170849" x="2503488" y="5832475"/>
          <p14:tracePt t="170857" x="2503488" y="5819775"/>
          <p14:tracePt t="170865" x="2478088" y="5807075"/>
          <p14:tracePt t="170881" x="2452688" y="5807075"/>
          <p14:tracePt t="170897" x="2441575" y="5807075"/>
          <p14:tracePt t="170905" x="2428875" y="5807075"/>
          <p14:tracePt t="170913" x="2416175" y="5807075"/>
          <p14:tracePt t="170929" x="2403475" y="5807075"/>
          <p14:tracePt t="170961" x="2378075" y="5807075"/>
          <p14:tracePt t="171017" x="2365375" y="5807075"/>
          <p14:tracePt t="171041" x="2352675" y="5807075"/>
          <p14:tracePt t="171049" x="2339975" y="5807075"/>
          <p14:tracePt t="171057" x="2328863" y="5807075"/>
          <p14:tracePt t="171073" x="2303463" y="5807075"/>
          <p14:tracePt t="171081" x="2290763" y="5807075"/>
          <p14:tracePt t="171097" x="2265363" y="5807075"/>
          <p14:tracePt t="171177" x="2252663" y="5819775"/>
          <p14:tracePt t="171185" x="2239963" y="5832475"/>
          <p14:tracePt t="171201" x="2239963" y="5843588"/>
          <p14:tracePt t="171217" x="2216150" y="5856288"/>
          <p14:tracePt t="171249" x="2216150" y="5868988"/>
          <p14:tracePt t="171257" x="2203450" y="5894388"/>
          <p14:tracePt t="171297" x="2190750" y="5894388"/>
          <p14:tracePt t="171305" x="2190750" y="5907088"/>
          <p14:tracePt t="171321" x="2190750" y="5919788"/>
          <p14:tracePt t="171337" x="2190750" y="5932488"/>
          <p14:tracePt t="171370" x="2190750" y="5945188"/>
          <p14:tracePt t="171385" x="2190750" y="5956300"/>
          <p14:tracePt t="171393" x="2190750" y="5969000"/>
          <p14:tracePt t="171417" x="2190750" y="5981700"/>
          <p14:tracePt t="171433" x="2190750" y="5994400"/>
          <p14:tracePt t="171441" x="2190750" y="6007100"/>
          <p14:tracePt t="171465" x="2190750" y="6019800"/>
          <p14:tracePt t="171473" x="2190750" y="6032500"/>
          <p14:tracePt t="171481" x="2190750" y="6045200"/>
          <p14:tracePt t="171489" x="2203450" y="6045200"/>
          <p14:tracePt t="171497" x="2203450" y="6056313"/>
          <p14:tracePt t="171505" x="2216150" y="6056313"/>
          <p14:tracePt t="171545" x="2252663" y="6081713"/>
          <p14:tracePt t="171553" x="2265363" y="6081713"/>
          <p14:tracePt t="171569" x="2290763" y="6094413"/>
          <p14:tracePt t="171585" x="2303463" y="6107113"/>
          <p14:tracePt t="171617" x="2316163" y="6119813"/>
          <p14:tracePt t="172385" x="2303463" y="6119813"/>
          <p14:tracePt t="172481" x="2303463" y="6132513"/>
          <p14:tracePt t="172489" x="2303463" y="6157913"/>
          <p14:tracePt t="172497" x="2303463" y="6169025"/>
          <p14:tracePt t="172513" x="2303463" y="6194425"/>
          <p14:tracePt t="172521" x="2303463" y="6207125"/>
          <p14:tracePt t="172537" x="2316163" y="6207125"/>
          <p14:tracePt t="172545" x="2328863" y="6207125"/>
          <p14:tracePt t="172553" x="2328863" y="6219825"/>
          <p14:tracePt t="172561" x="2339975" y="6219825"/>
          <p14:tracePt t="172569" x="2352675" y="6219825"/>
          <p14:tracePt t="172601" x="2365375" y="6219825"/>
          <p14:tracePt t="172609" x="2378075" y="6219825"/>
          <p14:tracePt t="172625" x="2403475" y="6219825"/>
          <p14:tracePt t="172641" x="2441575" y="6219825"/>
          <p14:tracePt t="172649" x="2465388" y="6194425"/>
          <p14:tracePt t="172657" x="2516188" y="6169025"/>
          <p14:tracePt t="172665" x="2541588" y="6145213"/>
          <p14:tracePt t="172673" x="2554288" y="6119813"/>
          <p14:tracePt t="172681" x="2554288" y="6094413"/>
          <p14:tracePt t="172689" x="2554288" y="6045200"/>
          <p14:tracePt t="172697" x="2554288" y="6007100"/>
          <p14:tracePt t="172705" x="2554288" y="5994400"/>
          <p14:tracePt t="172713" x="2541588" y="5956300"/>
          <p14:tracePt t="172721" x="2528888" y="5932488"/>
          <p14:tracePt t="172729" x="2528888" y="5907088"/>
          <p14:tracePt t="172737" x="2503488" y="5856288"/>
          <p14:tracePt t="172745" x="2490788" y="5832475"/>
          <p14:tracePt t="172753" x="2490788" y="5819775"/>
          <p14:tracePt t="172761" x="2478088" y="5807075"/>
          <p14:tracePt t="172769" x="2465388" y="5794375"/>
          <p14:tracePt t="172777" x="2465388" y="5781675"/>
          <p14:tracePt t="172786" x="2452688" y="5781675"/>
          <p14:tracePt t="172793" x="2452688" y="5768975"/>
          <p14:tracePt t="172801" x="2428875" y="5756275"/>
          <p14:tracePt t="172809" x="2416175" y="5743575"/>
          <p14:tracePt t="172825" x="2390775" y="5732463"/>
          <p14:tracePt t="172833" x="2365375" y="5732463"/>
          <p14:tracePt t="172841" x="2352675" y="5719763"/>
          <p14:tracePt t="172849" x="2339975" y="5719763"/>
          <p14:tracePt t="172897" x="2328863" y="5719763"/>
          <p14:tracePt t="172905" x="2303463" y="5719763"/>
          <p14:tracePt t="172913" x="2278063" y="5719763"/>
          <p14:tracePt t="172921" x="2228850" y="5743575"/>
          <p14:tracePt t="172936" x="2203450" y="5756275"/>
          <p14:tracePt t="172937" x="2178050" y="5794375"/>
          <p14:tracePt t="172945" x="2139950" y="5819775"/>
          <p14:tracePt t="172953" x="2139950" y="5832475"/>
          <p14:tracePt t="172961" x="2116138" y="5881688"/>
          <p14:tracePt t="172969" x="2103438" y="5894388"/>
          <p14:tracePt t="172977" x="2103438" y="5907088"/>
          <p14:tracePt t="172985" x="2103438" y="5932488"/>
          <p14:tracePt t="172993" x="2103438" y="5945188"/>
          <p14:tracePt t="173001" x="2103438" y="5969000"/>
          <p14:tracePt t="173009" x="2103438" y="5981700"/>
          <p14:tracePt t="173025" x="2103438" y="6007100"/>
          <p14:tracePt t="173033" x="2116138" y="6019800"/>
          <p14:tracePt t="173049" x="2139950" y="6019800"/>
          <p14:tracePt t="173058" x="2165350" y="6019800"/>
          <p14:tracePt t="173065" x="2190750" y="6019800"/>
          <p14:tracePt t="173073" x="2203450" y="6019800"/>
          <p14:tracePt t="173081" x="2239963" y="6019800"/>
          <p14:tracePt t="173089" x="2278063" y="6019800"/>
          <p14:tracePt t="173097" x="2316163" y="6019800"/>
          <p14:tracePt t="173105" x="2378075" y="6019800"/>
          <p14:tracePt t="173113" x="2416175" y="6007100"/>
          <p14:tracePt t="173121" x="2452688" y="5981700"/>
          <p14:tracePt t="173129" x="2503488" y="5945188"/>
          <p14:tracePt t="173137" x="2516188" y="5919788"/>
          <p14:tracePt t="173145" x="2516188" y="5907088"/>
          <p14:tracePt t="173153" x="2516188" y="5868988"/>
          <p14:tracePt t="173161" x="2516188" y="5843588"/>
          <p14:tracePt t="173170" x="2516188" y="5832475"/>
          <p14:tracePt t="173177" x="2490788" y="5794375"/>
          <p14:tracePt t="173193" x="2478088" y="5781675"/>
          <p14:tracePt t="173201" x="2465388" y="5781675"/>
          <p14:tracePt t="173225" x="2452688" y="5781675"/>
          <p14:tracePt t="173242" x="2441575" y="5781675"/>
          <p14:tracePt t="173249" x="2428875" y="5781675"/>
          <p14:tracePt t="173265" x="2403475" y="5781675"/>
          <p14:tracePt t="173273" x="2378075" y="5843588"/>
          <p14:tracePt t="173281" x="2365375" y="5868988"/>
          <p14:tracePt t="173289" x="2352675" y="5919788"/>
          <p14:tracePt t="173297" x="2352675" y="5945188"/>
          <p14:tracePt t="173305" x="2352675" y="5956300"/>
          <p14:tracePt t="173313" x="2352675" y="5969000"/>
          <p14:tracePt t="173345" x="2365375" y="5969000"/>
          <p14:tracePt t="173361" x="2390775" y="5969000"/>
          <p14:tracePt t="173369" x="2403475" y="5969000"/>
          <p14:tracePt t="173385" x="2428875" y="5969000"/>
          <p14:tracePt t="173393" x="2441575" y="5969000"/>
          <p14:tracePt t="173401" x="2452688" y="5969000"/>
          <p14:tracePt t="173409" x="2478088" y="5969000"/>
          <p14:tracePt t="173425" x="2490788" y="5956300"/>
          <p14:tracePt t="173441" x="2490788" y="5945188"/>
          <p14:tracePt t="173449" x="2490788" y="5932488"/>
          <p14:tracePt t="174289" x="2503488" y="5919788"/>
          <p14:tracePt t="174313" x="2528888" y="5919788"/>
          <p14:tracePt t="174345" x="2554288" y="5919788"/>
          <p14:tracePt t="174361" x="2565400" y="5919788"/>
          <p14:tracePt t="174417" x="2578100" y="5919788"/>
          <p14:tracePt t="174465" x="2565400" y="5919788"/>
          <p14:tracePt t="174473" x="2516188" y="5919788"/>
          <p14:tracePt t="174481" x="2465388" y="5919788"/>
          <p14:tracePt t="174489" x="2365375" y="5956300"/>
          <p14:tracePt t="174497" x="2303463" y="5969000"/>
          <p14:tracePt t="174505" x="2190750" y="6007100"/>
          <p14:tracePt t="174513" x="2103438" y="6019800"/>
          <p14:tracePt t="174521" x="2014538" y="6032500"/>
          <p14:tracePt t="174529" x="1965325" y="6032500"/>
          <p14:tracePt t="174537" x="1914525" y="6032500"/>
          <p14:tracePt t="174545" x="1878013" y="6032500"/>
          <p14:tracePt t="174553" x="1852613" y="6032500"/>
          <p14:tracePt t="174561" x="1814513" y="6032500"/>
          <p14:tracePt t="174569" x="1778000" y="6019800"/>
          <p14:tracePt t="174577" x="1765300" y="6007100"/>
          <p14:tracePt t="174585" x="1752600" y="5994400"/>
          <p14:tracePt t="174593" x="1727200" y="5969000"/>
          <p14:tracePt t="174609" x="1714500" y="5956300"/>
          <p14:tracePt t="174617" x="1701800" y="5932488"/>
          <p14:tracePt t="174625" x="1689100" y="5919788"/>
          <p14:tracePt t="174633" x="1677988" y="5894388"/>
          <p14:tracePt t="174649" x="1652588" y="5881688"/>
          <p14:tracePt t="174657" x="1639888" y="5856288"/>
          <p14:tracePt t="174665" x="1627188" y="5843588"/>
          <p14:tracePt t="174673" x="1627188" y="5819775"/>
          <p14:tracePt t="174681" x="1601788" y="5807075"/>
          <p14:tracePt t="174689" x="1601788" y="5794375"/>
          <p14:tracePt t="174697" x="1589088" y="5794375"/>
          <p14:tracePt t="174705" x="1589088" y="5781675"/>
          <p14:tracePt t="174713" x="1565275" y="5768975"/>
          <p14:tracePt t="174721" x="1552575" y="5756275"/>
          <p14:tracePt t="174729" x="1527175" y="5756275"/>
          <p14:tracePt t="174737" x="1489075" y="5756275"/>
          <p14:tracePt t="174745" x="1465263" y="5732463"/>
          <p14:tracePt t="174753" x="1414463" y="5732463"/>
          <p14:tracePt t="174761" x="1376363" y="5732463"/>
          <p14:tracePt t="174769" x="1339850" y="5732463"/>
          <p14:tracePt t="174777" x="1314450" y="5732463"/>
          <p14:tracePt t="174785" x="1276350" y="5732463"/>
          <p14:tracePt t="174793" x="1252538" y="5732463"/>
          <p14:tracePt t="174801" x="1227138" y="5732463"/>
          <p14:tracePt t="174809" x="1201738" y="5732463"/>
          <p14:tracePt t="174817" x="1176338" y="5732463"/>
          <p14:tracePt t="174825" x="1150938" y="5743575"/>
          <p14:tracePt t="174833" x="1139825" y="5743575"/>
          <p14:tracePt t="174841" x="1101725" y="5768975"/>
          <p14:tracePt t="174849" x="1089025" y="5768975"/>
          <p14:tracePt t="174857" x="1089025" y="5781675"/>
          <p14:tracePt t="174865" x="1063625" y="5794375"/>
          <p14:tracePt t="174873" x="1063625" y="5807075"/>
          <p14:tracePt t="174881" x="1063625" y="5819775"/>
          <p14:tracePt t="174889" x="1063625" y="5832475"/>
          <p14:tracePt t="174897" x="1063625" y="5856288"/>
          <p14:tracePt t="174913" x="1063625" y="5868988"/>
          <p14:tracePt t="174921" x="1063625" y="5881688"/>
          <p14:tracePt t="174942" x="1063625" y="5894388"/>
          <p14:tracePt t="174953" x="1063625" y="5907088"/>
          <p14:tracePt t="174969" x="1063625" y="5919788"/>
          <p14:tracePt t="174977" x="1063625" y="5932488"/>
          <p14:tracePt t="174993" x="1063625" y="5945188"/>
          <p14:tracePt t="175009" x="1076325" y="5981700"/>
          <p14:tracePt t="175033" x="1089025" y="5981700"/>
          <p14:tracePt t="175041" x="1101725" y="5994400"/>
          <p14:tracePt t="175057" x="1127125" y="6019800"/>
          <p14:tracePt t="175081" x="1139825" y="6019800"/>
          <p14:tracePt t="175089" x="1150938" y="6045200"/>
          <p14:tracePt t="175105" x="1163638" y="6045200"/>
          <p14:tracePt t="175113" x="1189038" y="6056313"/>
          <p14:tracePt t="175121" x="1189038" y="6069013"/>
          <p14:tracePt t="175129" x="1214438" y="6069013"/>
          <p14:tracePt t="175145" x="1227138" y="6081713"/>
          <p14:tracePt t="175177" x="1239838" y="6081713"/>
          <p14:tracePt t="175185" x="1252538" y="6094413"/>
          <p14:tracePt t="175193" x="1263650" y="6094413"/>
          <p14:tracePt t="175201" x="1276350" y="6094413"/>
          <p14:tracePt t="175217" x="1301750" y="6119813"/>
          <p14:tracePt t="175257" x="1314450" y="6119813"/>
          <p14:tracePt t="175289" x="1327150" y="6119813"/>
          <p14:tracePt t="175297" x="1339850" y="6119813"/>
          <p14:tracePt t="175305" x="1352550" y="6132513"/>
          <p14:tracePt t="175321" x="1376363" y="6132513"/>
          <p14:tracePt t="175337" x="1389063" y="6132513"/>
          <p14:tracePt t="175345" x="1414463" y="6145213"/>
          <p14:tracePt t="175353" x="1439863" y="6145213"/>
          <p14:tracePt t="175361" x="1465263" y="6145213"/>
          <p14:tracePt t="175369" x="1501775" y="6145213"/>
          <p14:tracePt t="175377" x="1552575" y="6145213"/>
          <p14:tracePt t="175385" x="1601788" y="6145213"/>
          <p14:tracePt t="175393" x="1639888" y="6145213"/>
          <p14:tracePt t="175401" x="1677988" y="6145213"/>
          <p14:tracePt t="175409" x="1701800" y="6132513"/>
          <p14:tracePt t="175417" x="1739900" y="6119813"/>
          <p14:tracePt t="175424" x="1752600" y="6081713"/>
          <p14:tracePt t="175433" x="1778000" y="6056313"/>
          <p14:tracePt t="175449" x="1790700" y="6032500"/>
          <p14:tracePt t="175457" x="1790700" y="6019800"/>
          <p14:tracePt t="175465" x="1790700" y="5994400"/>
          <p14:tracePt t="175472" x="1790700" y="5981700"/>
          <p14:tracePt t="175481" x="1790700" y="5956300"/>
          <p14:tracePt t="175488" x="1790700" y="5932488"/>
          <p14:tracePt t="175497" x="1790700" y="5919788"/>
          <p14:tracePt t="175505" x="1790700" y="5894388"/>
          <p14:tracePt t="175513" x="1778000" y="5881688"/>
          <p14:tracePt t="175521" x="1752600" y="5856288"/>
          <p14:tracePt t="175529" x="1727200" y="5843588"/>
          <p14:tracePt t="175537" x="1689100" y="5819775"/>
          <p14:tracePt t="175545" x="1652588" y="5807075"/>
          <p14:tracePt t="175553" x="1614488" y="5807075"/>
          <p14:tracePt t="175561" x="1589088" y="5794375"/>
          <p14:tracePt t="175569" x="1552575" y="5794375"/>
          <p14:tracePt t="175577" x="1527175" y="5794375"/>
          <p14:tracePt t="175585" x="1501775" y="5794375"/>
          <p14:tracePt t="175593" x="1476375" y="5794375"/>
          <p14:tracePt t="175601" x="1452563" y="5794375"/>
          <p14:tracePt t="175609" x="1427163" y="5794375"/>
          <p14:tracePt t="175617" x="1376363" y="5794375"/>
          <p14:tracePt t="175625" x="1339850" y="5794375"/>
          <p14:tracePt t="175633" x="1327150" y="5794375"/>
          <p14:tracePt t="175641" x="1263650" y="5807075"/>
          <p14:tracePt t="175649" x="1263650" y="5819775"/>
          <p14:tracePt t="175657" x="1252538" y="5819775"/>
          <p14:tracePt t="175665" x="1227138" y="5832475"/>
          <p14:tracePt t="175673" x="1227138" y="5843588"/>
          <p14:tracePt t="175681" x="1214438" y="5856288"/>
          <p14:tracePt t="175697" x="1214438" y="5881688"/>
          <p14:tracePt t="175705" x="1214438" y="5907088"/>
          <p14:tracePt t="175713" x="1214438" y="5932488"/>
          <p14:tracePt t="175729" x="1214438" y="5956300"/>
          <p14:tracePt t="175737" x="1214438" y="5981700"/>
          <p14:tracePt t="175753" x="1214438" y="5994400"/>
          <p14:tracePt t="175761" x="1214438" y="6007100"/>
          <p14:tracePt t="175777" x="1214438" y="6019800"/>
          <p14:tracePt t="175785" x="1214438" y="6032500"/>
          <p14:tracePt t="175913" x="1214438" y="6045200"/>
          <p14:tracePt t="176057" x="1227138" y="6045200"/>
          <p14:tracePt t="176137" x="1239838" y="6045200"/>
          <p14:tracePt t="176169" x="1252538" y="6045200"/>
          <p14:tracePt t="176201" x="1263650" y="6045200"/>
          <p14:tracePt t="176225" x="1276350" y="6032500"/>
          <p14:tracePt t="176257" x="1289050" y="6032500"/>
          <p14:tracePt t="176265" x="1301750" y="6032500"/>
          <p14:tracePt t="176289" x="1314450" y="6019800"/>
          <p14:tracePt t="176345" x="1327150" y="6019800"/>
          <p14:tracePt t="176361" x="1339850" y="6019800"/>
          <p14:tracePt t="176369" x="1363663" y="6019800"/>
          <p14:tracePt t="176385" x="1389063" y="6019800"/>
          <p14:tracePt t="176393" x="1414463" y="6019800"/>
          <p14:tracePt t="176401" x="1427163" y="6032500"/>
          <p14:tracePt t="176409" x="1452563" y="6032500"/>
          <p14:tracePt t="176417" x="1514475" y="6069013"/>
          <p14:tracePt t="176425" x="1577975" y="6094413"/>
          <p14:tracePt t="176433" x="1701800" y="6119813"/>
          <p14:tracePt t="176441" x="1852613" y="6145213"/>
          <p14:tracePt t="176449" x="2065338" y="6194425"/>
          <p14:tracePt t="176457" x="2352675" y="6207125"/>
          <p14:tracePt t="176465" x="2628900" y="6207125"/>
          <p14:tracePt t="176473" x="3003550" y="6207125"/>
          <p14:tracePt t="176481" x="3279775" y="6207125"/>
          <p14:tracePt t="176489" x="3579813" y="6207125"/>
          <p14:tracePt t="176497" x="3817938" y="6207125"/>
          <p14:tracePt t="176505" x="3992563" y="6207125"/>
          <p14:tracePt t="176512" x="4143375" y="6207125"/>
          <p14:tracePt t="176521" x="4217988" y="6207125"/>
          <p14:tracePt t="176529" x="4243388" y="6207125"/>
          <p14:tracePt t="176537" x="4268788" y="6207125"/>
          <p14:tracePt t="176649" x="4230688" y="6194425"/>
          <p14:tracePt t="176657" x="4181475" y="6157913"/>
          <p14:tracePt t="176665" x="4156075" y="6145213"/>
          <p14:tracePt t="176673" x="4143375" y="6119813"/>
          <p14:tracePt t="176681" x="4130675" y="6119813"/>
          <p14:tracePt t="176689" x="4130675" y="6107113"/>
          <p14:tracePt t="176697" x="4130675" y="6081713"/>
          <p14:tracePt t="176713" x="4130675" y="6069013"/>
          <p14:tracePt t="176745" x="4117975" y="6056313"/>
          <p14:tracePt t="176753" x="4105275" y="6032500"/>
          <p14:tracePt t="176769" x="4092575" y="6032500"/>
          <p14:tracePt t="176777" x="4081463" y="6032500"/>
          <p14:tracePt t="176785" x="4068763" y="6032500"/>
          <p14:tracePt t="176793" x="4043363" y="6019800"/>
          <p14:tracePt t="176801" x="4030663" y="6019800"/>
          <p14:tracePt t="176809" x="4005263" y="6019800"/>
          <p14:tracePt t="176817" x="3968750" y="6007100"/>
          <p14:tracePt t="176833" x="3943350" y="6007100"/>
          <p14:tracePt t="176881" x="3930650" y="6007100"/>
          <p14:tracePt t="176937" x="3930650" y="6019800"/>
          <p14:tracePt t="176953" x="3930650" y="6032500"/>
          <p14:tracePt t="176993" x="3930650" y="6056313"/>
          <p14:tracePt t="177033" x="3930650" y="6069013"/>
          <p14:tracePt t="177057" x="3943350" y="6094413"/>
          <p14:tracePt t="177089" x="3943350" y="6107113"/>
          <p14:tracePt t="177121" x="3956050" y="6107113"/>
          <p14:tracePt t="177137" x="3968750" y="6107113"/>
          <p14:tracePt t="177153" x="3979863" y="6107113"/>
          <p14:tracePt t="177161" x="3992563" y="6107113"/>
          <p14:tracePt t="177177" x="4005263" y="6107113"/>
          <p14:tracePt t="177185" x="4017963" y="6107113"/>
          <p14:tracePt t="177193" x="4030663" y="6094413"/>
          <p14:tracePt t="177201" x="4043363" y="6081713"/>
          <p14:tracePt t="177209" x="4068763" y="6081713"/>
          <p14:tracePt t="177217" x="4081463" y="6045200"/>
          <p14:tracePt t="177225" x="4092575" y="6045200"/>
          <p14:tracePt t="177233" x="4092575" y="6032500"/>
          <p14:tracePt t="177249" x="4092575" y="6019800"/>
          <p14:tracePt t="177257" x="4092575" y="6007100"/>
          <p14:tracePt t="177273" x="4105275" y="5994400"/>
          <p14:tracePt t="177465" x="4117975" y="5994400"/>
          <p14:tracePt t="177473" x="4130675" y="5994400"/>
          <p14:tracePt t="177489" x="4143375" y="5994400"/>
          <p14:tracePt t="177505" x="4143375" y="6019800"/>
          <p14:tracePt t="177521" x="4143375" y="6045200"/>
          <p14:tracePt t="177537" x="4143375" y="6056313"/>
          <p14:tracePt t="177953" x="4156075" y="6056313"/>
          <p14:tracePt t="178009" x="4168775" y="6056313"/>
          <p14:tracePt t="178025" x="4192588" y="6056313"/>
          <p14:tracePt t="178041" x="4205288" y="6056313"/>
          <p14:tracePt t="178049" x="4230688" y="6056313"/>
          <p14:tracePt t="178057" x="4243388" y="6056313"/>
          <p14:tracePt t="178065" x="4268788" y="6056313"/>
          <p14:tracePt t="178073" x="4281488" y="6056313"/>
          <p14:tracePt t="178081" x="4305300" y="6056313"/>
          <p14:tracePt t="178089" x="4330700" y="6056313"/>
          <p14:tracePt t="178097" x="4330700" y="6045200"/>
          <p14:tracePt t="178113" x="4343400" y="6045200"/>
          <p14:tracePt t="178121" x="4343400" y="6032500"/>
          <p14:tracePt t="178137" x="4343400" y="6007100"/>
          <p14:tracePt t="178145" x="4343400" y="5994400"/>
          <p14:tracePt t="178153" x="4343400" y="5981700"/>
          <p14:tracePt t="178169" x="4343400" y="5969000"/>
          <p14:tracePt t="178281" x="4343400" y="5981700"/>
          <p14:tracePt t="178289" x="4343400" y="6032500"/>
          <p14:tracePt t="178297" x="4330700" y="6094413"/>
          <p14:tracePt t="178305" x="4330700" y="6132513"/>
          <p14:tracePt t="178313" x="4330700" y="6145213"/>
          <p14:tracePt t="178321" x="4330700" y="6169025"/>
          <p14:tracePt t="178329" x="4330700" y="6181725"/>
          <p14:tracePt t="178409" x="4330700" y="6194425"/>
          <p14:tracePt t="178425" x="4356100" y="6194425"/>
          <p14:tracePt t="178433" x="4368800" y="6194425"/>
          <p14:tracePt t="178441" x="4394200" y="6194425"/>
          <p14:tracePt t="178449" x="4406900" y="6194425"/>
          <p14:tracePt t="178465" x="4418013" y="6194425"/>
          <p14:tracePt t="178481" x="4430713" y="6181725"/>
          <p14:tracePt t="178489" x="4443413" y="6169025"/>
          <p14:tracePt t="178497" x="4443413" y="6157913"/>
          <p14:tracePt t="178505" x="4456113" y="6145213"/>
          <p14:tracePt t="178537" x="4468813" y="6132513"/>
          <p14:tracePt t="178577" x="4468813" y="6119813"/>
          <p14:tracePt t="178617" x="4468813" y="6107113"/>
          <p14:tracePt t="178737" x="4481513" y="6107113"/>
          <p14:tracePt t="178745" x="4481513" y="6094413"/>
          <p14:tracePt t="178777" x="4494213" y="6081713"/>
          <p14:tracePt t="178817" x="4494213" y="6069013"/>
          <p14:tracePt t="178833" x="4506913" y="6069013"/>
          <p14:tracePt t="178841" x="4518025" y="6069013"/>
          <p14:tracePt t="178849" x="4530725" y="6056313"/>
          <p14:tracePt t="178857" x="4530725" y="6045200"/>
          <p14:tracePt t="178865" x="4543425" y="6045200"/>
          <p14:tracePt t="178873" x="4556125" y="6032500"/>
          <p14:tracePt t="178881" x="4568825" y="6032500"/>
          <p14:tracePt t="178897" x="4568825" y="6019800"/>
          <p14:tracePt t="178913" x="4581525" y="6019800"/>
          <p14:tracePt t="178921" x="4594225" y="6007100"/>
          <p14:tracePt t="178945" x="4606925" y="5994400"/>
          <p14:tracePt t="179233" x="4630738" y="5969000"/>
          <p14:tracePt t="179241" x="4668838" y="5945188"/>
          <p14:tracePt t="179249" x="4668838" y="5932488"/>
          <p14:tracePt t="179257" x="4681538" y="5907088"/>
          <p14:tracePt t="179265" x="4694238" y="5868988"/>
          <p14:tracePt t="179273" x="4719638" y="5807075"/>
          <p14:tracePt t="179281" x="4719638" y="5768975"/>
          <p14:tracePt t="179289" x="4719638" y="5743575"/>
          <p14:tracePt t="179297" x="4719638" y="5707063"/>
          <p14:tracePt t="179305" x="4719638" y="5668963"/>
          <p14:tracePt t="179313" x="4719638" y="5656263"/>
          <p14:tracePt t="179321" x="4719638" y="5630863"/>
          <p14:tracePt t="179337" x="4719638" y="5619750"/>
          <p14:tracePt t="179513" x="4732338" y="5656263"/>
          <p14:tracePt t="179520" x="4732338" y="5681663"/>
          <p14:tracePt t="179529" x="4732338" y="5707063"/>
          <p14:tracePt t="179537" x="4743450" y="5743575"/>
          <p14:tracePt t="179545" x="4756150" y="5768975"/>
          <p14:tracePt t="179553" x="4756150" y="5794375"/>
          <p14:tracePt t="179561" x="4768850" y="5819775"/>
          <p14:tracePt t="179569" x="4768850" y="5832475"/>
          <p14:tracePt t="179577" x="4781550" y="5843588"/>
          <p14:tracePt t="179657" x="4781550" y="5856288"/>
          <p14:tracePt t="179673" x="4781550" y="5868988"/>
          <p14:tracePt t="179681" x="4806950" y="5881688"/>
          <p14:tracePt t="179713" x="4806950" y="5894388"/>
          <p14:tracePt t="179745" x="4819650" y="5907088"/>
          <p14:tracePt t="179817" x="4832350" y="5919788"/>
          <p14:tracePt t="179873" x="4843463" y="5919788"/>
          <p14:tracePt t="179905" x="4856163" y="5919788"/>
          <p14:tracePt t="180161" x="4868863" y="5919788"/>
          <p14:tracePt t="180169" x="4881563" y="5894388"/>
          <p14:tracePt t="180177" x="4881563" y="5881688"/>
          <p14:tracePt t="180185" x="4881563" y="5868988"/>
          <p14:tracePt t="180193" x="4881563" y="5856288"/>
          <p14:tracePt t="180201" x="4881563" y="5843588"/>
          <p14:tracePt t="180793" x="4881563" y="5856288"/>
          <p14:tracePt t="180801" x="4881563" y="5868988"/>
          <p14:tracePt t="180809" x="4868863" y="5868988"/>
          <p14:tracePt t="180953" x="4868863" y="5843588"/>
          <p14:tracePt t="180961" x="4868863" y="5832475"/>
          <p14:tracePt t="180969" x="4868863" y="5794375"/>
          <p14:tracePt t="180977" x="4868863" y="5756275"/>
          <p14:tracePt t="180985" x="4868863" y="5732463"/>
          <p14:tracePt t="180993" x="4868863" y="5694363"/>
          <p14:tracePt t="181001" x="4868863" y="5643563"/>
          <p14:tracePt t="181009" x="4868863" y="5607050"/>
          <p14:tracePt t="181017" x="4868863" y="5556250"/>
          <p14:tracePt t="181025" x="4868863" y="5518150"/>
          <p14:tracePt t="181033" x="4868863" y="5494338"/>
          <p14:tracePt t="181041" x="4868863" y="5456238"/>
          <p14:tracePt t="181049" x="4906963" y="5394325"/>
          <p14:tracePt t="181057" x="4945063" y="5330825"/>
          <p14:tracePt t="181065" x="5019675" y="5256213"/>
          <p14:tracePt t="181073" x="5068888" y="5205413"/>
          <p14:tracePt t="181081" x="5145088" y="5156200"/>
          <p14:tracePt t="181089" x="5170488" y="5118100"/>
          <p14:tracePt t="181097" x="5219700" y="5092700"/>
          <p14:tracePt t="181105" x="5245100" y="5081588"/>
          <p14:tracePt t="181113" x="5257800" y="5068888"/>
          <p14:tracePt t="181489" x="5270500" y="5068888"/>
          <p14:tracePt t="181497" x="5281613" y="5056188"/>
          <p14:tracePt t="181505" x="5257800" y="5056188"/>
          <p14:tracePt t="181513" x="5232400" y="5056188"/>
          <p14:tracePt t="181521" x="5194300" y="5043488"/>
          <p14:tracePt t="181529" x="5181600" y="5043488"/>
          <p14:tracePt t="181537" x="5157788" y="5043488"/>
          <p14:tracePt t="181545" x="5119688" y="5018088"/>
          <p14:tracePt t="181553" x="5094288" y="5018088"/>
          <p14:tracePt t="181561" x="5068888" y="5018088"/>
          <p14:tracePt t="181577" x="5057775" y="5018088"/>
          <p14:tracePt t="181593" x="5045075" y="5005388"/>
          <p14:tracePt t="181609" x="5045075" y="4992688"/>
          <p14:tracePt t="181617" x="5032375" y="4992688"/>
          <p14:tracePt t="181625" x="5032375" y="4981575"/>
          <p14:tracePt t="181633" x="5032375" y="4943475"/>
          <p14:tracePt t="181641" x="5019675" y="4943475"/>
          <p14:tracePt t="181649" x="5019675" y="4930775"/>
          <p14:tracePt t="181656" x="5006975" y="4905375"/>
          <p14:tracePt t="181665" x="5006975" y="4892675"/>
          <p14:tracePt t="181673" x="4981575" y="4856163"/>
          <p14:tracePt t="181681" x="4981575" y="4843463"/>
          <p14:tracePt t="181689" x="4968875" y="4818063"/>
          <p14:tracePt t="181697" x="4956175" y="4792663"/>
          <p14:tracePt t="181705" x="4945063" y="4756150"/>
          <p14:tracePt t="181713" x="4932363" y="4718050"/>
          <p14:tracePt t="181721" x="4932363" y="4679950"/>
          <p14:tracePt t="181729" x="4919663" y="4667250"/>
          <p14:tracePt t="181737" x="4919663" y="4656138"/>
          <p14:tracePt t="181745" x="4919663" y="4643438"/>
          <p14:tracePt t="181753" x="4906963" y="4618038"/>
          <p14:tracePt t="181761" x="4894263" y="4618038"/>
          <p14:tracePt t="181793" x="4894263" y="4605338"/>
          <p14:tracePt t="181825" x="4881563" y="4605338"/>
          <p14:tracePt t="181833" x="4868863" y="4605338"/>
          <p14:tracePt t="181857" x="4856163" y="4605338"/>
          <p14:tracePt t="181897" x="4843463" y="4605338"/>
          <p14:tracePt t="181913" x="4832350" y="4592638"/>
          <p14:tracePt t="191585" x="4906963" y="4579938"/>
          <p14:tracePt t="191592" x="5145088" y="4430713"/>
          <p14:tracePt t="191601" x="5419725" y="4230688"/>
          <p14:tracePt t="191609" x="6057900" y="3792538"/>
          <p14:tracePt t="191616" x="6972300" y="3128963"/>
          <p14:tracePt t="191625" x="8048625" y="2439988"/>
          <p14:tracePt t="191632" x="9088438" y="1827213"/>
          <p14:tracePt t="191641" x="9963150" y="1301750"/>
          <p14:tracePt t="191649" x="10764838" y="825500"/>
          <p14:tracePt t="191656" x="11441113" y="412750"/>
          <p14:tracePt t="191664" x="12079288" y="0"/>
        </p14:tracePtLst>
      </p14:laserTraceLst>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Third law of thermodynamics</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864404" y="105672"/>
            <a:ext cx="1359173" cy="1161198"/>
          </a:xfrm>
          <a:prstGeom prst="rect">
            <a:avLst/>
          </a:prstGeom>
          <a:noFill/>
          <a:extLst>
            <a:ext uri="{909E8E84-426E-40DD-AFC4-6F175D3DCCD1}">
              <a14:hiddenFill xmlns:a14="http://schemas.microsoft.com/office/drawing/2010/main">
                <a:solidFill>
                  <a:srgbClr val="FFFFFF"/>
                </a:solidFill>
              </a14:hiddenFill>
            </a:ext>
          </a:extLst>
        </p:spPr>
      </p:pic>
      <p:pic>
        <p:nvPicPr>
          <p:cNvPr id="3" name="signsofscience_thermo3b">
            <a:hlinkClick r:id="" action="ppaction://media"/>
            <a:extLst>
              <a:ext uri="{FF2B5EF4-FFF2-40B4-BE49-F238E27FC236}">
                <a16:creationId xmlns:a16="http://schemas.microsoft.com/office/drawing/2014/main" id="{B1AD7367-7B56-46F3-A9CE-339E61CFDF77}"/>
              </a:ext>
            </a:extLst>
          </p:cNvPr>
          <p:cNvPicPr>
            <a:picLocks noChangeAspect="1"/>
          </p:cNvPicPr>
          <p:nvPr>
            <a:videoFile r:link="rId3"/>
            <p:extLst>
              <p:ext uri="{DAA4B4D4-6D71-4841-9C94-3DE7FCFB9230}">
                <p14:media xmlns:p14="http://schemas.microsoft.com/office/powerpoint/2010/main" r:embed="rId2"/>
              </p:ext>
            </p:extLst>
          </p:nvPr>
        </p:nvPicPr>
        <p:blipFill>
          <a:blip r:embed="rId7"/>
          <a:stretch>
            <a:fillRect/>
          </a:stretch>
        </p:blipFill>
        <p:spPr>
          <a:xfrm>
            <a:off x="530869" y="4731965"/>
            <a:ext cx="2459319" cy="1844490"/>
          </a:xfrm>
          <a:prstGeom prst="rect">
            <a:avLst/>
          </a:prstGeom>
        </p:spPr>
      </p:pic>
      <p:sp>
        <p:nvSpPr>
          <p:cNvPr id="11" name="TextBox 10">
            <a:extLst>
              <a:ext uri="{FF2B5EF4-FFF2-40B4-BE49-F238E27FC236}">
                <a16:creationId xmlns:a16="http://schemas.microsoft.com/office/drawing/2014/main" id="{7BB02241-6501-40A1-A8D4-DBFF8C7FDD54}"/>
              </a:ext>
            </a:extLst>
          </p:cNvPr>
          <p:cNvSpPr txBox="1"/>
          <p:nvPr/>
        </p:nvSpPr>
        <p:spPr>
          <a:xfrm>
            <a:off x="115037" y="1592513"/>
            <a:ext cx="11488828" cy="646331"/>
          </a:xfrm>
          <a:prstGeom prst="rect">
            <a:avLst/>
          </a:prstGeom>
          <a:noFill/>
        </p:spPr>
        <p:txBody>
          <a:bodyPr wrap="square">
            <a:spAutoFit/>
          </a:bodyPr>
          <a:lstStyle/>
          <a:p>
            <a:pPr marL="285750" indent="-285750" algn="just">
              <a:buFont typeface="Courier New" panose="02070309020205020404" pitchFamily="49" charset="0"/>
              <a:buChar char="o"/>
            </a:pPr>
            <a:r>
              <a:rPr lang="en-US" b="0" i="0" dirty="0">
                <a:solidFill>
                  <a:srgbClr val="333333"/>
                </a:solidFill>
                <a:effectLst/>
                <a:latin typeface="Times New Roman" panose="02020603050405020304" pitchFamily="18" charset="0"/>
                <a:cs typeface="Times New Roman" panose="02020603050405020304" pitchFamily="18" charset="0"/>
              </a:rPr>
              <a:t>The third law of thermodynamics states that the entropy of a perfect crystal at a temperature of zero Kelvin (absolute zero) is equal to zero.</a:t>
            </a:r>
            <a:endParaRPr lang="en-US" dirty="0">
              <a:latin typeface="Times New Roman" panose="02020603050405020304" pitchFamily="18" charset="0"/>
              <a:cs typeface="Times New Roman" panose="02020603050405020304" pitchFamily="18" charset="0"/>
            </a:endParaRPr>
          </a:p>
        </p:txBody>
      </p:sp>
      <p:pic>
        <p:nvPicPr>
          <p:cNvPr id="1026" name="Picture 2" descr="Third Law of Thermodynamics">
            <a:extLst>
              <a:ext uri="{FF2B5EF4-FFF2-40B4-BE49-F238E27FC236}">
                <a16:creationId xmlns:a16="http://schemas.microsoft.com/office/drawing/2014/main" id="{06C6481D-38FB-4222-B2A6-7FC5E381F6B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4807" y="2491772"/>
            <a:ext cx="3934518" cy="198726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18.4: Entropy Changes and the Third Law of Thermodynamics - Chemistry  LibreTexts">
            <a:extLst>
              <a:ext uri="{FF2B5EF4-FFF2-40B4-BE49-F238E27FC236}">
                <a16:creationId xmlns:a16="http://schemas.microsoft.com/office/drawing/2014/main" id="{8D97F11C-9D00-46AF-AD24-0137FB210F4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07333" y="2479446"/>
            <a:ext cx="6505032" cy="366432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458891189"/>
      </p:ext>
    </p:extLst>
  </p:cSld>
  <p:clrMapOvr>
    <a:masterClrMapping/>
  </p:clrMapOvr>
  <mc:AlternateContent xmlns:mc="http://schemas.openxmlformats.org/markup-compatibility/2006" xmlns:p14="http://schemas.microsoft.com/office/powerpoint/2010/main">
    <mc:Choice Requires="p14">
      <p:transition p14:dur="10" advTm="52361"/>
    </mc:Choice>
    <mc:Fallback xmlns="">
      <p:transition advTm="5236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72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extLst>
    <p:ext uri="{3A86A75C-4F4B-4683-9AE1-C65F6400EC91}">
      <p14:laserTraceLst xmlns:p14="http://schemas.microsoft.com/office/powerpoint/2010/main">
        <p14:tracePtLst>
          <p14:tracePt t="282" x="3505200" y="3479800"/>
          <p14:tracePt t="289" x="3517900" y="3479800"/>
          <p14:tracePt t="297" x="3530600" y="3490913"/>
          <p14:tracePt t="321" x="3530600" y="3503613"/>
          <p14:tracePt t="330" x="3541713" y="3516313"/>
          <p14:tracePt t="433" x="3554413" y="3529013"/>
          <p14:tracePt t="457" x="3554413" y="3541713"/>
          <p14:tracePt t="465" x="3567113" y="3541713"/>
          <p14:tracePt t="473" x="3579813" y="3554413"/>
          <p14:tracePt t="489" x="3579813" y="3567113"/>
          <p14:tracePt t="521" x="3592513" y="3567113"/>
          <p14:tracePt t="554" x="3592513" y="3579813"/>
          <p14:tracePt t="569" x="3605213" y="3579813"/>
          <p14:tracePt t="577" x="3605213" y="3590925"/>
          <p14:tracePt t="585" x="3630613" y="3603625"/>
          <p14:tracePt t="593" x="3630613" y="3616325"/>
          <p14:tracePt t="601" x="3643313" y="3616325"/>
          <p14:tracePt t="609" x="3643313" y="3629025"/>
          <p14:tracePt t="617" x="3654425" y="3629025"/>
          <p14:tracePt t="633" x="3667125" y="3654425"/>
          <p14:tracePt t="649" x="3667125" y="3679825"/>
          <p14:tracePt t="665" x="3667125" y="3692525"/>
          <p14:tracePt t="673" x="3692525" y="3703638"/>
          <p14:tracePt t="681" x="3692525" y="3716338"/>
          <p14:tracePt t="689" x="3692525" y="3729038"/>
          <p14:tracePt t="697" x="3692525" y="3754438"/>
          <p14:tracePt t="705" x="3692525" y="3767138"/>
          <p14:tracePt t="713" x="3692525" y="3792538"/>
          <p14:tracePt t="721" x="3692525" y="3816350"/>
          <p14:tracePt t="729" x="3654425" y="3816350"/>
          <p14:tracePt t="737" x="3617913" y="3816350"/>
          <p14:tracePt t="745" x="3592513" y="3816350"/>
          <p14:tracePt t="753" x="3530600" y="3816350"/>
          <p14:tracePt t="761" x="3367088" y="3641725"/>
          <p14:tracePt t="769" x="3179763" y="3367088"/>
          <p14:tracePt t="777" x="2867025" y="3003550"/>
          <p14:tracePt t="785" x="2554288" y="2627313"/>
          <p14:tracePt t="793" x="2152650" y="2227263"/>
          <p14:tracePt t="801" x="1752600" y="1801813"/>
          <p14:tracePt t="809" x="1489075" y="1539875"/>
          <p14:tracePt t="817" x="1289050" y="1263650"/>
          <p14:tracePt t="825" x="1201738" y="1076325"/>
          <p14:tracePt t="833" x="1150938" y="938213"/>
          <p14:tracePt t="841" x="1150938" y="838200"/>
          <p14:tracePt t="849" x="1150938" y="812800"/>
          <p14:tracePt t="857" x="1150938" y="788988"/>
          <p14:tracePt t="865" x="1163638" y="776288"/>
          <p14:tracePt t="873" x="1176338" y="776288"/>
          <p14:tracePt t="889" x="1189038" y="776288"/>
          <p14:tracePt t="905" x="1214438" y="776288"/>
          <p14:tracePt t="913" x="1227138" y="788988"/>
          <p14:tracePt t="921" x="1227138" y="863600"/>
          <p14:tracePt t="929" x="1227138" y="912813"/>
          <p14:tracePt t="937" x="1227138" y="989013"/>
          <p14:tracePt t="945" x="1227138" y="1050925"/>
          <p14:tracePt t="953" x="1227138" y="1089025"/>
          <p14:tracePt t="961" x="1227138" y="1138238"/>
          <p14:tracePt t="969" x="1227138" y="1176338"/>
          <p14:tracePt t="977" x="1227138" y="1201738"/>
          <p14:tracePt t="985" x="1227138" y="1227138"/>
          <p14:tracePt t="999" x="1227138" y="1263650"/>
          <p14:tracePt t="1001" x="1227138" y="1314450"/>
          <p14:tracePt t="1009" x="1227138" y="1350963"/>
          <p14:tracePt t="1017" x="1227138" y="1401763"/>
          <p14:tracePt t="1025" x="1227138" y="1439863"/>
          <p14:tracePt t="1033" x="1214438" y="1476375"/>
          <p14:tracePt t="1041" x="1176338" y="1514475"/>
          <p14:tracePt t="1049" x="1139825" y="1539875"/>
          <p14:tracePt t="1057" x="1063625" y="1552575"/>
          <p14:tracePt t="1065" x="1001713" y="1563688"/>
          <p14:tracePt t="1073" x="950913" y="1563688"/>
          <p14:tracePt t="1081" x="850900" y="1563688"/>
          <p14:tracePt t="1089" x="763588" y="1563688"/>
          <p14:tracePt t="1098" x="663575" y="1563688"/>
          <p14:tracePt t="1105" x="588963" y="1527175"/>
          <p14:tracePt t="1113" x="525463" y="1501775"/>
          <p14:tracePt t="1121" x="476250" y="1463675"/>
          <p14:tracePt t="1129" x="425450" y="1450975"/>
          <p14:tracePt t="1137" x="387350" y="1414463"/>
          <p14:tracePt t="1145" x="363538" y="1401763"/>
          <p14:tracePt t="1153" x="350838" y="1376363"/>
          <p14:tracePt t="1161" x="338138" y="1363663"/>
          <p14:tracePt t="1177" x="325438" y="1327150"/>
          <p14:tracePt t="1185" x="325438" y="1301750"/>
          <p14:tracePt t="1193" x="325438" y="1289050"/>
          <p14:tracePt t="1201" x="312738" y="1276350"/>
          <p14:tracePt t="1209" x="312738" y="1250950"/>
          <p14:tracePt t="1217" x="312738" y="1238250"/>
          <p14:tracePt t="1233" x="325438" y="1214438"/>
          <p14:tracePt t="1241" x="350838" y="1201738"/>
          <p14:tracePt t="1249" x="400050" y="1189038"/>
          <p14:tracePt t="1257" x="476250" y="1189038"/>
          <p14:tracePt t="1265" x="563563" y="1189038"/>
          <p14:tracePt t="1273" x="663575" y="1189038"/>
          <p14:tracePt t="1282" x="738188" y="1189038"/>
          <p14:tracePt t="1289" x="863600" y="1189038"/>
          <p14:tracePt t="1297" x="938213" y="1214438"/>
          <p14:tracePt t="1305" x="989013" y="1250950"/>
          <p14:tracePt t="1313" x="1027113" y="1289050"/>
          <p14:tracePt t="1321" x="1038225" y="1363663"/>
          <p14:tracePt t="1329" x="1038225" y="1414463"/>
          <p14:tracePt t="1337" x="1038225" y="1476375"/>
          <p14:tracePt t="1345" x="1038225" y="1552575"/>
          <p14:tracePt t="1353" x="1038225" y="1614488"/>
          <p14:tracePt t="1361" x="1038225" y="1652588"/>
          <p14:tracePt t="1370" x="1014413" y="1689100"/>
          <p14:tracePt t="1377" x="1014413" y="1701800"/>
          <p14:tracePt t="1385" x="1014413" y="1714500"/>
          <p14:tracePt t="1393" x="1001713" y="1714500"/>
          <p14:tracePt t="1409" x="989013" y="1714500"/>
          <p14:tracePt t="1417" x="976313" y="1714500"/>
          <p14:tracePt t="1433" x="963613" y="1714500"/>
          <p14:tracePt t="1441" x="938213" y="1701800"/>
          <p14:tracePt t="1457" x="914400" y="1663700"/>
          <p14:tracePt t="1465" x="901700" y="1639888"/>
          <p14:tracePt t="1473" x="889000" y="1627188"/>
          <p14:tracePt t="1481" x="863600" y="1589088"/>
          <p14:tracePt t="1489" x="838200" y="1552575"/>
          <p14:tracePt t="1497" x="825500" y="1539875"/>
          <p14:tracePt t="1505" x="788988" y="1514475"/>
          <p14:tracePt t="1513" x="788988" y="1489075"/>
          <p14:tracePt t="1521" x="750888" y="1463675"/>
          <p14:tracePt t="1529" x="738188" y="1450975"/>
          <p14:tracePt t="1545" x="701675" y="1450975"/>
          <p14:tracePt t="1553" x="676275" y="1427163"/>
          <p14:tracePt t="1569" x="650875" y="1427163"/>
          <p14:tracePt t="1577" x="638175" y="1427163"/>
          <p14:tracePt t="1585" x="600075" y="1414463"/>
          <p14:tracePt t="1593" x="600075" y="1401763"/>
          <p14:tracePt t="1601" x="588963" y="1401763"/>
          <p14:tracePt t="1609" x="550863" y="1376363"/>
          <p14:tracePt t="1617" x="525463" y="1363663"/>
          <p14:tracePt t="1625" x="500063" y="1339850"/>
          <p14:tracePt t="1633" x="450850" y="1301750"/>
          <p14:tracePt t="1641" x="438150" y="1276350"/>
          <p14:tracePt t="1649" x="412750" y="1250950"/>
          <p14:tracePt t="1657" x="387350" y="1238250"/>
          <p14:tracePt t="1665" x="363538" y="1214438"/>
          <p14:tracePt t="1673" x="350838" y="1214438"/>
          <p14:tracePt t="1681" x="350838" y="1201738"/>
          <p14:tracePt t="1801" x="338138" y="1201738"/>
          <p14:tracePt t="1809" x="312738" y="1201738"/>
          <p14:tracePt t="1825" x="300038" y="1201738"/>
          <p14:tracePt t="1841" x="300038" y="1214438"/>
          <p14:tracePt t="1849" x="300038" y="1227138"/>
          <p14:tracePt t="1921" x="300038" y="1238250"/>
          <p14:tracePt t="1937" x="325438" y="1238250"/>
          <p14:tracePt t="1953" x="350838" y="1238250"/>
          <p14:tracePt t="1961" x="376238" y="1238250"/>
          <p14:tracePt t="1969" x="412750" y="1238250"/>
          <p14:tracePt t="1977" x="450850" y="1227138"/>
          <p14:tracePt t="1985" x="500063" y="1189038"/>
          <p14:tracePt t="1993" x="563563" y="1150938"/>
          <p14:tracePt t="2001" x="612775" y="1114425"/>
          <p14:tracePt t="2018" x="750888" y="1050925"/>
          <p14:tracePt t="2025" x="814388" y="1025525"/>
          <p14:tracePt t="2033" x="925513" y="1001713"/>
          <p14:tracePt t="2041" x="1014413" y="989013"/>
          <p14:tracePt t="2048" x="1127125" y="976313"/>
          <p14:tracePt t="2057" x="1227138" y="963613"/>
          <p14:tracePt t="2064" x="1352550" y="963613"/>
          <p14:tracePt t="2073" x="1476375" y="963613"/>
          <p14:tracePt t="2080" x="1589088" y="963613"/>
          <p14:tracePt t="2089" x="1701800" y="963613"/>
          <p14:tracePt t="2097" x="1801813" y="989013"/>
          <p14:tracePt t="2105" x="1903413" y="1014413"/>
          <p14:tracePt t="2113" x="2003425" y="1050925"/>
          <p14:tracePt t="2121" x="2103438" y="1089025"/>
          <p14:tracePt t="2129" x="2178050" y="1125538"/>
          <p14:tracePt t="2137" x="2228850" y="1138238"/>
          <p14:tracePt t="2145" x="2252663" y="1150938"/>
          <p14:tracePt t="2153" x="2278063" y="1176338"/>
          <p14:tracePt t="2161" x="2328863" y="1176338"/>
          <p14:tracePt t="2169" x="2328863" y="1189038"/>
          <p14:tracePt t="2177" x="2365375" y="1201738"/>
          <p14:tracePt t="2297" x="2403475" y="1201738"/>
          <p14:tracePt t="2305" x="2428875" y="1201738"/>
          <p14:tracePt t="2313" x="2452688" y="1201738"/>
          <p14:tracePt t="2321" x="2528888" y="1176338"/>
          <p14:tracePt t="2329" x="2578100" y="1138238"/>
          <p14:tracePt t="2337" x="2641600" y="1101725"/>
          <p14:tracePt t="2345" x="2728913" y="1076325"/>
          <p14:tracePt t="2353" x="2816225" y="1025525"/>
          <p14:tracePt t="2361" x="2928938" y="976313"/>
          <p14:tracePt t="2369" x="3028950" y="950913"/>
          <p14:tracePt t="2377" x="3128963" y="950913"/>
          <p14:tracePt t="2385" x="3254375" y="925513"/>
          <p14:tracePt t="2393" x="3328988" y="912813"/>
          <p14:tracePt t="2402" x="3441700" y="912813"/>
          <p14:tracePt t="2409" x="3517900" y="912813"/>
          <p14:tracePt t="2417" x="3605213" y="912813"/>
          <p14:tracePt t="2425" x="3654425" y="912813"/>
          <p14:tracePt t="2433" x="3705225" y="912813"/>
          <p14:tracePt t="2441" x="3779838" y="912813"/>
          <p14:tracePt t="2449" x="3830638" y="925513"/>
          <p14:tracePt t="2457" x="3905250" y="938213"/>
          <p14:tracePt t="2465" x="3992563" y="950913"/>
          <p14:tracePt t="2473" x="4081463" y="963613"/>
          <p14:tracePt t="2481" x="4181475" y="976313"/>
          <p14:tracePt t="2490" x="4281488" y="989013"/>
          <p14:tracePt t="2497" x="4394200" y="1014413"/>
          <p14:tracePt t="2505" x="4481513" y="1014413"/>
          <p14:tracePt t="2513" x="4581525" y="1014413"/>
          <p14:tracePt t="2521" x="4656138" y="1014413"/>
          <p14:tracePt t="2529" x="4756150" y="1014413"/>
          <p14:tracePt t="2537" x="4819650" y="1014413"/>
          <p14:tracePt t="2545" x="4856163" y="1014413"/>
          <p14:tracePt t="2553" x="4906963" y="1014413"/>
          <p14:tracePt t="2561" x="4956175" y="1014413"/>
          <p14:tracePt t="2569" x="5006975" y="1014413"/>
          <p14:tracePt t="2577" x="5057775" y="1014413"/>
          <p14:tracePt t="2585" x="5094288" y="1014413"/>
          <p14:tracePt t="2593" x="5132388" y="1014413"/>
          <p14:tracePt t="2601" x="5170488" y="1014413"/>
          <p14:tracePt t="2609" x="5181600" y="1014413"/>
          <p14:tracePt t="2617" x="5194300" y="1014413"/>
          <p14:tracePt t="2625" x="5207000" y="1014413"/>
          <p14:tracePt t="2681" x="5219700" y="1014413"/>
          <p14:tracePt t="2689" x="5232400" y="1014413"/>
          <p14:tracePt t="2697" x="5245100" y="1025525"/>
          <p14:tracePt t="2713" x="5270500" y="1025525"/>
          <p14:tracePt t="2721" x="5281613" y="1025525"/>
          <p14:tracePt t="2729" x="5294313" y="1038225"/>
          <p14:tracePt t="2737" x="5332413" y="1038225"/>
          <p14:tracePt t="2745" x="5370513" y="1038225"/>
          <p14:tracePt t="2753" x="5383213" y="1038225"/>
          <p14:tracePt t="2769" x="5407025" y="1038225"/>
          <p14:tracePt t="2786" x="5419725" y="1038225"/>
          <p14:tracePt t="2793" x="5445125" y="1038225"/>
          <p14:tracePt t="2801" x="5457825" y="1038225"/>
          <p14:tracePt t="2809" x="5495925" y="1038225"/>
          <p14:tracePt t="2817" x="5507038" y="1038225"/>
          <p14:tracePt t="2825" x="5545138" y="1038225"/>
          <p14:tracePt t="2833" x="5595938" y="1038225"/>
          <p14:tracePt t="2841" x="5632450" y="1038225"/>
          <p14:tracePt t="2849" x="5657850" y="1038225"/>
          <p14:tracePt t="2858" x="5695950" y="1038225"/>
          <p14:tracePt t="2873" x="5708650" y="1038225"/>
          <p14:tracePt t="2953" x="5719763" y="1038225"/>
          <p14:tracePt t="2985" x="5732463" y="1038225"/>
          <p14:tracePt t="3041" x="5745163" y="1038225"/>
          <p14:tracePt t="3057" x="5757863" y="1038225"/>
          <p14:tracePt t="3073" x="5770563" y="1038225"/>
          <p14:tracePt t="3081" x="5795963" y="1038225"/>
          <p14:tracePt t="3089" x="5808663" y="1038225"/>
          <p14:tracePt t="3097" x="5845175" y="1038225"/>
          <p14:tracePt t="3105" x="5857875" y="1038225"/>
          <p14:tracePt t="3113" x="5883275" y="1038225"/>
          <p14:tracePt t="3121" x="5895975" y="1038225"/>
          <p14:tracePt t="3137" x="5908675" y="1038225"/>
          <p14:tracePt t="3145" x="5921375" y="1038225"/>
          <p14:tracePt t="3161" x="5932488" y="1038225"/>
          <p14:tracePt t="3169" x="5945188" y="1038225"/>
          <p14:tracePt t="3177" x="5970588" y="1050925"/>
          <p14:tracePt t="3201" x="5995988" y="1063625"/>
          <p14:tracePt t="3209" x="6008688" y="1063625"/>
          <p14:tracePt t="3226" x="6008688" y="1076325"/>
          <p14:tracePt t="3297" x="6021388" y="1076325"/>
          <p14:tracePt t="3345" x="6034088" y="1076325"/>
          <p14:tracePt t="3353" x="6045200" y="1076325"/>
          <p14:tracePt t="3401" x="6045200" y="1089025"/>
          <p14:tracePt t="3409" x="6083300" y="1114425"/>
          <p14:tracePt t="3417" x="6096000" y="1114425"/>
          <p14:tracePt t="3426" x="6108700" y="1125538"/>
          <p14:tracePt t="3433" x="6134100" y="1125538"/>
          <p14:tracePt t="3441" x="6146800" y="1125538"/>
          <p14:tracePt t="3449" x="6170613" y="1138238"/>
          <p14:tracePt t="3465" x="6170613" y="1150938"/>
          <p14:tracePt t="4305" x="6183313" y="1150938"/>
          <p14:tracePt t="4313" x="6183313" y="1176338"/>
          <p14:tracePt t="4321" x="6183313" y="1227138"/>
          <p14:tracePt t="4329" x="6183313" y="1301750"/>
          <p14:tracePt t="4337" x="6096000" y="1401763"/>
          <p14:tracePt t="4345" x="5945188" y="1552575"/>
          <p14:tracePt t="4353" x="5795963" y="1701800"/>
          <p14:tracePt t="4361" x="5570538" y="1876425"/>
          <p14:tracePt t="4369" x="5307013" y="2052638"/>
          <p14:tracePt t="4377" x="5019675" y="2190750"/>
          <p14:tracePt t="4385" x="4556125" y="2390775"/>
          <p14:tracePt t="4393" x="4043363" y="2603500"/>
          <p14:tracePt t="4401" x="3605213" y="2690813"/>
          <p14:tracePt t="4409" x="3128963" y="2803525"/>
          <p14:tracePt t="4417" x="2754313" y="2828925"/>
          <p14:tracePt t="4425" x="2328863" y="2865438"/>
          <p14:tracePt t="4433" x="1927225" y="2865438"/>
          <p14:tracePt t="4441" x="1689100" y="2865438"/>
          <p14:tracePt t="4449" x="1514475" y="2865438"/>
          <p14:tracePt t="4457" x="1389063" y="2865438"/>
          <p14:tracePt t="4465" x="1314450" y="2865438"/>
          <p14:tracePt t="4474" x="1252538" y="2828925"/>
          <p14:tracePt t="4481" x="1214438" y="2816225"/>
          <p14:tracePt t="4489" x="1201738" y="2790825"/>
          <p14:tracePt t="4497" x="1189038" y="2752725"/>
          <p14:tracePt t="4505" x="1189038" y="2728913"/>
          <p14:tracePt t="4513" x="1176338" y="2690813"/>
          <p14:tracePt t="4521" x="1176338" y="2652713"/>
          <p14:tracePt t="4529" x="1176338" y="2640013"/>
          <p14:tracePt t="4537" x="1176338" y="2603500"/>
          <p14:tracePt t="4545" x="1176338" y="2565400"/>
          <p14:tracePt t="4553" x="1163638" y="2540000"/>
          <p14:tracePt t="4561" x="1139825" y="2527300"/>
          <p14:tracePt t="4569" x="1114425" y="2503488"/>
          <p14:tracePt t="4577" x="1089025" y="2465388"/>
          <p14:tracePt t="4585" x="1076325" y="2465388"/>
          <p14:tracePt t="4593" x="1063625" y="2465388"/>
          <p14:tracePt t="4601" x="1050925" y="2465388"/>
          <p14:tracePt t="4609" x="1027113" y="2452688"/>
          <p14:tracePt t="4617" x="1014413" y="2439988"/>
          <p14:tracePt t="4625" x="976313" y="2427288"/>
          <p14:tracePt t="4633" x="914400" y="2403475"/>
          <p14:tracePt t="4641" x="863600" y="2390775"/>
          <p14:tracePt t="4649" x="825500" y="2352675"/>
          <p14:tracePt t="4658" x="776288" y="2352675"/>
          <p14:tracePt t="4665" x="725488" y="2314575"/>
          <p14:tracePt t="4673" x="701675" y="2303463"/>
          <p14:tracePt t="4681" x="638175" y="2278063"/>
          <p14:tracePt t="4689" x="600075" y="2252663"/>
          <p14:tracePt t="4697" x="576263" y="2239963"/>
          <p14:tracePt t="4705" x="538163" y="2227263"/>
          <p14:tracePt t="4713" x="525463" y="2201863"/>
          <p14:tracePt t="4721" x="512763" y="2190750"/>
          <p14:tracePt t="4729" x="476250" y="2165350"/>
          <p14:tracePt t="4737" x="463550" y="2165350"/>
          <p14:tracePt t="4745" x="425450" y="2165350"/>
          <p14:tracePt t="4753" x="412750" y="2165350"/>
          <p14:tracePt t="4761" x="400050" y="2165350"/>
          <p14:tracePt t="4777" x="387350" y="2165350"/>
          <p14:tracePt t="5010" x="387350" y="2152650"/>
          <p14:tracePt t="5025" x="400050" y="2152650"/>
          <p14:tracePt t="5033" x="425450" y="2152650"/>
          <p14:tracePt t="5049" x="450850" y="2139950"/>
          <p14:tracePt t="5057" x="476250" y="2127250"/>
          <p14:tracePt t="5065" x="525463" y="2101850"/>
          <p14:tracePt t="5073" x="563563" y="2089150"/>
          <p14:tracePt t="5081" x="612775" y="2065338"/>
          <p14:tracePt t="5089" x="650875" y="2052638"/>
          <p14:tracePt t="5097" x="688975" y="2052638"/>
          <p14:tracePt t="5105" x="712788" y="2039938"/>
          <p14:tracePt t="5113" x="738188" y="2039938"/>
          <p14:tracePt t="5161" x="750888" y="2039938"/>
          <p14:tracePt t="5177" x="763588" y="2027238"/>
          <p14:tracePt t="5217" x="776288" y="2027238"/>
          <p14:tracePt t="5225" x="788988" y="2014538"/>
          <p14:tracePt t="5257" x="814388" y="2014538"/>
          <p14:tracePt t="5265" x="850900" y="2014538"/>
          <p14:tracePt t="5273" x="889000" y="2014538"/>
          <p14:tracePt t="5281" x="914400" y="2014538"/>
          <p14:tracePt t="5289" x="938213" y="2014538"/>
          <p14:tracePt t="5297" x="963613" y="2014538"/>
          <p14:tracePt t="5305" x="989013" y="2014538"/>
          <p14:tracePt t="5313" x="1014413" y="2027238"/>
          <p14:tracePt t="5321" x="1027113" y="2027238"/>
          <p14:tracePt t="5329" x="1063625" y="2027238"/>
          <p14:tracePt t="5337" x="1089025" y="2027238"/>
          <p14:tracePt t="5345" x="1101725" y="2027238"/>
          <p14:tracePt t="5353" x="1139825" y="2027238"/>
          <p14:tracePt t="5361" x="1163638" y="2027238"/>
          <p14:tracePt t="5369" x="1189038" y="2027238"/>
          <p14:tracePt t="5377" x="1227138" y="2027238"/>
          <p14:tracePt t="5385" x="1263650" y="2027238"/>
          <p14:tracePt t="5393" x="1289050" y="2027238"/>
          <p14:tracePt t="5401" x="1314450" y="2027238"/>
          <p14:tracePt t="5409" x="1327150" y="2027238"/>
          <p14:tracePt t="5417" x="1352550" y="2027238"/>
          <p14:tracePt t="5425" x="1363663" y="2027238"/>
          <p14:tracePt t="5433" x="1376363" y="2027238"/>
          <p14:tracePt t="5441" x="1389063" y="2027238"/>
          <p14:tracePt t="5449" x="1401763" y="2027238"/>
          <p14:tracePt t="5465" x="1414463" y="2027238"/>
          <p14:tracePt t="5473" x="1439863" y="2027238"/>
          <p14:tracePt t="5481" x="1476375" y="2027238"/>
          <p14:tracePt t="5489" x="1489075" y="2027238"/>
          <p14:tracePt t="5497" x="1539875" y="2027238"/>
          <p14:tracePt t="5505" x="1577975" y="2027238"/>
          <p14:tracePt t="5513" x="1627188" y="2027238"/>
          <p14:tracePt t="5521" x="1665288" y="2027238"/>
          <p14:tracePt t="5529" x="1689100" y="2027238"/>
          <p14:tracePt t="5537" x="1739900" y="2027238"/>
          <p14:tracePt t="5545" x="1778000" y="2027238"/>
          <p14:tracePt t="5553" x="1814513" y="2027238"/>
          <p14:tracePt t="5561" x="1852613" y="2027238"/>
          <p14:tracePt t="5569" x="1878013" y="2027238"/>
          <p14:tracePt t="5577" x="1914525" y="2027238"/>
          <p14:tracePt t="5585" x="1952625" y="2027238"/>
          <p14:tracePt t="5593" x="1990725" y="2027238"/>
          <p14:tracePt t="5601" x="2014538" y="2027238"/>
          <p14:tracePt t="5609" x="2065338" y="2027238"/>
          <p14:tracePt t="5617" x="2103438" y="2027238"/>
          <p14:tracePt t="5625" x="2127250" y="2027238"/>
          <p14:tracePt t="5633" x="2152650" y="2027238"/>
          <p14:tracePt t="5641" x="2190750" y="2027238"/>
          <p14:tracePt t="5657" x="2203450" y="2027238"/>
          <p14:tracePt t="5665" x="2216150" y="2027238"/>
          <p14:tracePt t="5681" x="2239963" y="2027238"/>
          <p14:tracePt t="5689" x="2252663" y="2027238"/>
          <p14:tracePt t="5697" x="2265363" y="2027238"/>
          <p14:tracePt t="5705" x="2290763" y="2027238"/>
          <p14:tracePt t="5713" x="2316163" y="2027238"/>
          <p14:tracePt t="5721" x="2352675" y="2027238"/>
          <p14:tracePt t="5729" x="2365375" y="2027238"/>
          <p14:tracePt t="5737" x="2403475" y="2027238"/>
          <p14:tracePt t="5745" x="2452688" y="2027238"/>
          <p14:tracePt t="5753" x="2503488" y="2027238"/>
          <p14:tracePt t="5761" x="2554288" y="2027238"/>
          <p14:tracePt t="5769" x="2603500" y="2027238"/>
          <p14:tracePt t="5777" x="2678113" y="2027238"/>
          <p14:tracePt t="5785" x="2728913" y="2027238"/>
          <p14:tracePt t="5793" x="2767013" y="2027238"/>
          <p14:tracePt t="5801" x="2816225" y="2027238"/>
          <p14:tracePt t="5809" x="2841625" y="2027238"/>
          <p14:tracePt t="5817" x="2854325" y="2027238"/>
          <p14:tracePt t="5825" x="2879725" y="2027238"/>
          <p14:tracePt t="5833" x="2890838" y="2027238"/>
          <p14:tracePt t="5841" x="2903538" y="2027238"/>
          <p14:tracePt t="5857" x="2916238" y="2027238"/>
          <p14:tracePt t="5865" x="2941638" y="2027238"/>
          <p14:tracePt t="5873" x="2967038" y="2027238"/>
          <p14:tracePt t="5881" x="2992438" y="2027238"/>
          <p14:tracePt t="5889" x="3016250" y="2027238"/>
          <p14:tracePt t="5897" x="3028950" y="2027238"/>
          <p14:tracePt t="5905" x="3067050" y="2027238"/>
          <p14:tracePt t="5913" x="3092450" y="2027238"/>
          <p14:tracePt t="5921" x="3116263" y="2027238"/>
          <p14:tracePt t="5929" x="3141663" y="2027238"/>
          <p14:tracePt t="5945" x="3154363" y="2027238"/>
          <p14:tracePt t="5953" x="3179763" y="2027238"/>
          <p14:tracePt t="5969" x="3192463" y="2027238"/>
          <p14:tracePt t="5977" x="3205163" y="2027238"/>
          <p14:tracePt t="5985" x="3216275" y="2027238"/>
          <p14:tracePt t="6001" x="3228975" y="2027238"/>
          <p14:tracePt t="6057" x="3267075" y="2027238"/>
          <p14:tracePt t="6065" x="3305175" y="2039938"/>
          <p14:tracePt t="6073" x="3341688" y="2065338"/>
          <p14:tracePt t="6081" x="3417888" y="2065338"/>
          <p14:tracePt t="6089" x="3467100" y="2065338"/>
          <p14:tracePt t="6097" x="3517900" y="2078038"/>
          <p14:tracePt t="6105" x="3592513" y="2078038"/>
          <p14:tracePt t="6113" x="3654425" y="2078038"/>
          <p14:tracePt t="6121" x="3705225" y="2078038"/>
          <p14:tracePt t="6129" x="3792538" y="2078038"/>
          <p14:tracePt t="6137" x="3867150" y="2078038"/>
          <p14:tracePt t="6145" x="3917950" y="2089150"/>
          <p14:tracePt t="6153" x="3979863" y="2089150"/>
          <p14:tracePt t="6162" x="4056063" y="2127250"/>
          <p14:tracePt t="6169" x="4105275" y="2152650"/>
          <p14:tracePt t="6177" x="4105275" y="2178050"/>
          <p14:tracePt t="6185" x="4105275" y="2239963"/>
          <p14:tracePt t="6193" x="4105275" y="2339975"/>
          <p14:tracePt t="6201" x="4105275" y="2352675"/>
          <p14:tracePt t="6617" x="4105275" y="2339975"/>
          <p14:tracePt t="6649" x="4105275" y="2327275"/>
          <p14:tracePt t="6657" x="4168775" y="2278063"/>
          <p14:tracePt t="6673" x="4205288" y="2278063"/>
          <p14:tracePt t="6681" x="4217988" y="2278063"/>
          <p14:tracePt t="6689" x="4230688" y="2252663"/>
          <p14:tracePt t="6705" x="4256088" y="2252663"/>
          <p14:tracePt t="6713" x="4256088" y="2239963"/>
          <p14:tracePt t="6721" x="4268788" y="2239963"/>
          <p14:tracePt t="6729" x="4281488" y="2227263"/>
          <p14:tracePt t="6737" x="4294188" y="2214563"/>
          <p14:tracePt t="6769" x="4305300" y="2214563"/>
          <p14:tracePt t="6777" x="4330700" y="2201863"/>
          <p14:tracePt t="6785" x="4356100" y="2178050"/>
          <p14:tracePt t="6793" x="4381500" y="2165350"/>
          <p14:tracePt t="6801" x="4394200" y="2152650"/>
          <p14:tracePt t="6809" x="4418013" y="2139950"/>
          <p14:tracePt t="6817" x="4443413" y="2127250"/>
          <p14:tracePt t="6825" x="4456113" y="2114550"/>
          <p14:tracePt t="6833" x="4468813" y="2114550"/>
          <p14:tracePt t="6841" x="4481513" y="2114550"/>
          <p14:tracePt t="6849" x="4494213" y="2101850"/>
          <p14:tracePt t="6857" x="4506913" y="2089150"/>
          <p14:tracePt t="6993" x="4518025" y="2089150"/>
          <p14:tracePt t="7121" x="4530725" y="2089150"/>
          <p14:tracePt t="7129" x="4543425" y="2089150"/>
          <p14:tracePt t="7169" x="4556125" y="2089150"/>
          <p14:tracePt t="7265" x="4568825" y="2078038"/>
          <p14:tracePt t="7305" x="4581525" y="2078038"/>
          <p14:tracePt t="7313" x="4594225" y="2078038"/>
          <p14:tracePt t="7329" x="4606925" y="2078038"/>
          <p14:tracePt t="7337" x="4630738" y="2078038"/>
          <p14:tracePt t="7345" x="4681538" y="2078038"/>
          <p14:tracePt t="7353" x="4743450" y="2078038"/>
          <p14:tracePt t="7361" x="4794250" y="2078038"/>
          <p14:tracePt t="7369" x="4832350" y="2078038"/>
          <p14:tracePt t="7377" x="4894263" y="2078038"/>
          <p14:tracePt t="7385" x="4945063" y="2065338"/>
          <p14:tracePt t="7393" x="5006975" y="2039938"/>
          <p14:tracePt t="7401" x="5045075" y="2027238"/>
          <p14:tracePt t="7409" x="5081588" y="2027238"/>
          <p14:tracePt t="7417" x="5132388" y="2014538"/>
          <p14:tracePt t="7425" x="5170488" y="2014538"/>
          <p14:tracePt t="7433" x="5207000" y="1989138"/>
          <p14:tracePt t="7441" x="5219700" y="1989138"/>
          <p14:tracePt t="7449" x="5245100" y="1989138"/>
          <p14:tracePt t="7457" x="5257800" y="1989138"/>
          <p14:tracePt t="7465" x="5270500" y="1989138"/>
          <p14:tracePt t="7473" x="5294313" y="1989138"/>
          <p14:tracePt t="7489" x="5319713" y="1989138"/>
          <p14:tracePt t="7497" x="5332413" y="1989138"/>
          <p14:tracePt t="7505" x="5345113" y="1989138"/>
          <p14:tracePt t="7513" x="5370513" y="1989138"/>
          <p14:tracePt t="7521" x="5383213" y="1989138"/>
          <p14:tracePt t="7529" x="5407025" y="1989138"/>
          <p14:tracePt t="7537" x="5432425" y="1989138"/>
          <p14:tracePt t="7545" x="5470525" y="1989138"/>
          <p14:tracePt t="7553" x="5495925" y="1989138"/>
          <p14:tracePt t="7561" x="5507038" y="1989138"/>
          <p14:tracePt t="7569" x="5545138" y="1989138"/>
          <p14:tracePt t="7577" x="5557838" y="1989138"/>
          <p14:tracePt t="7585" x="5595938" y="1978025"/>
          <p14:tracePt t="7593" x="5632450" y="1978025"/>
          <p14:tracePt t="7601" x="5657850" y="1978025"/>
          <p14:tracePt t="7609" x="5670550" y="1978025"/>
          <p14:tracePt t="7617" x="5683250" y="1978025"/>
          <p14:tracePt t="7625" x="5708650" y="1978025"/>
          <p14:tracePt t="7633" x="5732463" y="1978025"/>
          <p14:tracePt t="7641" x="5770563" y="1978025"/>
          <p14:tracePt t="7649" x="5808663" y="1978025"/>
          <p14:tracePt t="7657" x="5832475" y="1978025"/>
          <p14:tracePt t="7665" x="5870575" y="1978025"/>
          <p14:tracePt t="7673" x="5908675" y="1978025"/>
          <p14:tracePt t="7681" x="5945188" y="1978025"/>
          <p14:tracePt t="7689" x="5957888" y="1978025"/>
          <p14:tracePt t="7697" x="5983288" y="1978025"/>
          <p14:tracePt t="7705" x="5995988" y="1978025"/>
          <p14:tracePt t="7721" x="6008688" y="1978025"/>
          <p14:tracePt t="7753" x="6021388" y="1978025"/>
          <p14:tracePt t="7769" x="6034088" y="1978025"/>
          <p14:tracePt t="7777" x="6057900" y="1978025"/>
          <p14:tracePt t="7785" x="6096000" y="1978025"/>
          <p14:tracePt t="7793" x="6134100" y="1978025"/>
          <p14:tracePt t="7801" x="6170613" y="1978025"/>
          <p14:tracePt t="7809" x="6183313" y="1978025"/>
          <p14:tracePt t="7817" x="6221413" y="1978025"/>
          <p14:tracePt t="7825" x="6246813" y="1978025"/>
          <p14:tracePt t="7841" x="6259513" y="1978025"/>
          <p14:tracePt t="7849" x="6270625" y="1978025"/>
          <p14:tracePt t="7905" x="6283325" y="1978025"/>
          <p14:tracePt t="7945" x="6321425" y="1978025"/>
          <p14:tracePt t="7953" x="6334125" y="1978025"/>
          <p14:tracePt t="7961" x="6346825" y="1978025"/>
          <p14:tracePt t="7969" x="6359525" y="1978025"/>
          <p14:tracePt t="7977" x="6370638" y="1978025"/>
          <p14:tracePt t="8169" x="6383338" y="1978025"/>
          <p14:tracePt t="8225" x="6408738" y="1978025"/>
          <p14:tracePt t="8241" x="6434138" y="1978025"/>
          <p14:tracePt t="8249" x="6446838" y="1978025"/>
          <p14:tracePt t="8257" x="6459538" y="1978025"/>
          <p14:tracePt t="8353" x="6472238" y="1978025"/>
          <p14:tracePt t="8361" x="6496050" y="1978025"/>
          <p14:tracePt t="8369" x="6521450" y="1978025"/>
          <p14:tracePt t="8377" x="6546850" y="1978025"/>
          <p14:tracePt t="8384" x="6559550" y="1989138"/>
          <p14:tracePt t="8393" x="6584950" y="1989138"/>
          <p14:tracePt t="8401" x="6621463" y="2001838"/>
          <p14:tracePt t="8417" x="6646863" y="2001838"/>
          <p14:tracePt t="8425" x="6659563" y="2001838"/>
          <p14:tracePt t="8441" x="6672263" y="2001838"/>
          <p14:tracePt t="8448" x="6684963" y="2001838"/>
          <p14:tracePt t="8465" x="6696075" y="2001838"/>
          <p14:tracePt t="8481" x="6708775" y="2001838"/>
          <p14:tracePt t="8489" x="6734175" y="2001838"/>
          <p14:tracePt t="8496" x="6746875" y="2001838"/>
          <p14:tracePt t="8505" x="6772275" y="2001838"/>
          <p14:tracePt t="8513" x="6784975" y="2001838"/>
          <p14:tracePt t="8521" x="6808788" y="2001838"/>
          <p14:tracePt t="8529" x="6834188" y="2001838"/>
          <p14:tracePt t="8537" x="6859588" y="2001838"/>
          <p14:tracePt t="8553" x="6872288" y="2001838"/>
          <p14:tracePt t="8561" x="6884988" y="2001838"/>
          <p14:tracePt t="8577" x="6897688" y="2001838"/>
          <p14:tracePt t="8617" x="6946900" y="2001838"/>
          <p14:tracePt t="8625" x="6985000" y="2001838"/>
          <p14:tracePt t="8633" x="6997700" y="2001838"/>
          <p14:tracePt t="8641" x="7034213" y="2001838"/>
          <p14:tracePt t="8648" x="7046913" y="2001838"/>
          <p14:tracePt t="8657" x="7072313" y="2001838"/>
          <p14:tracePt t="8674" x="7085013" y="2001838"/>
          <p14:tracePt t="8817" x="7097713" y="2001838"/>
          <p14:tracePt t="8833" x="7110413" y="2001838"/>
          <p14:tracePt t="8841" x="7134225" y="2001838"/>
          <p14:tracePt t="8849" x="7146925" y="2001838"/>
          <p14:tracePt t="8857" x="7172325" y="2001838"/>
          <p14:tracePt t="8865" x="7210425" y="2001838"/>
          <p14:tracePt t="8873" x="7235825" y="2001838"/>
          <p14:tracePt t="8881" x="7272338" y="2001838"/>
          <p14:tracePt t="8889" x="7285038" y="2001838"/>
          <p14:tracePt t="8897" x="7310438" y="2001838"/>
          <p14:tracePt t="8905" x="7323138" y="2001838"/>
          <p14:tracePt t="8913" x="7348538" y="2001838"/>
          <p14:tracePt t="8921" x="7372350" y="2001838"/>
          <p14:tracePt t="8929" x="7397750" y="2001838"/>
          <p14:tracePt t="8937" x="7410450" y="2001838"/>
          <p14:tracePt t="8945" x="7423150" y="2001838"/>
          <p14:tracePt t="8953" x="7448550" y="2001838"/>
          <p14:tracePt t="8961" x="7459663" y="2001838"/>
          <p14:tracePt t="8970" x="7472363" y="2001838"/>
          <p14:tracePt t="8977" x="7497763" y="2001838"/>
          <p14:tracePt t="9057" x="7510463" y="2001838"/>
          <p14:tracePt t="9065" x="7523163" y="2001838"/>
          <p14:tracePt t="9089" x="7535863" y="2001838"/>
          <p14:tracePt t="9145" x="7548563" y="2001838"/>
          <p14:tracePt t="9153" x="7561263" y="2001838"/>
          <p14:tracePt t="9161" x="7597775" y="2001838"/>
          <p14:tracePt t="9169" x="7623175" y="2001838"/>
          <p14:tracePt t="9177" x="7661275" y="2027238"/>
          <p14:tracePt t="9185" x="7673975" y="2027238"/>
          <p14:tracePt t="9193" x="7685088" y="2027238"/>
          <p14:tracePt t="9273" x="7697788" y="2027238"/>
          <p14:tracePt t="9633" x="7723188" y="2027238"/>
          <p14:tracePt t="9641" x="7748588" y="2027238"/>
          <p14:tracePt t="9649" x="7785100" y="2027238"/>
          <p14:tracePt t="9657" x="7835900" y="2027238"/>
          <p14:tracePt t="9665" x="7886700" y="2027238"/>
          <p14:tracePt t="9673" x="7923213" y="2027238"/>
          <p14:tracePt t="9681" x="7986713" y="2027238"/>
          <p14:tracePt t="9689" x="8023225" y="2027238"/>
          <p14:tracePt t="9697" x="8061325" y="2014538"/>
          <p14:tracePt t="9706" x="8086725" y="2014538"/>
          <p14:tracePt t="9721" x="8099425" y="2014538"/>
          <p14:tracePt t="9801" x="8123238" y="1989138"/>
          <p14:tracePt t="9841" x="8148638" y="1989138"/>
          <p14:tracePt t="9849" x="8174038" y="1989138"/>
          <p14:tracePt t="9857" x="8199438" y="1989138"/>
          <p14:tracePt t="9865" x="8223250" y="1989138"/>
          <p14:tracePt t="9873" x="8261350" y="1989138"/>
          <p14:tracePt t="9881" x="8335963" y="2001838"/>
          <p14:tracePt t="9889" x="8424863" y="2001838"/>
          <p14:tracePt t="9897" x="8486775" y="2001838"/>
          <p14:tracePt t="9905" x="8561388" y="2001838"/>
          <p14:tracePt t="9913" x="8612188" y="2001838"/>
          <p14:tracePt t="9921" x="8661400" y="2001838"/>
          <p14:tracePt t="9929" x="8699500" y="2001838"/>
          <p14:tracePt t="9937" x="8737600" y="2001838"/>
          <p14:tracePt t="9945" x="8750300" y="2001838"/>
          <p14:tracePt t="9953" x="8774113" y="2001838"/>
          <p14:tracePt t="9961" x="8799513" y="2001838"/>
          <p14:tracePt t="9969" x="8824913" y="2014538"/>
          <p14:tracePt t="9978" x="8837613" y="2014538"/>
          <p14:tracePt t="9985" x="8863013" y="2014538"/>
          <p14:tracePt t="9993" x="8899525" y="2014538"/>
          <p14:tracePt t="10007" x="8924925" y="2014538"/>
          <p14:tracePt t="10022" x="8986838" y="2014538"/>
          <p14:tracePt t="10025" x="8999538" y="2014538"/>
          <p14:tracePt t="10033" x="9012238" y="2014538"/>
          <p14:tracePt t="10041" x="9037638" y="2014538"/>
          <p14:tracePt t="10336" x="9075738" y="2014538"/>
          <p14:tracePt t="10345" x="9099550" y="2014538"/>
          <p14:tracePt t="10353" x="9137650" y="2014538"/>
          <p14:tracePt t="10361" x="9175750" y="2014538"/>
          <p14:tracePt t="10369" x="9188450" y="2014538"/>
          <p14:tracePt t="10377" x="9224963" y="2014538"/>
          <p14:tracePt t="10385" x="9263063" y="2014538"/>
          <p14:tracePt t="10393" x="9275763" y="2014538"/>
          <p14:tracePt t="10401" x="9312275" y="2014538"/>
          <p14:tracePt t="10409" x="9350375" y="2014538"/>
          <p14:tracePt t="10417" x="9375775" y="2014538"/>
          <p14:tracePt t="10425" x="9401175" y="2014538"/>
          <p14:tracePt t="10433" x="9413875" y="2014538"/>
          <p14:tracePt t="10441" x="9437688" y="2014538"/>
          <p14:tracePt t="10449" x="9450388" y="2014538"/>
          <p14:tracePt t="10457" x="9475788" y="2014538"/>
          <p14:tracePt t="10473" x="9501188" y="2014538"/>
          <p14:tracePt t="10481" x="9513888" y="2014538"/>
          <p14:tracePt t="10497" x="9537700" y="2014538"/>
          <p14:tracePt t="10505" x="9550400" y="2014538"/>
          <p14:tracePt t="10617" x="9575800" y="2014538"/>
          <p14:tracePt t="10625" x="9601200" y="2014538"/>
          <p14:tracePt t="10633" x="9613900" y="2014538"/>
          <p14:tracePt t="10640" x="9637713" y="2014538"/>
          <p14:tracePt t="10649" x="9650413" y="2014538"/>
          <p14:tracePt t="10657" x="9688513" y="2014538"/>
          <p14:tracePt t="10681" x="9701213" y="2014538"/>
          <p14:tracePt t="10689" x="9713913" y="2014538"/>
          <p14:tracePt t="10697" x="9726613" y="2014538"/>
          <p14:tracePt t="10730" x="9739313" y="2014538"/>
          <p14:tracePt t="10737" x="9750425" y="2014538"/>
          <p14:tracePt t="10833" x="9763125" y="2014538"/>
          <p14:tracePt t="10841" x="9775825" y="2014538"/>
          <p14:tracePt t="10849" x="9801225" y="2014538"/>
          <p14:tracePt t="10857" x="9813925" y="2014538"/>
          <p14:tracePt t="10865" x="9852025" y="2014538"/>
          <p14:tracePt t="10873" x="9875838" y="2014538"/>
          <p14:tracePt t="10889" x="9901238" y="2014538"/>
          <p14:tracePt t="10897" x="9926638" y="2014538"/>
          <p14:tracePt t="10905" x="9963150" y="2014538"/>
          <p14:tracePt t="10914" x="9988550" y="2014538"/>
          <p14:tracePt t="10921" x="10039350" y="2014538"/>
          <p14:tracePt t="10929" x="10126663" y="2014538"/>
          <p14:tracePt t="10937" x="10188575" y="2014538"/>
          <p14:tracePt t="10945" x="10239375" y="2014538"/>
          <p14:tracePt t="10953" x="10288588" y="2014538"/>
          <p14:tracePt t="10961" x="10326688" y="2014538"/>
          <p14:tracePt t="10969" x="10352088" y="2014538"/>
          <p14:tracePt t="10977" x="10377488" y="2014538"/>
          <p14:tracePt t="10993" x="10390188" y="2014538"/>
          <p14:tracePt t="11009" x="10414000" y="2014538"/>
          <p14:tracePt t="11017" x="10426700" y="2014538"/>
          <p14:tracePt t="11025" x="10439400" y="2014538"/>
          <p14:tracePt t="11033" x="10452100" y="2014538"/>
          <p14:tracePt t="11161" x="10464800" y="2014538"/>
          <p14:tracePt t="12393" x="10552113" y="2014538"/>
          <p14:tracePt t="12401" x="10690225" y="2014538"/>
          <p14:tracePt t="12409" x="10777538" y="2014538"/>
          <p14:tracePt t="12417" x="10877550" y="2014538"/>
          <p14:tracePt t="12425" x="10928350" y="2014538"/>
          <p14:tracePt t="12433" x="10977563" y="2014538"/>
          <p14:tracePt t="12441" x="11015663" y="2014538"/>
          <p14:tracePt t="12449" x="11028363" y="2014538"/>
          <p14:tracePt t="12457" x="11052175" y="2014538"/>
          <p14:tracePt t="12465" x="11064875" y="2014538"/>
          <p14:tracePt t="12545" x="11077575" y="2014538"/>
          <p14:tracePt t="12553" x="11102975" y="2014538"/>
          <p14:tracePt t="12561" x="11115675" y="2014538"/>
          <p14:tracePt t="12569" x="11141075" y="2014538"/>
          <p14:tracePt t="12577" x="11164888" y="2014538"/>
          <p14:tracePt t="12585" x="11190288" y="2014538"/>
          <p14:tracePt t="12601" x="11215688" y="2014538"/>
          <p14:tracePt t="12608" x="11241088" y="2014538"/>
          <p14:tracePt t="12617" x="11290300" y="1989138"/>
          <p14:tracePt t="12625" x="11315700" y="1989138"/>
          <p14:tracePt t="12633" x="11341100" y="1989138"/>
          <p14:tracePt t="12641" x="11390313" y="1989138"/>
          <p14:tracePt t="12649" x="11403013" y="1989138"/>
          <p14:tracePt t="12657" x="11415713" y="1989138"/>
          <p14:tracePt t="12665" x="11466513" y="1978025"/>
          <p14:tracePt t="12681" x="11490325" y="1978025"/>
          <p14:tracePt t="12689" x="11503025" y="1978025"/>
          <p14:tracePt t="12697" x="11528425" y="1978025"/>
          <p14:tracePt t="12705" x="11541125" y="1978025"/>
          <p14:tracePt t="12713" x="11553825" y="1965325"/>
          <p14:tracePt t="12721" x="11579225" y="1965325"/>
          <p14:tracePt t="12857" x="11528425" y="1965325"/>
          <p14:tracePt t="12865" x="11441113" y="1989138"/>
          <p14:tracePt t="12873" x="11290300" y="2001838"/>
          <p14:tracePt t="12881" x="11064875" y="2001838"/>
          <p14:tracePt t="12889" x="10726738" y="2001838"/>
          <p14:tracePt t="12897" x="10213975" y="2001838"/>
          <p14:tracePt t="12905" x="9739313" y="2001838"/>
          <p14:tracePt t="12913" x="9088438" y="2001838"/>
          <p14:tracePt t="12921" x="8486775" y="2001838"/>
          <p14:tracePt t="12929" x="7773988" y="2001838"/>
          <p14:tracePt t="12937" x="7159625" y="2001838"/>
          <p14:tracePt t="12945" x="6621463" y="2001838"/>
          <p14:tracePt t="12953" x="6146800" y="2001838"/>
          <p14:tracePt t="12961" x="5732463" y="2001838"/>
          <p14:tracePt t="12969" x="5357813" y="2001838"/>
          <p14:tracePt t="12976" x="5057775" y="2001838"/>
          <p14:tracePt t="12985" x="4881563" y="2001838"/>
          <p14:tracePt t="12993" x="4743450" y="2001838"/>
          <p14:tracePt t="13001" x="4594225" y="2001838"/>
          <p14:tracePt t="13009" x="4456113" y="2001838"/>
          <p14:tracePt t="13017" x="4318000" y="2001838"/>
          <p14:tracePt t="13025" x="4205288" y="2014538"/>
          <p14:tracePt t="13033" x="4068763" y="2014538"/>
          <p14:tracePt t="13041" x="3943350" y="2014538"/>
          <p14:tracePt t="13049" x="3805238" y="2014538"/>
          <p14:tracePt t="13057" x="3667125" y="2014538"/>
          <p14:tracePt t="13064" x="3541713" y="2014538"/>
          <p14:tracePt t="13073" x="3392488" y="2014538"/>
          <p14:tracePt t="13081" x="3254375" y="2027238"/>
          <p14:tracePt t="13089" x="3103563" y="2052638"/>
          <p14:tracePt t="13097" x="2992438" y="2065338"/>
          <p14:tracePt t="13105" x="2841625" y="2089150"/>
          <p14:tracePt t="13113" x="2690813" y="2089150"/>
          <p14:tracePt t="13121" x="2528888" y="2127250"/>
          <p14:tracePt t="13129" x="2416175" y="2127250"/>
          <p14:tracePt t="13137" x="2303463" y="2139950"/>
          <p14:tracePt t="13145" x="2203450" y="2139950"/>
          <p14:tracePt t="13153" x="2090738" y="2152650"/>
          <p14:tracePt t="13161" x="2014538" y="2152650"/>
          <p14:tracePt t="13169" x="1927225" y="2165350"/>
          <p14:tracePt t="13177" x="1839913" y="2190750"/>
          <p14:tracePt t="13185" x="1790700" y="2190750"/>
          <p14:tracePt t="13193" x="1739900" y="2190750"/>
          <p14:tracePt t="13201" x="1677988" y="2201863"/>
          <p14:tracePt t="13209" x="1627188" y="2201863"/>
          <p14:tracePt t="13217" x="1577975" y="2214563"/>
          <p14:tracePt t="13225" x="1527175" y="2214563"/>
          <p14:tracePt t="13233" x="1452563" y="2227263"/>
          <p14:tracePt t="13241" x="1401763" y="2239963"/>
          <p14:tracePt t="13248" x="1363663" y="2239963"/>
          <p14:tracePt t="13257" x="1327150" y="2239963"/>
          <p14:tracePt t="13265" x="1289050" y="2239963"/>
          <p14:tracePt t="13273" x="1252538" y="2239963"/>
          <p14:tracePt t="13281" x="1227138" y="2239963"/>
          <p14:tracePt t="13297" x="1189038" y="2239963"/>
          <p14:tracePt t="13305" x="1176338" y="2239963"/>
          <p14:tracePt t="13312" x="1139825" y="2239963"/>
          <p14:tracePt t="13321" x="1127125" y="2239963"/>
          <p14:tracePt t="13329" x="1076325" y="2252663"/>
          <p14:tracePt t="13345" x="1050925" y="2252663"/>
          <p14:tracePt t="13353" x="1038225" y="2265363"/>
          <p14:tracePt t="13361" x="1014413" y="2265363"/>
          <p14:tracePt t="13369" x="1001713" y="2265363"/>
          <p14:tracePt t="13385" x="976313" y="2265363"/>
          <p14:tracePt t="13401" x="963613" y="2265363"/>
          <p14:tracePt t="13601" x="976313" y="2265363"/>
          <p14:tracePt t="13608" x="1050925" y="2265363"/>
          <p14:tracePt t="13617" x="1127125" y="2239963"/>
          <p14:tracePt t="13625" x="1214438" y="2214563"/>
          <p14:tracePt t="13633" x="1301750" y="2201863"/>
          <p14:tracePt t="13641" x="1376363" y="2178050"/>
          <p14:tracePt t="13649" x="1489075" y="2165350"/>
          <p14:tracePt t="13657" x="1639888" y="2165350"/>
          <p14:tracePt t="13664" x="1790700" y="2165350"/>
          <p14:tracePt t="13673" x="1927225" y="2165350"/>
          <p14:tracePt t="13680" x="2078038" y="2165350"/>
          <p14:tracePt t="13689" x="2190750" y="2165350"/>
          <p14:tracePt t="13696" x="2290763" y="2165350"/>
          <p14:tracePt t="13705" x="2339975" y="2165350"/>
          <p14:tracePt t="13712" x="2390775" y="2165350"/>
          <p14:tracePt t="13729" x="2403475" y="2165350"/>
          <p14:tracePt t="13737" x="2403475" y="2178050"/>
          <p14:tracePt t="13745" x="2416175" y="2178050"/>
          <p14:tracePt t="13753" x="2428875" y="2190750"/>
          <p14:tracePt t="13761" x="2441575" y="2201863"/>
          <p14:tracePt t="13769" x="2452688" y="2239963"/>
          <p14:tracePt t="13777" x="2452688" y="2252663"/>
          <p14:tracePt t="13785" x="2465388" y="2265363"/>
          <p14:tracePt t="13793" x="2465388" y="2290763"/>
          <p14:tracePt t="13801" x="2465388" y="2303463"/>
          <p14:tracePt t="13889" x="2352675" y="2239963"/>
          <p14:tracePt t="13897" x="2252663" y="2190750"/>
          <p14:tracePt t="13905" x="2139950" y="2139950"/>
          <p14:tracePt t="13913" x="2052638" y="2101850"/>
          <p14:tracePt t="13921" x="1965325" y="2065338"/>
          <p14:tracePt t="13929" x="1839913" y="2027238"/>
          <p14:tracePt t="13937" x="1778000" y="2014538"/>
          <p14:tracePt t="13945" x="1677988" y="2001838"/>
          <p14:tracePt t="13953" x="1577975" y="2001838"/>
          <p14:tracePt t="13961" x="1501775" y="2001838"/>
          <p14:tracePt t="13969" x="1439863" y="2001838"/>
          <p14:tracePt t="13977" x="1389063" y="2001838"/>
          <p14:tracePt t="13985" x="1327150" y="2001838"/>
          <p14:tracePt t="13993" x="1276350" y="2001838"/>
          <p14:tracePt t="14001" x="1239838" y="2001838"/>
          <p14:tracePt t="14017" x="1176338" y="2001838"/>
          <p14:tracePt t="14025" x="1127125" y="2014538"/>
          <p14:tracePt t="14033" x="1101725" y="2014538"/>
          <p14:tracePt t="14041" x="1063625" y="2027238"/>
          <p14:tracePt t="14049" x="1038225" y="2027238"/>
          <p14:tracePt t="14057" x="1001713" y="2027238"/>
          <p14:tracePt t="14064" x="976313" y="2039938"/>
          <p14:tracePt t="14073" x="938213" y="2039938"/>
          <p14:tracePt t="14080" x="901700" y="2039938"/>
          <p14:tracePt t="14090" x="876300" y="2065338"/>
          <p14:tracePt t="14097" x="838200" y="2089150"/>
          <p14:tracePt t="14105" x="814388" y="2101850"/>
          <p14:tracePt t="14113" x="788988" y="2127250"/>
          <p14:tracePt t="14121" x="763588" y="2178050"/>
          <p14:tracePt t="14129" x="738188" y="2227263"/>
          <p14:tracePt t="14137" x="738188" y="2265363"/>
          <p14:tracePt t="14145" x="738188" y="2314575"/>
          <p14:tracePt t="14153" x="738188" y="2365375"/>
          <p14:tracePt t="14161" x="750888" y="2414588"/>
          <p14:tracePt t="14169" x="825500" y="2452688"/>
          <p14:tracePt t="14177" x="963613" y="2465388"/>
          <p14:tracePt t="14185" x="1150938" y="2503488"/>
          <p14:tracePt t="14193" x="1363663" y="2503488"/>
          <p14:tracePt t="14201" x="1577975" y="2527300"/>
          <p14:tracePt t="14209" x="1814513" y="2527300"/>
          <p14:tracePt t="14217" x="2039938" y="2503488"/>
          <p14:tracePt t="14225" x="2239963" y="2403475"/>
          <p14:tracePt t="14232" x="2352675" y="2339975"/>
          <p14:tracePt t="14241" x="2403475" y="2290763"/>
          <p14:tracePt t="14249" x="2403475" y="2239963"/>
          <p14:tracePt t="14257" x="2403475" y="2152650"/>
          <p14:tracePt t="14265" x="2328863" y="2052638"/>
          <p14:tracePt t="14273" x="2178050" y="1952625"/>
          <p14:tracePt t="14281" x="1952625" y="1814513"/>
          <p14:tracePt t="14289" x="1701800" y="1727200"/>
          <p14:tracePt t="14297" x="1363663" y="1627188"/>
          <p14:tracePt t="14305" x="1189038" y="1576388"/>
          <p14:tracePt t="14313" x="1001713" y="1539875"/>
          <p14:tracePt t="14321" x="850900" y="1527175"/>
          <p14:tracePt t="14329" x="712788" y="1527175"/>
          <p14:tracePt t="14337" x="600075" y="1527175"/>
          <p14:tracePt t="14345" x="500063" y="1527175"/>
          <p14:tracePt t="14353" x="412750" y="1527175"/>
          <p14:tracePt t="14361" x="325438" y="1563688"/>
          <p14:tracePt t="14369" x="274638" y="1601788"/>
          <p14:tracePt t="14377" x="225425" y="1652588"/>
          <p14:tracePt t="14385" x="225425" y="1714500"/>
          <p14:tracePt t="14393" x="225425" y="1776413"/>
          <p14:tracePt t="14401" x="225425" y="1852613"/>
          <p14:tracePt t="14409" x="225425" y="1901825"/>
          <p14:tracePt t="14416" x="225425" y="1939925"/>
          <p14:tracePt t="14425" x="238125" y="2001838"/>
          <p14:tracePt t="14433" x="312738" y="2065338"/>
          <p14:tracePt t="14441" x="425450" y="2114550"/>
          <p14:tracePt t="14449" x="525463" y="2178050"/>
          <p14:tracePt t="14457" x="650875" y="2190750"/>
          <p14:tracePt t="14465" x="776288" y="2201863"/>
          <p14:tracePt t="14473" x="914400" y="2201863"/>
          <p14:tracePt t="14481" x="1050925" y="2201863"/>
          <p14:tracePt t="14489" x="1163638" y="2201863"/>
          <p14:tracePt t="14497" x="1263650" y="2190750"/>
          <p14:tracePt t="14505" x="1327150" y="2152650"/>
          <p14:tracePt t="14513" x="1352550" y="2127250"/>
          <p14:tracePt t="14521" x="1352550" y="2089150"/>
          <p14:tracePt t="14529" x="1352550" y="2052638"/>
          <p14:tracePt t="14537" x="1352550" y="2001838"/>
          <p14:tracePt t="14545" x="1301750" y="1901825"/>
          <p14:tracePt t="14553" x="1227138" y="1814513"/>
          <p14:tracePt t="14561" x="1089025" y="1714500"/>
          <p14:tracePt t="14568" x="963613" y="1639888"/>
          <p14:tracePt t="14577" x="838200" y="1576388"/>
          <p14:tracePt t="14585" x="712788" y="1539875"/>
          <p14:tracePt t="14593" x="600075" y="1489075"/>
          <p14:tracePt t="14601" x="550863" y="1489075"/>
          <p14:tracePt t="14609" x="488950" y="1476375"/>
          <p14:tracePt t="14617" x="450850" y="1476375"/>
          <p14:tracePt t="14625" x="438150" y="1476375"/>
          <p14:tracePt t="14633" x="425450" y="1476375"/>
          <p14:tracePt t="14641" x="400050" y="1476375"/>
          <p14:tracePt t="14648" x="400050" y="1501775"/>
          <p14:tracePt t="14657" x="400050" y="1552575"/>
          <p14:tracePt t="14665" x="400050" y="1627188"/>
          <p14:tracePt t="14673" x="400050" y="1701800"/>
          <p14:tracePt t="14681" x="400050" y="1776413"/>
          <p14:tracePt t="14689" x="400050" y="1839913"/>
          <p14:tracePt t="14697" x="400050" y="1901825"/>
          <p14:tracePt t="14705" x="425450" y="1939925"/>
          <p14:tracePt t="14713" x="500063" y="1989138"/>
          <p14:tracePt t="14721" x="563563" y="2014538"/>
          <p14:tracePt t="14729" x="650875" y="2027238"/>
          <p14:tracePt t="14737" x="738188" y="2065338"/>
          <p14:tracePt t="14745" x="838200" y="2065338"/>
          <p14:tracePt t="14753" x="938213" y="2065338"/>
          <p14:tracePt t="14761" x="1063625" y="2065338"/>
          <p14:tracePt t="14769" x="1201738" y="2065338"/>
          <p14:tracePt t="14777" x="1352550" y="2014538"/>
          <p14:tracePt t="14785" x="1514475" y="1952625"/>
          <p14:tracePt t="14793" x="1627188" y="1901825"/>
          <p14:tracePt t="14801" x="1701800" y="1852613"/>
          <p14:tracePt t="14809" x="1727200" y="1814513"/>
          <p14:tracePt t="14817" x="1739900" y="1789113"/>
          <p14:tracePt t="14825" x="1739900" y="1752600"/>
          <p14:tracePt t="14833" x="1739900" y="1739900"/>
          <p14:tracePt t="14841" x="1701800" y="1701800"/>
          <p14:tracePt t="14848" x="1677988" y="1701800"/>
          <p14:tracePt t="14857" x="1639888" y="1689100"/>
          <p14:tracePt t="14865" x="1589088" y="1689100"/>
          <p14:tracePt t="14873" x="1565275" y="1689100"/>
          <p14:tracePt t="14881" x="1539875" y="1663700"/>
          <p14:tracePt t="14889" x="1527175" y="1663700"/>
          <p14:tracePt t="14897" x="1514475" y="1663700"/>
          <p14:tracePt t="14905" x="1501775" y="1663700"/>
          <p14:tracePt t="14913" x="1489075" y="1663700"/>
          <p14:tracePt t="14929" x="1476375" y="1663700"/>
          <p14:tracePt t="15969" x="1489075" y="1663700"/>
          <p14:tracePt t="16097" x="1489075" y="1739900"/>
          <p14:tracePt t="16105" x="1476375" y="1814513"/>
          <p14:tracePt t="16113" x="1452563" y="1889125"/>
          <p14:tracePt t="16121" x="1414463" y="1952625"/>
          <p14:tracePt t="16129" x="1389063" y="2078038"/>
          <p14:tracePt t="16136" x="1376363" y="2190750"/>
          <p14:tracePt t="16145" x="1352550" y="2303463"/>
          <p14:tracePt t="16152" x="1339850" y="2403475"/>
          <p14:tracePt t="16161" x="1339850" y="2516188"/>
          <p14:tracePt t="16168" x="1339850" y="2590800"/>
          <p14:tracePt t="16177" x="1339850" y="2652713"/>
          <p14:tracePt t="16185" x="1339850" y="2690813"/>
          <p14:tracePt t="16193" x="1339850" y="2728913"/>
          <p14:tracePt t="16201" x="1339850" y="2752725"/>
          <p14:tracePt t="16209" x="1352550" y="2790825"/>
          <p14:tracePt t="16217" x="1376363" y="2840038"/>
          <p14:tracePt t="16225" x="1414463" y="2852738"/>
          <p14:tracePt t="16233" x="1452563" y="2890838"/>
          <p14:tracePt t="16241" x="1476375" y="2903538"/>
          <p14:tracePt t="16249" x="1527175" y="2941638"/>
          <p14:tracePt t="16257" x="1565275" y="2978150"/>
          <p14:tracePt t="16265" x="1589088" y="3003550"/>
          <p14:tracePt t="16273" x="1614488" y="3041650"/>
          <p14:tracePt t="16281" x="1652588" y="3090863"/>
          <p14:tracePt t="16289" x="1665288" y="3103563"/>
          <p14:tracePt t="16297" x="1689100" y="3141663"/>
          <p14:tracePt t="16304" x="1689100" y="3154363"/>
          <p14:tracePt t="16313" x="1689100" y="3165475"/>
          <p14:tracePt t="16401" x="1689100" y="3178175"/>
          <p14:tracePt t="16521" x="1701800" y="3216275"/>
          <p14:tracePt t="16529" x="1827213" y="3316288"/>
          <p14:tracePt t="16537" x="1914525" y="3378200"/>
          <p14:tracePt t="16545" x="2027238" y="3441700"/>
          <p14:tracePt t="16553" x="2165350" y="3516313"/>
          <p14:tracePt t="16561" x="2339975" y="3590925"/>
          <p14:tracePt t="16569" x="2554288" y="3654425"/>
          <p14:tracePt t="16577" x="2816225" y="3729038"/>
          <p14:tracePt t="16585" x="3103563" y="3741738"/>
          <p14:tracePt t="16593" x="3454400" y="3754438"/>
          <p14:tracePt t="16601" x="3730625" y="3754438"/>
          <p14:tracePt t="16609" x="4143375" y="3729038"/>
          <p14:tracePt t="16617" x="4343400" y="3679825"/>
          <p14:tracePt t="16624" x="4606925" y="3554413"/>
          <p14:tracePt t="16633" x="4732338" y="3490913"/>
          <p14:tracePt t="16641" x="4794250" y="3403600"/>
          <p14:tracePt t="16649" x="4806950" y="3354388"/>
          <p14:tracePt t="16657" x="4806950" y="3303588"/>
          <p14:tracePt t="16665" x="4756150" y="3178175"/>
          <p14:tracePt t="16672" x="4706938" y="3103563"/>
          <p14:tracePt t="16681" x="4643438" y="3028950"/>
          <p14:tracePt t="16688" x="4581525" y="2941638"/>
          <p14:tracePt t="16697" x="4506913" y="2890838"/>
          <p14:tracePt t="16705" x="4418013" y="2816225"/>
          <p14:tracePt t="16713" x="4330700" y="2778125"/>
          <p14:tracePt t="16720" x="4230688" y="2728913"/>
          <p14:tracePt t="16729" x="4143375" y="2665413"/>
          <p14:tracePt t="16736" x="4005263" y="2627313"/>
          <p14:tracePt t="16745" x="3879850" y="2590800"/>
          <p14:tracePt t="16752" x="3717925" y="2552700"/>
          <p14:tracePt t="16761" x="3567113" y="2503488"/>
          <p14:tracePt t="16768" x="3367088" y="2452688"/>
          <p14:tracePt t="16777" x="3216275" y="2427288"/>
          <p14:tracePt t="16784" x="3054350" y="2414588"/>
          <p14:tracePt t="16793" x="2879725" y="2390775"/>
          <p14:tracePt t="16801" x="2728913" y="2378075"/>
          <p14:tracePt t="16809" x="2603500" y="2378075"/>
          <p14:tracePt t="16817" x="2465388" y="2365375"/>
          <p14:tracePt t="16825" x="2352675" y="2365375"/>
          <p14:tracePt t="16833" x="2252663" y="2365375"/>
          <p14:tracePt t="16841" x="2165350" y="2365375"/>
          <p14:tracePt t="16849" x="2078038" y="2365375"/>
          <p14:tracePt t="16856" x="1978025" y="2365375"/>
          <p14:tracePt t="16865" x="1890713" y="2365375"/>
          <p14:tracePt t="16872" x="1790700" y="2365375"/>
          <p14:tracePt t="16881" x="1727200" y="2365375"/>
          <p14:tracePt t="16889" x="1627188" y="2365375"/>
          <p14:tracePt t="16897" x="1527175" y="2390775"/>
          <p14:tracePt t="16905" x="1452563" y="2403475"/>
          <p14:tracePt t="16913" x="1363663" y="2414588"/>
          <p14:tracePt t="16920" x="1301750" y="2414588"/>
          <p14:tracePt t="16929" x="1239838" y="2427288"/>
          <p14:tracePt t="16937" x="1176338" y="2439988"/>
          <p14:tracePt t="16945" x="1139825" y="2439988"/>
          <p14:tracePt t="16953" x="1063625" y="2452688"/>
          <p14:tracePt t="16961" x="989013" y="2465388"/>
          <p14:tracePt t="16969" x="889000" y="2490788"/>
          <p14:tracePt t="16977" x="814388" y="2503488"/>
          <p14:tracePt t="16985" x="701675" y="2527300"/>
          <p14:tracePt t="16993" x="612775" y="2552700"/>
          <p14:tracePt t="17001" x="512763" y="2565400"/>
          <p14:tracePt t="17009" x="463550" y="2590800"/>
          <p14:tracePt t="17017" x="400050" y="2616200"/>
          <p14:tracePt t="17025" x="350838" y="2640013"/>
          <p14:tracePt t="17033" x="325438" y="2652713"/>
          <p14:tracePt t="17040" x="300038" y="2678113"/>
          <p14:tracePt t="17049" x="274638" y="2716213"/>
          <p14:tracePt t="17056" x="238125" y="2740025"/>
          <p14:tracePt t="17065" x="238125" y="2752725"/>
          <p14:tracePt t="17072" x="200025" y="2803525"/>
          <p14:tracePt t="17081" x="200025" y="2828925"/>
          <p14:tracePt t="17089" x="187325" y="2852738"/>
          <p14:tracePt t="17097" x="187325" y="2890838"/>
          <p14:tracePt t="17104" x="174625" y="2916238"/>
          <p14:tracePt t="17113" x="174625" y="2941638"/>
          <p14:tracePt t="17121" x="174625" y="2990850"/>
          <p14:tracePt t="17129" x="150813" y="3028950"/>
          <p14:tracePt t="17137" x="150813" y="3054350"/>
          <p14:tracePt t="17145" x="150813" y="3090863"/>
          <p14:tracePt t="17153" x="138113" y="3103563"/>
          <p14:tracePt t="17161" x="138113" y="3128963"/>
          <p14:tracePt t="17168" x="138113" y="3165475"/>
          <p14:tracePt t="17177" x="138113" y="3203575"/>
          <p14:tracePt t="17185" x="138113" y="3228975"/>
          <p14:tracePt t="17192" x="138113" y="3267075"/>
          <p14:tracePt t="17201" x="138113" y="3290888"/>
          <p14:tracePt t="17209" x="138113" y="3328988"/>
          <p14:tracePt t="17217" x="150813" y="3378200"/>
          <p14:tracePt t="17225" x="150813" y="3403600"/>
          <p14:tracePt t="17233" x="163513" y="3429000"/>
          <p14:tracePt t="17240" x="174625" y="3467100"/>
          <p14:tracePt t="17249" x="200025" y="3516313"/>
          <p14:tracePt t="17256" x="225425" y="3554413"/>
          <p14:tracePt t="17265" x="263525" y="3603625"/>
          <p14:tracePt t="17273" x="287338" y="3641725"/>
          <p14:tracePt t="17281" x="338138" y="3692525"/>
          <p14:tracePt t="17289" x="363538" y="3716338"/>
          <p14:tracePt t="17297" x="412750" y="3767138"/>
          <p14:tracePt t="17305" x="438150" y="3803650"/>
          <p14:tracePt t="17313" x="476250" y="3829050"/>
          <p14:tracePt t="17321" x="500063" y="3867150"/>
          <p14:tracePt t="17329" x="525463" y="3892550"/>
          <p14:tracePt t="17337" x="550863" y="3929063"/>
          <p14:tracePt t="17345" x="576263" y="3941763"/>
          <p14:tracePt t="17353" x="600075" y="3967163"/>
          <p14:tracePt t="17361" x="625475" y="3992563"/>
          <p14:tracePt t="17369" x="663575" y="4017963"/>
          <p14:tracePt t="17376" x="701675" y="4041775"/>
          <p14:tracePt t="17385" x="712788" y="4054475"/>
          <p14:tracePt t="17393" x="738188" y="4092575"/>
          <p14:tracePt t="17401" x="763588" y="4092575"/>
          <p14:tracePt t="17409" x="788988" y="4129088"/>
          <p14:tracePt t="17417" x="814388" y="4141788"/>
          <p14:tracePt t="17425" x="889000" y="4179888"/>
          <p14:tracePt t="17433" x="914400" y="4179888"/>
          <p14:tracePt t="17440" x="963613" y="4192588"/>
          <p14:tracePt t="17449" x="1001713" y="4230688"/>
          <p14:tracePt t="17456" x="1038225" y="4241800"/>
          <p14:tracePt t="17465" x="1076325" y="4254500"/>
          <p14:tracePt t="17472" x="1114425" y="4279900"/>
          <p14:tracePt t="17481" x="1150938" y="4279900"/>
          <p14:tracePt t="17489" x="1176338" y="4292600"/>
          <p14:tracePt t="17497" x="1239838" y="4305300"/>
          <p14:tracePt t="17505" x="1301750" y="4330700"/>
          <p14:tracePt t="17513" x="1363663" y="4341813"/>
          <p14:tracePt t="17521" x="1439863" y="4354513"/>
          <p14:tracePt t="17529" x="1514475" y="4354513"/>
          <p14:tracePt t="17537" x="1565275" y="4367213"/>
          <p14:tracePt t="17545" x="1652588" y="4367213"/>
          <p14:tracePt t="17553" x="1714500" y="4392613"/>
          <p14:tracePt t="17561" x="1790700" y="4392613"/>
          <p14:tracePt t="17569" x="1839913" y="4392613"/>
          <p14:tracePt t="17577" x="1914525" y="4392613"/>
          <p14:tracePt t="17585" x="1965325" y="4392613"/>
          <p14:tracePt t="17593" x="2014538" y="4392613"/>
          <p14:tracePt t="17601" x="2078038" y="4405313"/>
          <p14:tracePt t="17609" x="2152650" y="4405313"/>
          <p14:tracePt t="17617" x="2216150" y="4418013"/>
          <p14:tracePt t="17624" x="2303463" y="4418013"/>
          <p14:tracePt t="17633" x="2403475" y="4418013"/>
          <p14:tracePt t="17640" x="2490788" y="4418013"/>
          <p14:tracePt t="17649" x="2603500" y="4418013"/>
          <p14:tracePt t="17657" x="2703513" y="4418013"/>
          <p14:tracePt t="17665" x="2790825" y="4418013"/>
          <p14:tracePt t="17673" x="2854325" y="4418013"/>
          <p14:tracePt t="17681" x="2928938" y="4418013"/>
          <p14:tracePt t="17689" x="2967038" y="4418013"/>
          <p14:tracePt t="17697" x="3003550" y="4418013"/>
          <p14:tracePt t="17705" x="3041650" y="4418013"/>
          <p14:tracePt t="17713" x="3092450" y="4418013"/>
          <p14:tracePt t="17721" x="3154363" y="4418013"/>
          <p14:tracePt t="17729" x="3279775" y="4418013"/>
          <p14:tracePt t="17737" x="3417888" y="4418013"/>
          <p14:tracePt t="17745" x="3705225" y="4418013"/>
          <p14:tracePt t="17753" x="3867150" y="4418013"/>
          <p14:tracePt t="17761" x="4030663" y="4379913"/>
          <p14:tracePt t="17769" x="4156075" y="4379913"/>
          <p14:tracePt t="17777" x="4217988" y="4367213"/>
          <p14:tracePt t="17785" x="4256088" y="4354513"/>
          <p14:tracePt t="17833" x="4268788" y="4354513"/>
          <p14:tracePt t="17841" x="4305300" y="4305300"/>
          <p14:tracePt t="17849" x="4318000" y="4279900"/>
          <p14:tracePt t="17857" x="4318000" y="4254500"/>
          <p14:tracePt t="17865" x="4343400" y="4230688"/>
          <p14:tracePt t="17872" x="4356100" y="4192588"/>
          <p14:tracePt t="17881" x="4368800" y="4129088"/>
          <p14:tracePt t="17889" x="4406900" y="4054475"/>
          <p14:tracePt t="17897" x="4430713" y="3967163"/>
          <p14:tracePt t="17905" x="4468813" y="3892550"/>
          <p14:tracePt t="17913" x="4494213" y="3841750"/>
          <p14:tracePt t="17921" x="4494213" y="3792538"/>
          <p14:tracePt t="17929" x="4518025" y="3716338"/>
          <p14:tracePt t="17937" x="4518025" y="3679825"/>
          <p14:tracePt t="17945" x="4518025" y="3629025"/>
          <p14:tracePt t="17953" x="4518025" y="3579813"/>
          <p14:tracePt t="17961" x="4518025" y="3529013"/>
          <p14:tracePt t="17969" x="4530725" y="3490913"/>
          <p14:tracePt t="17976" x="4530725" y="3429000"/>
          <p14:tracePt t="17985" x="4543425" y="3378200"/>
          <p14:tracePt t="17993" x="4543425" y="3354388"/>
          <p14:tracePt t="18001" x="4543425" y="3278188"/>
          <p14:tracePt t="18012" x="4530725" y="3190875"/>
          <p14:tracePt t="18017" x="4506913" y="3128963"/>
          <p14:tracePt t="18025" x="4456113" y="3054350"/>
          <p14:tracePt t="18033" x="4381500" y="2952750"/>
          <p14:tracePt t="18041" x="4305300" y="2828925"/>
          <p14:tracePt t="18049" x="4217988" y="2728913"/>
          <p14:tracePt t="18056" x="4130675" y="2627313"/>
          <p14:tracePt t="18065" x="4030663" y="2527300"/>
          <p14:tracePt t="18073" x="3930650" y="2465388"/>
          <p14:tracePt t="18081" x="3830638" y="2390775"/>
          <p14:tracePt t="18089" x="3730625" y="2327275"/>
          <p14:tracePt t="18097" x="3617913" y="2278063"/>
          <p14:tracePt t="18105" x="3517900" y="2252663"/>
          <p14:tracePt t="18113" x="3392488" y="2239963"/>
          <p14:tracePt t="18121" x="3241675" y="2201863"/>
          <p14:tracePt t="18128" x="3092450" y="2201863"/>
          <p14:tracePt t="18137" x="2890838" y="2190750"/>
          <p14:tracePt t="18145" x="2616200" y="2190750"/>
          <p14:tracePt t="18153" x="2378075" y="2190750"/>
          <p14:tracePt t="18161" x="2039938" y="2190750"/>
          <p14:tracePt t="18169" x="1839913" y="2214563"/>
          <p14:tracePt t="18176" x="1665288" y="2227263"/>
          <p14:tracePt t="18185" x="1501775" y="2265363"/>
          <p14:tracePt t="18192" x="1352550" y="2278063"/>
          <p14:tracePt t="18201" x="1239838" y="2290763"/>
          <p14:tracePt t="18208" x="1139825" y="2303463"/>
          <p14:tracePt t="18217" x="1050925" y="2339975"/>
          <p14:tracePt t="18224" x="976313" y="2365375"/>
          <p14:tracePt t="18233" x="889000" y="2403475"/>
          <p14:tracePt t="18241" x="814388" y="2427288"/>
          <p14:tracePt t="18249" x="738188" y="2478088"/>
          <p14:tracePt t="18257" x="625475" y="2552700"/>
          <p14:tracePt t="18265" x="512763" y="2603500"/>
          <p14:tracePt t="18273" x="412750" y="2665413"/>
          <p14:tracePt t="18281" x="274638" y="2740025"/>
          <p14:tracePt t="18289" x="138113" y="2816225"/>
          <p14:tracePt t="18297" x="0" y="2890838"/>
          <p14:tracePt t="18465" x="163513" y="4305300"/>
          <p14:tracePt t="18473" x="287338" y="4367213"/>
          <p14:tracePt t="18481" x="400050" y="4443413"/>
          <p14:tracePt t="18489" x="525463" y="4492625"/>
          <p14:tracePt t="18497" x="663575" y="4543425"/>
          <p14:tracePt t="18505" x="776288" y="4567238"/>
          <p14:tracePt t="18513" x="901700" y="4618038"/>
          <p14:tracePt t="18520" x="1014413" y="4643438"/>
          <p14:tracePt t="18529" x="1127125" y="4643438"/>
          <p14:tracePt t="18536" x="1201738" y="4656138"/>
          <p14:tracePt t="18544" x="1314450" y="4679950"/>
          <p14:tracePt t="18553" x="1352550" y="4679950"/>
          <p14:tracePt t="18561" x="1414463" y="4679950"/>
          <p14:tracePt t="18569" x="1465263" y="4679950"/>
          <p14:tracePt t="18576" x="1565275" y="4679950"/>
          <p14:tracePt t="18585" x="1652588" y="4679950"/>
          <p14:tracePt t="18592" x="1765300" y="4679950"/>
          <p14:tracePt t="18601" x="1852613" y="4679950"/>
          <p14:tracePt t="18609" x="1978025" y="4679950"/>
          <p14:tracePt t="18617" x="2078038" y="4679950"/>
          <p14:tracePt t="18624" x="2165350" y="4679950"/>
          <p14:tracePt t="18633" x="2265363" y="4679950"/>
          <p14:tracePt t="18641" x="2328863" y="4679950"/>
          <p14:tracePt t="18649" x="2428875" y="4667250"/>
          <p14:tracePt t="18657" x="2465388" y="4656138"/>
          <p14:tracePt t="18665" x="2554288" y="4630738"/>
          <p14:tracePt t="18672" x="2616200" y="4605338"/>
          <p14:tracePt t="18681" x="2678113" y="4592638"/>
          <p14:tracePt t="18689" x="2741613" y="4567238"/>
          <p14:tracePt t="18697" x="2803525" y="4554538"/>
          <p14:tracePt t="18705" x="2854325" y="4543425"/>
          <p14:tracePt t="18713" x="2916238" y="4530725"/>
          <p14:tracePt t="18721" x="2954338" y="4505325"/>
          <p14:tracePt t="18728" x="2967038" y="4505325"/>
          <p14:tracePt t="18737" x="2992438" y="4492625"/>
          <p14:tracePt t="18744" x="3003550" y="4492625"/>
          <p14:tracePt t="18753" x="3016250" y="4492625"/>
          <p14:tracePt t="18785" x="3028950" y="4492625"/>
          <p14:tracePt t="18793" x="3041650" y="4467225"/>
          <p14:tracePt t="18801" x="3067050" y="4467225"/>
          <p14:tracePt t="18817" x="3079750" y="4454525"/>
          <p14:tracePt t="18825" x="3116263" y="4454525"/>
          <p14:tracePt t="18833" x="3141663" y="4443413"/>
          <p14:tracePt t="18841" x="3167063" y="4430713"/>
          <p14:tracePt t="18849" x="3179763" y="4418013"/>
          <p14:tracePt t="18857" x="3205163" y="4418013"/>
          <p14:tracePt t="18865" x="3216275" y="4405313"/>
          <p14:tracePt t="18873" x="3228975" y="4392613"/>
          <p14:tracePt t="18880" x="3241675" y="4392613"/>
          <p14:tracePt t="18889" x="3241675" y="4379913"/>
          <p14:tracePt t="18897" x="3267075" y="4379913"/>
          <p14:tracePt t="18905" x="3292475" y="4367213"/>
          <p14:tracePt t="18913" x="3305175" y="4341813"/>
          <p14:tracePt t="18921" x="3328988" y="4341813"/>
          <p14:tracePt t="18928" x="3341688" y="4330700"/>
          <p14:tracePt t="18937" x="3392488" y="4292600"/>
          <p14:tracePt t="18945" x="3405188" y="4292600"/>
          <p14:tracePt t="18953" x="3429000" y="4279900"/>
          <p14:tracePt t="18969" x="3454400" y="4254500"/>
          <p14:tracePt t="18985" x="3467100" y="4254500"/>
          <p14:tracePt t="19001" x="3479800" y="4241800"/>
          <p14:tracePt t="19015" x="3492500" y="4230688"/>
          <p14:tracePt t="19016" x="3505200" y="4230688"/>
          <p14:tracePt t="19025" x="3517900" y="4217988"/>
          <p14:tracePt t="19041" x="3541713" y="4205288"/>
          <p14:tracePt t="19057" x="3554413" y="4205288"/>
          <p14:tracePt t="19073" x="3567113" y="4192588"/>
          <p14:tracePt t="20625" x="3567113" y="4205288"/>
          <p14:tracePt t="20633" x="3492500" y="4279900"/>
          <p14:tracePt t="20641" x="3417888" y="4330700"/>
          <p14:tracePt t="20649" x="3341688" y="4379913"/>
          <p14:tracePt t="20657" x="3279775" y="4418013"/>
          <p14:tracePt t="20664" x="3228975" y="4454525"/>
          <p14:tracePt t="20673" x="3141663" y="4479925"/>
          <p14:tracePt t="20681" x="3041650" y="4518025"/>
          <p14:tracePt t="20689" x="2954338" y="4543425"/>
          <p14:tracePt t="20697" x="2803525" y="4579938"/>
          <p14:tracePt t="20705" x="2667000" y="4592638"/>
          <p14:tracePt t="20712" x="2565400" y="4605338"/>
          <p14:tracePt t="20721" x="2478088" y="4618038"/>
          <p14:tracePt t="20729" x="2441575" y="4618038"/>
          <p14:tracePt t="20737" x="2428875" y="4618038"/>
          <p14:tracePt t="20745" x="2416175" y="4618038"/>
          <p14:tracePt t="20752" x="2390775" y="4618038"/>
          <p14:tracePt t="20761" x="2365375" y="4605338"/>
          <p14:tracePt t="20769" x="2365375" y="4592638"/>
          <p14:tracePt t="20777" x="2328863" y="4554538"/>
          <p14:tracePt t="20785" x="2328863" y="4543425"/>
          <p14:tracePt t="20793" x="2290763" y="4505325"/>
          <p14:tracePt t="20800" x="2278063" y="4479925"/>
          <p14:tracePt t="20809" x="2228850" y="4443413"/>
          <p14:tracePt t="20817" x="2190750" y="4405313"/>
          <p14:tracePt t="20824" x="2152650" y="4392613"/>
          <p14:tracePt t="20832" x="2103438" y="4354513"/>
          <p14:tracePt t="20841" x="2065338" y="4318000"/>
          <p14:tracePt t="20849" x="2014538" y="4292600"/>
          <p14:tracePt t="20857" x="1978025" y="4279900"/>
          <p14:tracePt t="20865" x="1965325" y="4267200"/>
          <p14:tracePt t="20873" x="1927225" y="4254500"/>
          <p14:tracePt t="20881" x="1914525" y="4254500"/>
          <p14:tracePt t="20889" x="1878013" y="4241800"/>
          <p14:tracePt t="20905" x="1827213" y="4241800"/>
          <p14:tracePt t="20913" x="1778000" y="4230688"/>
          <p14:tracePt t="20921" x="1677988" y="4230688"/>
          <p14:tracePt t="20929" x="1589088" y="4230688"/>
          <p14:tracePt t="20937" x="1476375" y="4230688"/>
          <p14:tracePt t="20945" x="1352550" y="4230688"/>
          <p14:tracePt t="20953" x="1289050" y="4230688"/>
          <p14:tracePt t="20961" x="1189038" y="4230688"/>
          <p14:tracePt t="20969" x="1139825" y="4230688"/>
          <p14:tracePt t="20977" x="1089025" y="4230688"/>
          <p14:tracePt t="20984" x="1063625" y="4230688"/>
          <p14:tracePt t="21000" x="1050925" y="4230688"/>
          <p14:tracePt t="21017" x="1038225" y="4230688"/>
          <p14:tracePt t="21033" x="1027113" y="4241800"/>
          <p14:tracePt t="21041" x="1014413" y="4241800"/>
          <p14:tracePt t="21048" x="1001713" y="4254500"/>
          <p14:tracePt t="21057" x="989013" y="4254500"/>
          <p14:tracePt t="21065" x="976313" y="4279900"/>
          <p14:tracePt t="21073" x="963613" y="4318000"/>
          <p14:tracePt t="21081" x="950913" y="4330700"/>
          <p14:tracePt t="21089" x="925513" y="4367213"/>
          <p14:tracePt t="21097" x="914400" y="4418013"/>
          <p14:tracePt t="21105" x="901700" y="4430713"/>
          <p14:tracePt t="21113" x="889000" y="4467225"/>
          <p14:tracePt t="21121" x="876300" y="4505325"/>
          <p14:tracePt t="21129" x="876300" y="4518025"/>
          <p14:tracePt t="21137" x="876300" y="4554538"/>
          <p14:tracePt t="21145" x="876300" y="4579938"/>
          <p14:tracePt t="21153" x="876300" y="4592638"/>
          <p14:tracePt t="21161" x="876300" y="4605338"/>
          <p14:tracePt t="21168" x="876300" y="4618038"/>
          <p14:tracePt t="21177" x="876300" y="4630738"/>
          <p14:tracePt t="21184" x="876300" y="4643438"/>
          <p14:tracePt t="21193" x="889000" y="4656138"/>
          <p14:tracePt t="21201" x="889000" y="4667250"/>
          <p14:tracePt t="21209" x="901700" y="4667250"/>
          <p14:tracePt t="21216" x="914400" y="4679950"/>
          <p14:tracePt t="21233" x="925513" y="4679950"/>
          <p14:tracePt t="21297" x="938213" y="4679950"/>
          <p14:tracePt t="21305" x="976313" y="4692650"/>
          <p14:tracePt t="21313" x="989013" y="4692650"/>
          <p14:tracePt t="21320" x="1014413" y="4692650"/>
          <p14:tracePt t="21329" x="1038225" y="4692650"/>
          <p14:tracePt t="21337" x="1063625" y="4692650"/>
          <p14:tracePt t="21345" x="1114425" y="4692650"/>
          <p14:tracePt t="21352" x="1163638" y="4692650"/>
          <p14:tracePt t="21361" x="1214438" y="4692650"/>
          <p14:tracePt t="21368" x="1289050" y="4679950"/>
          <p14:tracePt t="21377" x="1401763" y="4618038"/>
          <p14:tracePt t="21385" x="1452563" y="4592638"/>
          <p14:tracePt t="21393" x="1514475" y="4554538"/>
          <p14:tracePt t="21400" x="1565275" y="4505325"/>
          <p14:tracePt t="21409" x="1601788" y="4479925"/>
          <p14:tracePt t="21416" x="1639888" y="4430713"/>
          <p14:tracePt t="21425" x="1652588" y="4392613"/>
          <p14:tracePt t="21433" x="1652588" y="4367213"/>
          <p14:tracePt t="21441" x="1652588" y="4330700"/>
          <p14:tracePt t="21449" x="1652588" y="4305300"/>
          <p14:tracePt t="21457" x="1652588" y="4292600"/>
          <p14:tracePt t="21464" x="1652588" y="4254500"/>
          <p14:tracePt t="21473" x="1639888" y="4241800"/>
          <p14:tracePt t="21480" x="1601788" y="4217988"/>
          <p14:tracePt t="21489" x="1577975" y="4192588"/>
          <p14:tracePt t="21496" x="1527175" y="4192588"/>
          <p14:tracePt t="21504" x="1465263" y="4167188"/>
          <p14:tracePt t="21512" x="1414463" y="4154488"/>
          <p14:tracePt t="21521" x="1314450" y="4141788"/>
          <p14:tracePt t="21529" x="1227138" y="4129088"/>
          <p14:tracePt t="21537" x="1101725" y="4129088"/>
          <p14:tracePt t="21545" x="989013" y="4105275"/>
          <p14:tracePt t="21552" x="901700" y="4105275"/>
          <p14:tracePt t="21561" x="763588" y="4105275"/>
          <p14:tracePt t="21568" x="650875" y="4105275"/>
          <p14:tracePt t="21577" x="538163" y="4117975"/>
          <p14:tracePt t="21584" x="438150" y="4154488"/>
          <p14:tracePt t="21593" x="400050" y="4179888"/>
          <p14:tracePt t="21600" x="363538" y="4217988"/>
          <p14:tracePt t="21609" x="350838" y="4254500"/>
          <p14:tracePt t="21616" x="350838" y="4318000"/>
          <p14:tracePt t="21625" x="350838" y="4367213"/>
          <p14:tracePt t="21632" x="350838" y="4418013"/>
          <p14:tracePt t="21641" x="350838" y="4479925"/>
          <p14:tracePt t="21648" x="363538" y="4530725"/>
          <p14:tracePt t="21657" x="412750" y="4579938"/>
          <p14:tracePt t="21664" x="463550" y="4630738"/>
          <p14:tracePt t="21673" x="476250" y="4656138"/>
          <p14:tracePt t="21681" x="512763" y="4667250"/>
          <p14:tracePt t="21689" x="550863" y="4667250"/>
          <p14:tracePt t="21696" x="576263" y="4667250"/>
          <p14:tracePt t="21705" x="625475" y="4667250"/>
          <p14:tracePt t="21712" x="676275" y="4667250"/>
          <p14:tracePt t="21721" x="738188" y="4667250"/>
          <p14:tracePt t="21728" x="814388" y="4630738"/>
          <p14:tracePt t="21736" x="889000" y="4567238"/>
          <p14:tracePt t="21744" x="914400" y="4479925"/>
          <p14:tracePt t="21752" x="950913" y="4392613"/>
          <p14:tracePt t="21761" x="976313" y="4305300"/>
          <p14:tracePt t="21768" x="976313" y="4217988"/>
          <p14:tracePt t="21777" x="976313" y="4167188"/>
          <p14:tracePt t="21784" x="976313" y="4105275"/>
          <p14:tracePt t="21793" x="950913" y="4079875"/>
          <p14:tracePt t="21800" x="925513" y="4041775"/>
          <p14:tracePt t="21809" x="901700" y="4029075"/>
          <p14:tracePt t="21816" x="876300" y="4029075"/>
          <p14:tracePt t="21825" x="838200" y="4029075"/>
          <p14:tracePt t="21832" x="788988" y="4029075"/>
          <p14:tracePt t="21841" x="763588" y="4029075"/>
          <p14:tracePt t="21848" x="725488" y="4029075"/>
          <p14:tracePt t="21856" x="676275" y="4067175"/>
          <p14:tracePt t="21865" x="650875" y="4117975"/>
          <p14:tracePt t="21873" x="625475" y="4230688"/>
          <p14:tracePt t="21881" x="600075" y="4318000"/>
          <p14:tracePt t="21889" x="588963" y="4418013"/>
          <p14:tracePt t="21897" x="588963" y="4492625"/>
          <p14:tracePt t="21905" x="588963" y="4554538"/>
          <p14:tracePt t="21912" x="588963" y="4592638"/>
          <p14:tracePt t="21920" x="612775" y="4630738"/>
          <p14:tracePt t="21929" x="650875" y="4630738"/>
          <p14:tracePt t="21936" x="712788" y="4630738"/>
          <p14:tracePt t="21944" x="788988" y="4630738"/>
          <p14:tracePt t="21952" x="863600" y="4630738"/>
          <p14:tracePt t="21961" x="963613" y="4605338"/>
          <p14:tracePt t="21968" x="1063625" y="4543425"/>
          <p14:tracePt t="21977" x="1139825" y="4467225"/>
          <p14:tracePt t="21984" x="1239838" y="4367213"/>
          <p14:tracePt t="21993" x="1327150" y="4241800"/>
          <p14:tracePt t="22000" x="1376363" y="4105275"/>
          <p14:tracePt t="22008" x="1389063" y="3967163"/>
          <p14:tracePt t="22016" x="1389063" y="3829050"/>
          <p14:tracePt t="22025" x="1363663" y="3692525"/>
          <p14:tracePt t="22032" x="1289050" y="3603625"/>
          <p14:tracePt t="22041" x="1201738" y="3490913"/>
          <p14:tracePt t="22048" x="1101725" y="3403600"/>
          <p14:tracePt t="22057" x="1014413" y="3341688"/>
          <p14:tracePt t="22065" x="889000" y="3278188"/>
          <p14:tracePt t="22073" x="776288" y="3267075"/>
          <p14:tracePt t="22081" x="650875" y="3267075"/>
          <p14:tracePt t="22089" x="550863" y="3267075"/>
          <p14:tracePt t="22097" x="438150" y="3267075"/>
          <p14:tracePt t="22105" x="363538" y="3290888"/>
          <p14:tracePt t="22113" x="300038" y="3341688"/>
          <p14:tracePt t="22120" x="250825" y="3416300"/>
          <p14:tracePt t="22129" x="225425" y="3516313"/>
          <p14:tracePt t="22136" x="212725" y="3616325"/>
          <p14:tracePt t="22145" x="187325" y="3741738"/>
          <p14:tracePt t="22153" x="187325" y="3854450"/>
          <p14:tracePt t="22161" x="187325" y="3954463"/>
          <p14:tracePt t="22168" x="187325" y="4067175"/>
          <p14:tracePt t="22177" x="212725" y="4129088"/>
          <p14:tracePt t="22184" x="250825" y="4241800"/>
          <p14:tracePt t="22193" x="300038" y="4341813"/>
          <p14:tracePt t="22206" x="338138" y="4392613"/>
          <p14:tracePt t="22209" x="425450" y="4492625"/>
          <p14:tracePt t="22217" x="488950" y="4530725"/>
          <p14:tracePt t="22225" x="576263" y="4592638"/>
          <p14:tracePt t="22233" x="625475" y="4630738"/>
          <p14:tracePt t="22241" x="701675" y="4679950"/>
          <p14:tracePt t="22249" x="750888" y="4705350"/>
          <p14:tracePt t="22257" x="814388" y="4718050"/>
          <p14:tracePt t="22265" x="876300" y="4743450"/>
          <p14:tracePt t="22273" x="914400" y="4743450"/>
          <p14:tracePt t="22281" x="938213" y="4743450"/>
          <p14:tracePt t="22288" x="950913" y="4743450"/>
          <p14:tracePt t="22297" x="976313" y="4730750"/>
          <p14:tracePt t="22313" x="989013" y="4705350"/>
          <p14:tracePt t="22329" x="989013" y="4692650"/>
          <p14:tracePt t="22336" x="989013" y="4679950"/>
          <p14:tracePt t="22345" x="989013" y="4667250"/>
          <p14:tracePt t="22873" x="1001713" y="4667250"/>
          <p14:tracePt t="22881" x="1014413" y="4656138"/>
          <p14:tracePt t="22888" x="1027113" y="4643438"/>
          <p14:tracePt t="22897" x="1050925" y="4592638"/>
          <p14:tracePt t="22904" x="1101725" y="4454525"/>
          <p14:tracePt t="22913" x="1163638" y="4279900"/>
          <p14:tracePt t="22920" x="1239838" y="3941763"/>
          <p14:tracePt t="22929" x="1276350" y="3654425"/>
          <p14:tracePt t="22937" x="1314450" y="3328988"/>
          <p14:tracePt t="22945" x="1314450" y="3090863"/>
          <p14:tracePt t="22952" x="1314450" y="2916238"/>
          <p14:tracePt t="22961" x="1314450" y="2765425"/>
          <p14:tracePt t="22968" x="1276350" y="2627313"/>
          <p14:tracePt t="22976" x="1239838" y="2503488"/>
          <p14:tracePt t="22984" x="1189038" y="2403475"/>
          <p14:tracePt t="22993" x="1163638" y="2327275"/>
          <p14:tracePt t="23001" x="1150938" y="2303463"/>
          <p14:tracePt t="23009" x="1139825" y="2290763"/>
          <p14:tracePt t="23017" x="1127125" y="2278063"/>
          <p14:tracePt t="23041" x="1114425" y="2278063"/>
          <p14:tracePt t="23049" x="1101725" y="2278063"/>
          <p14:tracePt t="23057" x="1076325" y="2278063"/>
          <p14:tracePt t="23065" x="1063625" y="2278063"/>
          <p14:tracePt t="23081" x="1050925" y="2278063"/>
          <p14:tracePt t="23088" x="1038225" y="2278063"/>
          <p14:tracePt t="23097" x="1027113" y="2278063"/>
          <p14:tracePt t="23113" x="1014413" y="2278063"/>
          <p14:tracePt t="23120" x="1001713" y="2278063"/>
          <p14:tracePt t="23136" x="989013" y="2278063"/>
          <p14:tracePt t="23145" x="963613" y="2278063"/>
          <p14:tracePt t="23153" x="950913" y="2290763"/>
          <p14:tracePt t="23161" x="925513" y="2290763"/>
          <p14:tracePt t="23168" x="914400" y="2290763"/>
          <p14:tracePt t="23177" x="901700" y="2290763"/>
          <p14:tracePt t="23184" x="876300" y="2303463"/>
          <p14:tracePt t="23192" x="825500" y="2339975"/>
          <p14:tracePt t="23200" x="825500" y="2352675"/>
          <p14:tracePt t="23209" x="801688" y="2365375"/>
          <p14:tracePt t="23216" x="776288" y="2403475"/>
          <p14:tracePt t="23224" x="725488" y="2478088"/>
          <p14:tracePt t="23233" x="712788" y="2503488"/>
          <p14:tracePt t="23240" x="701675" y="2552700"/>
          <p14:tracePt t="23248" x="676275" y="2590800"/>
          <p14:tracePt t="23256" x="676275" y="2616200"/>
          <p14:tracePt t="23265" x="663575" y="2678113"/>
          <p14:tracePt t="23272" x="663575" y="2716213"/>
          <p14:tracePt t="23281" x="663575" y="2740025"/>
          <p14:tracePt t="23288" x="663575" y="2752725"/>
          <p14:tracePt t="23297" x="663575" y="2778125"/>
          <p14:tracePt t="23304" x="663575" y="2790825"/>
          <p14:tracePt t="23312" x="663575" y="2803525"/>
          <p14:tracePt t="23449" x="650875" y="2816225"/>
          <p14:tracePt t="23481" x="638175" y="2816225"/>
          <p14:tracePt t="23825" x="625475" y="2816225"/>
          <p14:tracePt t="23833" x="600075" y="2816225"/>
          <p14:tracePt t="23840" x="588963" y="2790825"/>
          <p14:tracePt t="23849" x="576263" y="2790825"/>
          <p14:tracePt t="23857" x="550863" y="2778125"/>
          <p14:tracePt t="23873" x="525463" y="2778125"/>
          <p14:tracePt t="23881" x="512763" y="2778125"/>
          <p14:tracePt t="24153" x="500063" y="2778125"/>
          <p14:tracePt t="24161" x="476250" y="2778125"/>
          <p14:tracePt t="24169" x="463550" y="2778125"/>
          <p14:tracePt t="24176" x="438150" y="2752725"/>
          <p14:tracePt t="24185" x="425450" y="2752725"/>
          <p14:tracePt t="24201" x="425450" y="2740025"/>
          <p14:tracePt t="24217" x="400050" y="2728913"/>
          <p14:tracePt t="24361" x="425450" y="2728913"/>
          <p14:tracePt t="24369" x="438150" y="2716213"/>
          <p14:tracePt t="24376" x="476250" y="2716213"/>
          <p14:tracePt t="24385" x="512763" y="2716213"/>
          <p14:tracePt t="24393" x="563563" y="2728913"/>
          <p14:tracePt t="24401" x="625475" y="2752725"/>
          <p14:tracePt t="24408" x="688975" y="2765425"/>
          <p14:tracePt t="24417" x="763588" y="2765425"/>
          <p14:tracePt t="24424" x="814388" y="2778125"/>
          <p14:tracePt t="24433" x="863600" y="2778125"/>
          <p14:tracePt t="24441" x="914400" y="2790825"/>
          <p14:tracePt t="24449" x="950913" y="2790825"/>
          <p14:tracePt t="24456" x="1001713" y="2790825"/>
          <p14:tracePt t="24465" x="1027113" y="2790825"/>
          <p14:tracePt t="24473" x="1038225" y="2790825"/>
          <p14:tracePt t="24489" x="1050925" y="2790825"/>
          <p14:tracePt t="24497" x="1076325" y="2790825"/>
          <p14:tracePt t="24505" x="1089025" y="2790825"/>
          <p14:tracePt t="24513" x="1114425" y="2790825"/>
          <p14:tracePt t="24521" x="1150938" y="2790825"/>
          <p14:tracePt t="24529" x="1189038" y="2790825"/>
          <p14:tracePt t="24537" x="1239838" y="2790825"/>
          <p14:tracePt t="24544" x="1289050" y="2790825"/>
          <p14:tracePt t="24553" x="1339850" y="2790825"/>
          <p14:tracePt t="24560" x="1376363" y="2790825"/>
          <p14:tracePt t="24569" x="1414463" y="2803525"/>
          <p14:tracePt t="24576" x="1439863" y="2803525"/>
          <p14:tracePt t="24585" x="1476375" y="2803525"/>
          <p14:tracePt t="24592" x="1501775" y="2803525"/>
          <p14:tracePt t="24601" x="1514475" y="2803525"/>
          <p14:tracePt t="24608" x="1552575" y="2803525"/>
          <p14:tracePt t="24617" x="1577975" y="2803525"/>
          <p14:tracePt t="24624" x="1614488" y="2803525"/>
          <p14:tracePt t="24633" x="1639888" y="2803525"/>
          <p14:tracePt t="24641" x="1652588" y="2803525"/>
          <p14:tracePt t="24649" x="1689100" y="2803525"/>
          <p14:tracePt t="24656" x="1701800" y="2803525"/>
          <p14:tracePt t="24665" x="1727200" y="2803525"/>
          <p14:tracePt t="24681" x="1739900" y="2803525"/>
          <p14:tracePt t="24721" x="1765300" y="2803525"/>
          <p14:tracePt t="24769" x="1801813" y="2803525"/>
          <p14:tracePt t="24785" x="1814513" y="2803525"/>
          <p14:tracePt t="24792" x="1852613" y="2803525"/>
          <p14:tracePt t="24801" x="1865313" y="2828925"/>
          <p14:tracePt t="24808" x="1878013" y="2852738"/>
          <p14:tracePt t="24817" x="1890713" y="2878138"/>
          <p14:tracePt t="24825" x="1890713" y="2916238"/>
          <p14:tracePt t="24833" x="1903413" y="2965450"/>
          <p14:tracePt t="24840" x="1903413" y="3016250"/>
          <p14:tracePt t="24849" x="1914525" y="3065463"/>
          <p14:tracePt t="24856" x="1914525" y="3141663"/>
          <p14:tracePt t="24865" x="1914525" y="3190875"/>
          <p14:tracePt t="24873" x="1914525" y="3241675"/>
          <p14:tracePt t="24880" x="1927225" y="3328988"/>
          <p14:tracePt t="24889" x="1939925" y="3354388"/>
          <p14:tracePt t="24897" x="1939925" y="3429000"/>
          <p14:tracePt t="24905" x="1939925" y="3490913"/>
          <p14:tracePt t="24912" x="1939925" y="3554413"/>
          <p14:tracePt t="24921" x="1939925" y="3616325"/>
          <p14:tracePt t="24928" x="1939925" y="3679825"/>
          <p14:tracePt t="24937" x="1952625" y="3741738"/>
          <p14:tracePt t="24944" x="1952625" y="3792538"/>
          <p14:tracePt t="24952" x="1952625" y="3816350"/>
          <p14:tracePt t="24960" x="1952625" y="3829050"/>
          <p14:tracePt t="24969" x="1952625" y="3854450"/>
          <p14:tracePt t="25056" x="1952625" y="3867150"/>
          <p14:tracePt t="25088" x="1952625" y="3879850"/>
          <p14:tracePt t="25104" x="1952625" y="3892550"/>
          <p14:tracePt t="25121" x="1952625" y="3905250"/>
          <p14:tracePt t="25153" x="1952625" y="3916363"/>
          <p14:tracePt t="25169" x="1952625" y="3929063"/>
          <p14:tracePt t="25177" x="1939925" y="3941763"/>
          <p14:tracePt t="25184" x="1939925" y="3967163"/>
          <p14:tracePt t="25192" x="1914525" y="3979863"/>
          <p14:tracePt t="25201" x="1903413" y="3992563"/>
          <p14:tracePt t="25209" x="1890713" y="3992563"/>
          <p14:tracePt t="25217" x="1878013" y="3992563"/>
          <p14:tracePt t="25232" x="1865313" y="3992563"/>
          <p14:tracePt t="25249" x="1839913" y="4017963"/>
          <p14:tracePt t="25288" x="1827213" y="4017963"/>
          <p14:tracePt t="25305" x="1814513" y="4017963"/>
          <p14:tracePt t="25353" x="1801813" y="4017963"/>
          <p14:tracePt t="25385" x="1790700" y="4017963"/>
          <p14:tracePt t="25416" x="1752600" y="4017963"/>
          <p14:tracePt t="25424" x="1727200" y="4017963"/>
          <p14:tracePt t="25432" x="1677988" y="4017963"/>
          <p14:tracePt t="25441" x="1627188" y="4017963"/>
          <p14:tracePt t="25449" x="1577975" y="4017963"/>
          <p14:tracePt t="25457" x="1527175" y="4017963"/>
          <p14:tracePt t="25465" x="1476375" y="4017963"/>
          <p14:tracePt t="25473" x="1439863" y="4017963"/>
          <p14:tracePt t="25480" x="1401763" y="4017963"/>
          <p14:tracePt t="25489" x="1376363" y="4017963"/>
          <p14:tracePt t="25496" x="1363663" y="4017963"/>
          <p14:tracePt t="25505" x="1352550" y="4017963"/>
          <p14:tracePt t="25512" x="1327150" y="4017963"/>
          <p14:tracePt t="25529" x="1314450" y="4017963"/>
          <p14:tracePt t="25537" x="1289050" y="4017963"/>
          <p14:tracePt t="25544" x="1252538" y="4017963"/>
          <p14:tracePt t="25553" x="1201738" y="4017963"/>
          <p14:tracePt t="25560" x="1150938" y="4017963"/>
          <p14:tracePt t="25569" x="1076325" y="4017963"/>
          <p14:tracePt t="25576" x="1027113" y="4017963"/>
          <p14:tracePt t="25585" x="976313" y="4017963"/>
          <p14:tracePt t="25592" x="925513" y="4017963"/>
          <p14:tracePt t="25601" x="876300" y="4017963"/>
          <p14:tracePt t="25608" x="838200" y="4017963"/>
          <p14:tracePt t="25616" x="825500" y="4017963"/>
          <p14:tracePt t="25624" x="788988" y="4017963"/>
          <p14:tracePt t="25632" x="763588" y="4017963"/>
          <p14:tracePt t="25641" x="750888" y="4017963"/>
          <p14:tracePt t="25649" x="738188" y="4017963"/>
          <p14:tracePt t="25657" x="725488" y="4017963"/>
          <p14:tracePt t="25664" x="712788" y="4017963"/>
          <p14:tracePt t="25681" x="701675" y="4017963"/>
          <p14:tracePt t="25689" x="688975" y="4017963"/>
          <p14:tracePt t="25705" x="676275" y="4017963"/>
          <p14:tracePt t="25712" x="650875" y="4017963"/>
          <p14:tracePt t="25721" x="638175" y="4017963"/>
          <p14:tracePt t="25729" x="625475" y="4017963"/>
          <p14:tracePt t="25744" x="612775" y="4017963"/>
          <p14:tracePt t="26121" x="612775" y="4005263"/>
          <p14:tracePt t="26137" x="612775" y="3979863"/>
          <p14:tracePt t="26144" x="612775" y="3929063"/>
          <p14:tracePt t="26153" x="638175" y="3841750"/>
          <p14:tracePt t="26161" x="663575" y="3729038"/>
          <p14:tracePt t="26168" x="676275" y="3603625"/>
          <p14:tracePt t="26176" x="676275" y="3529013"/>
          <p14:tracePt t="26185" x="676275" y="3429000"/>
          <p14:tracePt t="26192" x="676275" y="3328988"/>
          <p14:tracePt t="26201" x="676275" y="3241675"/>
          <p14:tracePt t="26209" x="676275" y="3165475"/>
          <p14:tracePt t="26216" x="676275" y="3065463"/>
          <p14:tracePt t="26224" x="676275" y="3016250"/>
          <p14:tracePt t="26232" x="676275" y="2952750"/>
          <p14:tracePt t="26241" x="676275" y="2916238"/>
          <p14:tracePt t="26248" x="676275" y="2890838"/>
          <p14:tracePt t="26257" x="676275" y="2865438"/>
          <p14:tracePt t="26264" x="676275" y="2852738"/>
          <p14:tracePt t="26273" x="676275" y="2840038"/>
          <p14:tracePt t="26280" x="676275" y="2828925"/>
          <p14:tracePt t="26305" x="676275" y="2816225"/>
          <p14:tracePt t="26312" x="676275" y="2803525"/>
          <p14:tracePt t="26329" x="676275" y="2790825"/>
          <p14:tracePt t="26376" x="663575" y="2790825"/>
          <p14:tracePt t="26384" x="650875" y="2790825"/>
          <p14:tracePt t="26441" x="638175" y="2790825"/>
          <p14:tracePt t="26472" x="625475" y="2790825"/>
          <p14:tracePt t="26480" x="612775" y="2816225"/>
          <p14:tracePt t="26489" x="612775" y="2852738"/>
          <p14:tracePt t="26496" x="612775" y="2903538"/>
          <p14:tracePt t="26504" x="612775" y="2990850"/>
          <p14:tracePt t="26512" x="588963" y="3090863"/>
          <p14:tracePt t="26521" x="576263" y="3190875"/>
          <p14:tracePt t="26528" x="576263" y="3328988"/>
          <p14:tracePt t="26537" x="576263" y="3429000"/>
          <p14:tracePt t="26544" x="576263" y="3516313"/>
          <p14:tracePt t="26553" x="576263" y="3616325"/>
          <p14:tracePt t="26560" x="576263" y="3679825"/>
          <p14:tracePt t="26568" x="576263" y="3754438"/>
          <p14:tracePt t="26577" x="576263" y="3803650"/>
          <p14:tracePt t="26585" x="576263" y="3841750"/>
          <p14:tracePt t="26592" x="588963" y="3892550"/>
          <p14:tracePt t="26600" x="612775" y="3941763"/>
          <p14:tracePt t="26608" x="625475" y="3967163"/>
          <p14:tracePt t="26616" x="638175" y="4005263"/>
          <p14:tracePt t="26625" x="638175" y="4029075"/>
          <p14:tracePt t="26632" x="650875" y="4054475"/>
          <p14:tracePt t="26640" x="663575" y="4092575"/>
          <p14:tracePt t="26657" x="676275" y="4129088"/>
          <p14:tracePt t="26673" x="676275" y="4167188"/>
          <p14:tracePt t="26680" x="676275" y="4179888"/>
          <p14:tracePt t="26689" x="688975" y="4217988"/>
          <p14:tracePt t="26696" x="688975" y="4230688"/>
          <p14:tracePt t="26704" x="688975" y="4241800"/>
          <p14:tracePt t="26720" x="688975" y="4254500"/>
          <p14:tracePt t="26824" x="712788" y="4254500"/>
          <p14:tracePt t="26833" x="750888" y="4254500"/>
          <p14:tracePt t="26841" x="814388" y="4254500"/>
          <p14:tracePt t="26848" x="850900" y="4254500"/>
          <p14:tracePt t="26857" x="963613" y="4192588"/>
          <p14:tracePt t="26864" x="1050925" y="4154488"/>
          <p14:tracePt t="26873" x="1114425" y="4141788"/>
          <p14:tracePt t="26880" x="1176338" y="4117975"/>
          <p14:tracePt t="26889" x="1239838" y="4105275"/>
          <p14:tracePt t="26896" x="1301750" y="4079875"/>
          <p14:tracePt t="26904" x="1376363" y="4067175"/>
          <p14:tracePt t="26913" x="1414463" y="4067175"/>
          <p14:tracePt t="26921" x="1452563" y="4054475"/>
          <p14:tracePt t="26928" x="1476375" y="4054475"/>
          <p14:tracePt t="26937" x="1514475" y="4054475"/>
          <p14:tracePt t="26944" x="1527175" y="4054475"/>
          <p14:tracePt t="26953" x="1539875" y="4054475"/>
          <p14:tracePt t="26960" x="1565275" y="4054475"/>
          <p14:tracePt t="26969" x="1577975" y="4054475"/>
          <p14:tracePt t="26976" x="1601788" y="4054475"/>
          <p14:tracePt t="26984" x="1614488" y="4054475"/>
          <p14:tracePt t="26993" x="1627188" y="4054475"/>
          <p14:tracePt t="27008" x="1639888" y="4054475"/>
          <p14:tracePt t="27057" x="1652588" y="4054475"/>
          <p14:tracePt t="27064" x="1677988" y="4054475"/>
          <p14:tracePt t="27073" x="1689100" y="4054475"/>
          <p14:tracePt t="27081" x="1701800" y="4054475"/>
          <p14:tracePt t="27088" x="1714500" y="4054475"/>
          <p14:tracePt t="27096" x="1727200" y="4054475"/>
          <p14:tracePt t="27104" x="1752600" y="4054475"/>
          <p14:tracePt t="27113" x="1765300" y="4054475"/>
          <p14:tracePt t="27121" x="1778000" y="4054475"/>
          <p14:tracePt t="27153" x="1790700" y="4054475"/>
          <p14:tracePt t="27201" x="1801813" y="4054475"/>
          <p14:tracePt t="27217" x="1814513" y="4054475"/>
          <p14:tracePt t="27233" x="1839913" y="3979863"/>
          <p14:tracePt t="27241" x="1852613" y="3867150"/>
          <p14:tracePt t="27249" x="1865313" y="3779838"/>
          <p14:tracePt t="27257" x="1878013" y="3641725"/>
          <p14:tracePt t="27264" x="1903413" y="3516313"/>
          <p14:tracePt t="27272" x="1903413" y="3390900"/>
          <p14:tracePt t="27281" x="1903413" y="3267075"/>
          <p14:tracePt t="27289" x="1903413" y="3190875"/>
          <p14:tracePt t="27296" x="1903413" y="3090863"/>
          <p14:tracePt t="27305" x="1903413" y="3016250"/>
          <p14:tracePt t="27312" x="1903413" y="2965450"/>
          <p14:tracePt t="27321" x="1903413" y="2941638"/>
          <p14:tracePt t="27329" x="1890713" y="2916238"/>
          <p14:tracePt t="27337" x="1865313" y="2878138"/>
          <p14:tracePt t="27344" x="1865313" y="2865438"/>
          <p14:tracePt t="27353" x="1852613" y="2852738"/>
          <p14:tracePt t="27361" x="1839913" y="2852738"/>
          <p14:tracePt t="27368" x="1827213" y="2828925"/>
          <p14:tracePt t="27377" x="1827213" y="2816225"/>
          <p14:tracePt t="27384" x="1801813" y="2803525"/>
          <p14:tracePt t="27393" x="1790700" y="2778125"/>
          <p14:tracePt t="27401" x="1778000" y="2765425"/>
          <p14:tracePt t="27409" x="1765300" y="2752725"/>
          <p14:tracePt t="27416" x="1752600" y="2740025"/>
          <p14:tracePt t="27425" x="1739900" y="2740025"/>
          <p14:tracePt t="27441" x="1727200" y="2728913"/>
          <p14:tracePt t="27449" x="1714500" y="2728913"/>
          <p14:tracePt t="27473" x="1689100" y="2728913"/>
          <p14:tracePt t="27481" x="1677988" y="2728913"/>
          <p14:tracePt t="27489" x="1665288" y="2728913"/>
          <p14:tracePt t="27496" x="1652588" y="2728913"/>
          <p14:tracePt t="27504" x="1627188" y="2728913"/>
          <p14:tracePt t="27512" x="1577975" y="2728913"/>
          <p14:tracePt t="27521" x="1489075" y="2752725"/>
          <p14:tracePt t="27529" x="1427163" y="2752725"/>
          <p14:tracePt t="27536" x="1301750" y="2765425"/>
          <p14:tracePt t="27545" x="1189038" y="2778125"/>
          <p14:tracePt t="27552" x="1063625" y="2790825"/>
          <p14:tracePt t="27560" x="976313" y="2816225"/>
          <p14:tracePt t="27568" x="901700" y="2828925"/>
          <p14:tracePt t="27577" x="814388" y="2840038"/>
          <p14:tracePt t="27584" x="738188" y="2878138"/>
          <p14:tracePt t="27593" x="712788" y="2878138"/>
          <p14:tracePt t="27600" x="688975" y="2890838"/>
          <p14:tracePt t="27609" x="663575" y="2890838"/>
          <p14:tracePt t="27616" x="650875" y="2903538"/>
          <p14:tracePt t="27632" x="638175" y="2928938"/>
          <p14:tracePt t="27641" x="625475" y="2941638"/>
          <p14:tracePt t="27648" x="612775" y="2965450"/>
          <p14:tracePt t="27656" x="600075" y="2990850"/>
          <p14:tracePt t="27665" x="563563" y="3028950"/>
          <p14:tracePt t="27672" x="525463" y="3090863"/>
          <p14:tracePt t="27680" x="476250" y="3154363"/>
          <p14:tracePt t="27688" x="438150" y="3190875"/>
          <p14:tracePt t="27696" x="387350" y="3267075"/>
          <p14:tracePt t="27705" x="350838" y="3328988"/>
          <p14:tracePt t="27713" x="325438" y="3367088"/>
          <p14:tracePt t="27721" x="312738" y="3429000"/>
          <p14:tracePt t="27728" x="312738" y="3467100"/>
          <p14:tracePt t="27736" x="312738" y="3516313"/>
          <p14:tracePt t="27745" x="312738" y="3567113"/>
          <p14:tracePt t="27752" x="312738" y="3603625"/>
          <p14:tracePt t="27760" x="312738" y="3629025"/>
          <p14:tracePt t="27768" x="312738" y="3654425"/>
          <p14:tracePt t="27777" x="325438" y="3679825"/>
          <p14:tracePt t="27784" x="338138" y="3679825"/>
          <p14:tracePt t="27793" x="387350" y="3703638"/>
          <p14:tracePt t="27800" x="412750" y="3703638"/>
          <p14:tracePt t="27809" x="438150" y="3703638"/>
          <p14:tracePt t="27816" x="476250" y="3703638"/>
          <p14:tracePt t="27824" x="525463" y="3703638"/>
          <p14:tracePt t="27832" x="576263" y="3703638"/>
          <p14:tracePt t="27840" x="663575" y="3667125"/>
          <p14:tracePt t="27848" x="788988" y="3579813"/>
          <p14:tracePt t="27857" x="889000" y="3490913"/>
          <p14:tracePt t="27864" x="976313" y="3390900"/>
          <p14:tracePt t="27872" x="1038225" y="3316288"/>
          <p14:tracePt t="27881" x="1063625" y="3267075"/>
          <p14:tracePt t="27889" x="1063625" y="3203575"/>
          <p14:tracePt t="27905" x="1063625" y="3190875"/>
          <p14:tracePt t="27913" x="1063625" y="3165475"/>
          <p14:tracePt t="27920" x="1063625" y="3154363"/>
          <p14:tracePt t="27929" x="1038225" y="3141663"/>
          <p14:tracePt t="27936" x="1001713" y="3141663"/>
          <p14:tracePt t="27945" x="989013" y="3141663"/>
          <p14:tracePt t="27952" x="950913" y="3141663"/>
          <p14:tracePt t="27961" x="925513" y="3141663"/>
          <p14:tracePt t="27968" x="914400" y="3141663"/>
          <p14:tracePt t="27984" x="889000" y="3141663"/>
          <p14:tracePt t="27993" x="863600" y="3154363"/>
          <p14:tracePt t="28007" x="850900" y="3190875"/>
          <p14:tracePt t="28008" x="825500" y="3228975"/>
          <p14:tracePt t="28024" x="814388" y="3241675"/>
          <p14:tracePt t="28137" x="814388" y="3254375"/>
          <p14:tracePt t="28553" x="825500" y="3254375"/>
          <p14:tracePt t="29185" x="850900" y="3254375"/>
          <p14:tracePt t="29192" x="901700" y="3254375"/>
          <p14:tracePt t="29200" x="963613" y="3267075"/>
          <p14:tracePt t="29209" x="1014413" y="3328988"/>
          <p14:tracePt t="29216" x="1063625" y="3354388"/>
          <p14:tracePt t="29224" x="1114425" y="3403600"/>
          <p14:tracePt t="29232" x="1163638" y="3454400"/>
          <p14:tracePt t="29240" x="1263650" y="3503613"/>
          <p14:tracePt t="29248" x="1352550" y="3567113"/>
          <p14:tracePt t="29256" x="1439863" y="3603625"/>
          <p14:tracePt t="29265" x="1552575" y="3641725"/>
          <p14:tracePt t="29272" x="1627188" y="3654425"/>
          <p14:tracePt t="29281" x="1714500" y="3654425"/>
          <p14:tracePt t="29288" x="1765300" y="3654425"/>
          <p14:tracePt t="29297" x="1814513" y="3654425"/>
          <p14:tracePt t="29304" x="1852613" y="3654425"/>
          <p14:tracePt t="29313" x="1865313" y="3654425"/>
          <p14:tracePt t="29320" x="1878013" y="3641725"/>
          <p14:tracePt t="29336" x="1878013" y="3629025"/>
          <p14:tracePt t="29352" x="1890713" y="3603625"/>
          <p14:tracePt t="29361" x="1903413" y="3590925"/>
          <p14:tracePt t="29376" x="1903413" y="3567113"/>
          <p14:tracePt t="29385" x="1914525" y="3567113"/>
          <p14:tracePt t="29393" x="1914525" y="3554413"/>
          <p14:tracePt t="29401" x="1952625" y="3516313"/>
          <p14:tracePt t="29409" x="1965325" y="3467100"/>
          <p14:tracePt t="29416" x="2014538" y="3416300"/>
          <p14:tracePt t="29424" x="2065338" y="3378200"/>
          <p14:tracePt t="29433" x="2103438" y="3316288"/>
          <p14:tracePt t="29440" x="2139950" y="3278188"/>
          <p14:tracePt t="29448" x="2203450" y="3228975"/>
          <p14:tracePt t="29456" x="2239963" y="3178175"/>
          <p14:tracePt t="29465" x="2290763" y="3128963"/>
          <p14:tracePt t="29472" x="2316163" y="3103563"/>
          <p14:tracePt t="29481" x="2365375" y="3054350"/>
          <p14:tracePt t="29488" x="2378075" y="3041650"/>
          <p14:tracePt t="29497" x="2428875" y="3003550"/>
          <p14:tracePt t="29504" x="2452688" y="2965450"/>
          <p14:tracePt t="29513" x="2465388" y="2952750"/>
          <p14:tracePt t="29520" x="2478088" y="2928938"/>
          <p14:tracePt t="29528" x="2490788" y="2916238"/>
          <p14:tracePt t="29569" x="2490788" y="2890838"/>
          <p14:tracePt t="29585" x="2478088" y="2865438"/>
          <p14:tracePt t="29593" x="2465388" y="2840038"/>
          <p14:tracePt t="29601" x="2441575" y="2816225"/>
          <p14:tracePt t="29608" x="2390775" y="2778125"/>
          <p14:tracePt t="29616" x="2352675" y="2765425"/>
          <p14:tracePt t="29624" x="2328863" y="2728913"/>
          <p14:tracePt t="29632" x="2303463" y="2728913"/>
          <p14:tracePt t="29649" x="2278063" y="2716213"/>
          <p14:tracePt t="29665" x="2265363" y="2716213"/>
          <p14:tracePt t="29681" x="2239963" y="2716213"/>
          <p14:tracePt t="29689" x="2228850" y="2716213"/>
          <p14:tracePt t="29696" x="2216150" y="2716213"/>
          <p14:tracePt t="29704" x="2178050" y="2716213"/>
          <p14:tracePt t="29712" x="2139950" y="2716213"/>
          <p14:tracePt t="29721" x="2078038" y="2752725"/>
          <p14:tracePt t="29728" x="2003425" y="2803525"/>
          <p14:tracePt t="29736" x="1965325" y="2865438"/>
          <p14:tracePt t="29744" x="1914525" y="2916238"/>
          <p14:tracePt t="29752" x="1865313" y="2978150"/>
          <p14:tracePt t="29761" x="1839913" y="3041650"/>
          <p14:tracePt t="29769" x="1827213" y="3054350"/>
          <p14:tracePt t="29777" x="1814513" y="3065463"/>
          <p14:tracePt t="29785" x="1814513" y="3090863"/>
          <p14:tracePt t="29792" x="1814513" y="3116263"/>
          <p14:tracePt t="29800" x="1814513" y="3128963"/>
          <p14:tracePt t="29808" x="1814513" y="3154363"/>
          <p14:tracePt t="29817" x="1827213" y="3190875"/>
          <p14:tracePt t="29824" x="1827213" y="3203575"/>
          <p14:tracePt t="29833" x="1852613" y="3241675"/>
          <p14:tracePt t="29840" x="1865313" y="3267075"/>
          <p14:tracePt t="29849" x="1890713" y="3290888"/>
          <p14:tracePt t="29856" x="1903413" y="3316288"/>
          <p14:tracePt t="29865" x="1927225" y="3328988"/>
          <p14:tracePt t="29881" x="1952625" y="3354388"/>
          <p14:tracePt t="29888" x="1965325" y="3354388"/>
          <p14:tracePt t="29896" x="2003425" y="3354388"/>
          <p14:tracePt t="29904" x="2039938" y="3354388"/>
          <p14:tracePt t="29912" x="2065338" y="3367088"/>
          <p14:tracePt t="29920" x="2103438" y="3367088"/>
          <p14:tracePt t="29929" x="2152650" y="3367088"/>
          <p14:tracePt t="29936" x="2203450" y="3367088"/>
          <p14:tracePt t="29945" x="2239963" y="3367088"/>
          <p14:tracePt t="29952" x="2290763" y="3341688"/>
          <p14:tracePt t="29961" x="2365375" y="3290888"/>
          <p14:tracePt t="29968" x="2416175" y="3254375"/>
          <p14:tracePt t="29976" x="2441575" y="3190875"/>
          <p14:tracePt t="29984" x="2465388" y="3141663"/>
          <p14:tracePt t="29992" x="2465388" y="3103563"/>
          <p14:tracePt t="30000" x="2465388" y="3065463"/>
          <p14:tracePt t="30012" x="2465388" y="3041650"/>
          <p14:tracePt t="30016" x="2465388" y="3028950"/>
          <p14:tracePt t="30025" x="2465388" y="3016250"/>
          <p14:tracePt t="30033" x="2452688" y="2990850"/>
          <p14:tracePt t="30040" x="2416175" y="2978150"/>
          <p14:tracePt t="30049" x="2403475" y="2965450"/>
          <p14:tracePt t="30056" x="2378075" y="2965450"/>
          <p14:tracePt t="30064" x="2339975" y="2965450"/>
          <p14:tracePt t="30072" x="2303463" y="2965450"/>
          <p14:tracePt t="30080" x="2265363" y="2965450"/>
          <p14:tracePt t="30088" x="2216150" y="2990850"/>
          <p14:tracePt t="30097" x="2152650" y="3041650"/>
          <p14:tracePt t="30104" x="2103438" y="3103563"/>
          <p14:tracePt t="30113" x="2065338" y="3190875"/>
          <p14:tracePt t="30120" x="2039938" y="3303588"/>
          <p14:tracePt t="30128" x="2003425" y="3390900"/>
          <p14:tracePt t="30136" x="2003425" y="3479800"/>
          <p14:tracePt t="30145" x="2003425" y="3529013"/>
          <p14:tracePt t="30152" x="2003425" y="3567113"/>
          <p14:tracePt t="30160" x="2003425" y="3616325"/>
          <p14:tracePt t="30168" x="2027238" y="3629025"/>
          <p14:tracePt t="30176" x="2065338" y="3641725"/>
          <p14:tracePt t="30184" x="2116138" y="3641725"/>
          <p14:tracePt t="30192" x="2165350" y="3641725"/>
          <p14:tracePt t="30200" x="2265363" y="3641725"/>
          <p14:tracePt t="30208" x="2365375" y="3641725"/>
          <p14:tracePt t="30217" x="2516188" y="3616325"/>
          <p14:tracePt t="30224" x="2678113" y="3541713"/>
          <p14:tracePt t="30233" x="2816225" y="3454400"/>
          <p14:tracePt t="30240" x="2928938" y="3378200"/>
          <p14:tracePt t="30248" x="2967038" y="3316288"/>
          <p14:tracePt t="30256" x="3003550" y="3254375"/>
          <p14:tracePt t="30265" x="3003550" y="3228975"/>
          <p14:tracePt t="30272" x="2992438" y="3178175"/>
          <p14:tracePt t="30281" x="2941638" y="3128963"/>
          <p14:tracePt t="30289" x="2816225" y="3078163"/>
          <p14:tracePt t="30297" x="2728913" y="3065463"/>
          <p14:tracePt t="30304" x="2603500" y="3041650"/>
          <p14:tracePt t="30312" x="2478088" y="3016250"/>
          <p14:tracePt t="30321" x="2303463" y="3003550"/>
          <p14:tracePt t="30329" x="2152650" y="3003550"/>
          <p14:tracePt t="30336" x="2027238" y="3003550"/>
          <p14:tracePt t="30344" x="1903413" y="3003550"/>
          <p14:tracePt t="30352" x="1801813" y="3016250"/>
          <p14:tracePt t="30360" x="1714500" y="3065463"/>
          <p14:tracePt t="30368" x="1627188" y="3128963"/>
          <p14:tracePt t="30376" x="1565275" y="3178175"/>
          <p14:tracePt t="30384" x="1539875" y="3267075"/>
          <p14:tracePt t="30392" x="1514475" y="3341688"/>
          <p14:tracePt t="30401" x="1514475" y="3403600"/>
          <p14:tracePt t="30408" x="1514475" y="3441700"/>
          <p14:tracePt t="30417" x="1514475" y="3467100"/>
          <p14:tracePt t="30424" x="1514475" y="3490913"/>
          <p14:tracePt t="30432" x="1539875" y="3490913"/>
          <p14:tracePt t="30440" x="1589088" y="3516313"/>
          <p14:tracePt t="30448" x="1601788" y="3516313"/>
          <p14:tracePt t="30456" x="1652588" y="3516313"/>
          <p14:tracePt t="30464" x="1701800" y="3516313"/>
          <p14:tracePt t="30472" x="1765300" y="3516313"/>
          <p14:tracePt t="30480" x="1852613" y="3503613"/>
          <p14:tracePt t="30488" x="1952625" y="3441700"/>
          <p14:tracePt t="30496" x="2039938" y="3341688"/>
          <p14:tracePt t="30504" x="2103438" y="3267075"/>
          <p14:tracePt t="30513" x="2165350" y="3178175"/>
          <p14:tracePt t="30521" x="2178050" y="3090863"/>
          <p14:tracePt t="30529" x="2178050" y="3003550"/>
          <p14:tracePt t="30537" x="2178050" y="2952750"/>
          <p14:tracePt t="30544" x="2178050" y="2903538"/>
          <p14:tracePt t="30553" x="2152650" y="2840038"/>
          <p14:tracePt t="30560" x="2127250" y="2828925"/>
          <p14:tracePt t="30568" x="2090738" y="2803525"/>
          <p14:tracePt t="30576" x="2078038" y="2803525"/>
          <p14:tracePt t="30585" x="2052638" y="2790825"/>
          <p14:tracePt t="30592" x="2039938" y="2790825"/>
          <p14:tracePt t="30601" x="2027238" y="2790825"/>
          <p14:tracePt t="30608" x="2014538" y="2790825"/>
          <p14:tracePt t="30624" x="1990725" y="2803525"/>
          <p14:tracePt t="30632" x="1965325" y="2840038"/>
          <p14:tracePt t="30640" x="1952625" y="2903538"/>
          <p14:tracePt t="30663" x="1939925" y="3016250"/>
          <p14:tracePt t="30664" x="1927225" y="3065463"/>
          <p14:tracePt t="30672" x="1927225" y="3103563"/>
          <p14:tracePt t="30681" x="1914525" y="3128963"/>
          <p14:tracePt t="30688" x="1914525" y="3154363"/>
          <p14:tracePt t="30705" x="1914525" y="3165475"/>
          <p14:tracePt t="30753" x="1914525" y="3178175"/>
          <p14:tracePt t="30792" x="1952625" y="3178175"/>
          <p14:tracePt t="30801" x="1965325" y="3178175"/>
          <p14:tracePt t="30808" x="1978025" y="3178175"/>
          <p14:tracePt t="30816" x="1990725" y="3178175"/>
          <p14:tracePt t="30824" x="2003425" y="3178175"/>
          <p14:tracePt t="30833" x="2014538" y="3178175"/>
          <p14:tracePt t="30840" x="2039938" y="3178175"/>
          <p14:tracePt t="30856" x="2052638" y="3165475"/>
          <p14:tracePt t="30864" x="2065338" y="3154363"/>
          <p14:tracePt t="31337" x="2078038" y="3154363"/>
          <p14:tracePt t="31344" x="2139950" y="3154363"/>
          <p14:tracePt t="31353" x="2178050" y="3190875"/>
          <p14:tracePt t="31360" x="2239963" y="3241675"/>
          <p14:tracePt t="31369" x="2328863" y="3328988"/>
          <p14:tracePt t="31376" x="2416175" y="3403600"/>
          <p14:tracePt t="31384" x="2503488" y="3503613"/>
          <p14:tracePt t="31392" x="2578100" y="3579813"/>
          <p14:tracePt t="31400" x="2654300" y="3654425"/>
          <p14:tracePt t="31408" x="2754313" y="3703638"/>
          <p14:tracePt t="31417" x="2841625" y="3741738"/>
          <p14:tracePt t="31425" x="2890838" y="3767138"/>
          <p14:tracePt t="31433" x="2967038" y="3779838"/>
          <p14:tracePt t="31440" x="3003550" y="3792538"/>
          <p14:tracePt t="31449" x="3041650" y="3792538"/>
          <p14:tracePt t="31456" x="3067050" y="3792538"/>
          <p14:tracePt t="31465" x="3092450" y="3792538"/>
          <p14:tracePt t="31472" x="3128963" y="3792538"/>
          <p14:tracePt t="31480" x="3167063" y="3767138"/>
          <p14:tracePt t="31488" x="3216275" y="3741738"/>
          <p14:tracePt t="31496" x="3279775" y="3729038"/>
          <p14:tracePt t="31504" x="3367088" y="3692525"/>
          <p14:tracePt t="31512" x="3467100" y="3641725"/>
          <p14:tracePt t="31521" x="3579813" y="3579813"/>
          <p14:tracePt t="31528" x="3679825" y="3529013"/>
          <p14:tracePt t="31537" x="3792538" y="3429000"/>
          <p14:tracePt t="31544" x="3867150" y="3328988"/>
          <p14:tracePt t="31553" x="3892550" y="3216275"/>
          <p14:tracePt t="31560" x="3905250" y="3128963"/>
          <p14:tracePt t="31568" x="3905250" y="3054350"/>
          <p14:tracePt t="31576" x="3905250" y="2978150"/>
          <p14:tracePt t="31584" x="3905250" y="2928938"/>
          <p14:tracePt t="31592" x="3879850" y="2852738"/>
          <p14:tracePt t="31600" x="3843338" y="2803525"/>
          <p14:tracePt t="31608" x="3805238" y="2752725"/>
          <p14:tracePt t="31616" x="3779838" y="2703513"/>
          <p14:tracePt t="31624" x="3767138" y="2665413"/>
          <p14:tracePt t="31633" x="3756025" y="2652713"/>
          <p14:tracePt t="31640" x="3743325" y="2627313"/>
          <p14:tracePt t="31649" x="3743325" y="2616200"/>
          <p14:tracePt t="31656" x="3730625" y="2616200"/>
          <p14:tracePt t="31664" x="3717925" y="2590800"/>
          <p14:tracePt t="31672" x="3705225" y="2590800"/>
          <p14:tracePt t="31680" x="3679825" y="2590800"/>
          <p14:tracePt t="31688" x="3654425" y="2565400"/>
          <p14:tracePt t="31696" x="3630613" y="2552700"/>
          <p14:tracePt t="31705" x="3592513" y="2552700"/>
          <p14:tracePt t="31712" x="3567113" y="2552700"/>
          <p14:tracePt t="31721" x="3541713" y="2540000"/>
          <p14:tracePt t="31728" x="3505200" y="2540000"/>
          <p14:tracePt t="31737" x="3479800" y="2540000"/>
          <p14:tracePt t="31744" x="3454400" y="2540000"/>
          <p14:tracePt t="31752" x="3429000" y="2540000"/>
          <p14:tracePt t="31760" x="3392488" y="2540000"/>
          <p14:tracePt t="31769" x="3367088" y="2540000"/>
          <p14:tracePt t="31776" x="3328988" y="2540000"/>
          <p14:tracePt t="31784" x="3305175" y="2540000"/>
          <p14:tracePt t="31792" x="3267075" y="2540000"/>
          <p14:tracePt t="31800" x="3241675" y="2552700"/>
          <p14:tracePt t="31808" x="3205163" y="2578100"/>
          <p14:tracePt t="31816" x="3167063" y="2603500"/>
          <p14:tracePt t="31825" x="3128963" y="2640013"/>
          <p14:tracePt t="31833" x="3067050" y="2678113"/>
          <p14:tracePt t="31840" x="3028950" y="2728913"/>
          <p14:tracePt t="31849" x="3016250" y="2740025"/>
          <p14:tracePt t="31856" x="3003550" y="2765425"/>
          <p14:tracePt t="31864" x="3003550" y="2803525"/>
          <p14:tracePt t="31872" x="2979738" y="2816225"/>
          <p14:tracePt t="31880" x="2979738" y="2828925"/>
          <p14:tracePt t="31896" x="2979738" y="2840038"/>
          <p14:tracePt t="31912" x="2979738" y="2865438"/>
          <p14:tracePt t="31921" x="2979738" y="2878138"/>
          <p14:tracePt t="31928" x="2979738" y="2890838"/>
          <p14:tracePt t="31937" x="2979738" y="2903538"/>
          <p14:tracePt t="31944" x="2979738" y="2928938"/>
          <p14:tracePt t="31952" x="2979738" y="2952750"/>
          <p14:tracePt t="31960" x="2967038" y="2990850"/>
          <p14:tracePt t="31968" x="2967038" y="3028950"/>
          <p14:tracePt t="31976" x="2954338" y="3054350"/>
          <p14:tracePt t="31985" x="2954338" y="3065463"/>
          <p14:tracePt t="31992" x="2941638" y="3090863"/>
          <p14:tracePt t="32000" x="2941638" y="3116263"/>
          <p14:tracePt t="32008" x="2941638" y="3141663"/>
          <p14:tracePt t="32017" x="2928938" y="3141663"/>
          <p14:tracePt t="32024" x="2928938" y="3165475"/>
          <p14:tracePt t="32033" x="2928938" y="3190875"/>
          <p14:tracePt t="32048" x="2928938" y="3216275"/>
          <p14:tracePt t="32056" x="2928938" y="3228975"/>
          <p14:tracePt t="32064" x="2928938" y="3267075"/>
          <p14:tracePt t="32073" x="2928938" y="3278188"/>
          <p14:tracePt t="32080" x="2928938" y="3290888"/>
          <p14:tracePt t="32089" x="2928938" y="3303588"/>
          <p14:tracePt t="32096" x="2941638" y="3328988"/>
          <p14:tracePt t="32105" x="2941638" y="3354388"/>
          <p14:tracePt t="32112" x="2941638" y="3367088"/>
          <p14:tracePt t="32121" x="2941638" y="3390900"/>
          <p14:tracePt t="32128" x="2941638" y="3403600"/>
          <p14:tracePt t="32136" x="2954338" y="3429000"/>
          <p14:tracePt t="32144" x="2967038" y="3441700"/>
          <p14:tracePt t="32152" x="2967038" y="3454400"/>
          <p14:tracePt t="32160" x="2979738" y="3467100"/>
          <p14:tracePt t="32169" x="2992438" y="3479800"/>
          <p14:tracePt t="32184" x="2992438" y="3490913"/>
          <p14:tracePt t="32192" x="2992438" y="3516313"/>
          <p14:tracePt t="32208" x="3003550" y="3541713"/>
          <p14:tracePt t="32224" x="3016250" y="3554413"/>
          <p14:tracePt t="32251" x="3028950" y="3579813"/>
          <p14:tracePt t="32273" x="3028950" y="3590925"/>
          <p14:tracePt t="32313" x="3028950" y="3603625"/>
          <p14:tracePt t="32320" x="3041650" y="3603625"/>
          <p14:tracePt t="32328" x="3041650" y="3616325"/>
          <p14:tracePt t="32336" x="3054350" y="3629025"/>
          <p14:tracePt t="32369" x="3067050" y="3641725"/>
          <p14:tracePt t="32384" x="3067050" y="3654425"/>
          <p14:tracePt t="32392" x="3079750" y="3679825"/>
          <p14:tracePt t="32401" x="3092450" y="3692525"/>
          <p14:tracePt t="32409" x="3103563" y="3692525"/>
          <p14:tracePt t="32416" x="3103563" y="3703638"/>
          <p14:tracePt t="32432" x="3128963" y="3741738"/>
          <p14:tracePt t="32448" x="3128963" y="3754438"/>
          <p14:tracePt t="32457" x="3154363" y="3792538"/>
          <p14:tracePt t="32473" x="3167063" y="3816350"/>
          <p14:tracePt t="32480" x="3179763" y="3816350"/>
          <p14:tracePt t="32489" x="3179763" y="3841750"/>
          <p14:tracePt t="32496" x="3205163" y="3841750"/>
          <p14:tracePt t="32504" x="3205163" y="3854450"/>
          <p14:tracePt t="32512" x="3228975" y="3867150"/>
          <p14:tracePt t="32520" x="3228975" y="3879850"/>
          <p14:tracePt t="32528" x="3241675" y="3879850"/>
          <p14:tracePt t="32536" x="3279775" y="3892550"/>
          <p14:tracePt t="32544" x="3292475" y="3892550"/>
          <p14:tracePt t="32553" x="3305175" y="3905250"/>
          <p14:tracePt t="32560" x="3328988" y="3916363"/>
          <p14:tracePt t="32569" x="3341688" y="3916363"/>
          <p14:tracePt t="32576" x="3341688" y="3929063"/>
          <p14:tracePt t="32585" x="3367088" y="3929063"/>
          <p14:tracePt t="32592" x="3379788" y="3929063"/>
          <p14:tracePt t="32600" x="3392488" y="3954463"/>
          <p14:tracePt t="32608" x="3405188" y="3954463"/>
          <p14:tracePt t="32624" x="3429000" y="3954463"/>
          <p14:tracePt t="32632" x="3441700" y="3954463"/>
          <p14:tracePt t="32641" x="3454400" y="3954463"/>
          <p14:tracePt t="32648" x="3467100" y="3954463"/>
          <p14:tracePt t="32657" x="3492500" y="3954463"/>
          <p14:tracePt t="32664" x="3530600" y="3954463"/>
          <p14:tracePt t="32673" x="3567113" y="3954463"/>
          <p14:tracePt t="32680" x="3630613" y="3941763"/>
          <p14:tracePt t="32688" x="3705225" y="3892550"/>
          <p14:tracePt t="32696" x="3756025" y="3854450"/>
          <p14:tracePt t="32705" x="3805238" y="3803650"/>
          <p14:tracePt t="32712" x="3856038" y="3767138"/>
          <p14:tracePt t="32721" x="3879850" y="3703638"/>
          <p14:tracePt t="32729" x="3892550" y="3654425"/>
          <p14:tracePt t="32736" x="3905250" y="3590925"/>
          <p14:tracePt t="32744" x="3905250" y="3490913"/>
          <p14:tracePt t="32752" x="3905250" y="3416300"/>
          <p14:tracePt t="32761" x="3905250" y="3328988"/>
          <p14:tracePt t="32769" x="3930650" y="3241675"/>
          <p14:tracePt t="32776" x="3943350" y="3178175"/>
          <p14:tracePt t="32785" x="3943350" y="3116263"/>
          <p14:tracePt t="32792" x="3968750" y="3054350"/>
          <p14:tracePt t="32800" x="3968750" y="3003550"/>
          <p14:tracePt t="32808" x="3992563" y="2952750"/>
          <p14:tracePt t="32816" x="3992563" y="2916238"/>
          <p14:tracePt t="32824" x="3992563" y="2878138"/>
          <p14:tracePt t="32832" x="3992563" y="2828925"/>
          <p14:tracePt t="32841" x="3992563" y="2816225"/>
          <p14:tracePt t="32848" x="3992563" y="2778125"/>
          <p14:tracePt t="32857" x="3968750" y="2752725"/>
          <p14:tracePt t="32865" x="3956050" y="2728913"/>
          <p14:tracePt t="32872" x="3956050" y="2716213"/>
          <p14:tracePt t="32880" x="3943350" y="2690813"/>
          <p14:tracePt t="32889" x="3930650" y="2690813"/>
          <p14:tracePt t="32896" x="3917950" y="2678113"/>
          <p14:tracePt t="32904" x="3892550" y="2665413"/>
          <p14:tracePt t="32912" x="3856038" y="2652713"/>
          <p14:tracePt t="32921" x="3817938" y="2652713"/>
          <p14:tracePt t="32928" x="3779838" y="2640013"/>
          <p14:tracePt t="32936" x="3743325" y="2627313"/>
          <p14:tracePt t="32944" x="3705225" y="2627313"/>
          <p14:tracePt t="32953" x="3654425" y="2627313"/>
          <p14:tracePt t="32960" x="3605213" y="2627313"/>
          <p14:tracePt t="32968" x="3554413" y="2627313"/>
          <p14:tracePt t="32977" x="3517900" y="2640013"/>
          <p14:tracePt t="32984" x="3441700" y="2665413"/>
          <p14:tracePt t="32992" x="3379788" y="2703513"/>
          <p14:tracePt t="33000" x="3317875" y="2765425"/>
          <p14:tracePt t="33008" x="3267075" y="2816225"/>
          <p14:tracePt t="33020" x="3205163" y="2916238"/>
          <p14:tracePt t="33025" x="3141663" y="3016250"/>
          <p14:tracePt t="33032" x="3067050" y="3141663"/>
          <p14:tracePt t="33041" x="3003550" y="3254375"/>
          <p14:tracePt t="33048" x="2967038" y="3303588"/>
          <p14:tracePt t="33057" x="2928938" y="3367088"/>
          <p14:tracePt t="33064" x="2916238" y="3416300"/>
          <p14:tracePt t="33073" x="2916238" y="3479800"/>
          <p14:tracePt t="33080" x="2916238" y="3503613"/>
          <p14:tracePt t="33096" x="2928938" y="3529013"/>
          <p14:tracePt t="33104" x="2941638" y="3541713"/>
          <p14:tracePt t="33112" x="2954338" y="3554413"/>
          <p14:tracePt t="33128" x="2979738" y="3554413"/>
          <p14:tracePt t="33152" x="2992438" y="3554413"/>
          <p14:tracePt t="33160" x="3016250" y="3567113"/>
          <p14:tracePt t="33168" x="3041650" y="3579813"/>
          <p14:tracePt t="33176" x="3054350" y="3579813"/>
          <p14:tracePt t="33184" x="3079750" y="3579813"/>
          <p14:tracePt t="33192" x="3103563" y="3579813"/>
          <p14:tracePt t="33200" x="3141663" y="3579813"/>
          <p14:tracePt t="33209" x="3154363" y="3579813"/>
          <p14:tracePt t="33216" x="3179763" y="3579813"/>
          <p14:tracePt t="33225" x="3192463" y="3579813"/>
          <p14:tracePt t="33240" x="3205163" y="3579813"/>
          <p14:tracePt t="33248" x="3228975" y="3579813"/>
          <p14:tracePt t="33256" x="3241675" y="3579813"/>
          <p14:tracePt t="33264" x="3254375" y="3579813"/>
          <p14:tracePt t="33272" x="3279775" y="3579813"/>
          <p14:tracePt t="33280" x="3317875" y="3579813"/>
          <p14:tracePt t="33288" x="3328988" y="3579813"/>
          <p14:tracePt t="33296" x="3367088" y="3579813"/>
          <p14:tracePt t="33304" x="3392488" y="3567113"/>
          <p14:tracePt t="33312" x="3405188" y="3567113"/>
          <p14:tracePt t="33321" x="3441700" y="3554413"/>
          <p14:tracePt t="33328" x="3454400" y="3554413"/>
          <p14:tracePt t="33337" x="3479800" y="3541713"/>
          <p14:tracePt t="33344" x="3492500" y="3541713"/>
          <p14:tracePt t="33369" x="3505200" y="3541713"/>
          <p14:tracePt t="33384" x="3517900" y="3541713"/>
          <p14:tracePt t="33416" x="3541713" y="3529013"/>
          <p14:tracePt t="33464" x="3554413" y="3529013"/>
          <p14:tracePt t="33472" x="3567113" y="3529013"/>
          <p14:tracePt t="33512" x="3579813" y="3529013"/>
          <p14:tracePt t="33520" x="3592513" y="3529013"/>
          <p14:tracePt t="33536" x="3605213" y="3529013"/>
          <p14:tracePt t="33544" x="3617913" y="3529013"/>
          <p14:tracePt t="33552" x="3630613" y="3529013"/>
          <p14:tracePt t="33568" x="3643313" y="3529013"/>
          <p14:tracePt t="33576" x="3654425" y="3529013"/>
          <p14:tracePt t="33584" x="3667125" y="3529013"/>
          <p14:tracePt t="33593" x="3679825" y="3529013"/>
          <p14:tracePt t="33600" x="3705225" y="3529013"/>
          <p14:tracePt t="33609" x="3717925" y="3529013"/>
          <p14:tracePt t="33616" x="3743325" y="3529013"/>
          <p14:tracePt t="33624" x="3767138" y="3529013"/>
          <p14:tracePt t="33632" x="3792538" y="3529013"/>
          <p14:tracePt t="33640" x="3805238" y="3529013"/>
          <p14:tracePt t="33648" x="3817938" y="3529013"/>
          <p14:tracePt t="33656" x="3830638" y="3529013"/>
          <p14:tracePt t="33672" x="3856038" y="3529013"/>
          <p14:tracePt t="33704" x="3867150" y="3529013"/>
          <p14:tracePt t="33712" x="3892550" y="3529013"/>
          <p14:tracePt t="33760" x="3905250" y="3529013"/>
          <p14:tracePt t="33777" x="3930650" y="3503613"/>
          <p14:tracePt t="33888" x="3956050" y="3503613"/>
          <p14:tracePt t="33952" x="3968750" y="3503613"/>
          <p14:tracePt t="33976" x="3992563" y="3503613"/>
          <p14:tracePt t="33992" x="4005263" y="3503613"/>
          <p14:tracePt t="34545" x="4017963" y="3503613"/>
          <p14:tracePt t="34904" x="4030663" y="3503613"/>
          <p14:tracePt t="34913" x="4030663" y="3529013"/>
          <p14:tracePt t="34920" x="4030663" y="3579813"/>
          <p14:tracePt t="34928" x="4043363" y="3616325"/>
          <p14:tracePt t="34936" x="4043363" y="3703638"/>
          <p14:tracePt t="34944" x="4056063" y="3754438"/>
          <p14:tracePt t="34952" x="4068763" y="3829050"/>
          <p14:tracePt t="34960" x="4068763" y="3879850"/>
          <p14:tracePt t="34968" x="4092575" y="3905250"/>
          <p14:tracePt t="34977" x="4105275" y="3916363"/>
          <p14:tracePt t="34992" x="4117975" y="3916363"/>
          <p14:tracePt t="35010" x="4156075" y="3916363"/>
          <p14:tracePt t="35016" x="4168775" y="3916363"/>
          <p14:tracePt t="35025" x="4230688" y="3905250"/>
          <p14:tracePt t="35032" x="4230688" y="3854450"/>
          <p14:tracePt t="35040" x="4243388" y="3767138"/>
          <p14:tracePt t="35048" x="4243388" y="3679825"/>
          <p14:tracePt t="35056" x="4243388" y="3579813"/>
          <p14:tracePt t="35064" x="4230688" y="3490913"/>
          <p14:tracePt t="35072" x="4156075" y="3367088"/>
          <p14:tracePt t="35081" x="4056063" y="3241675"/>
          <p14:tracePt t="35088" x="3905250" y="3090863"/>
          <p14:tracePt t="35097" x="3756025" y="2978150"/>
          <p14:tracePt t="35104" x="3530600" y="2828925"/>
          <p14:tracePt t="35112" x="3328988" y="2716213"/>
          <p14:tracePt t="35120" x="3141663" y="2640013"/>
          <p14:tracePt t="35128" x="3041650" y="2578100"/>
          <p14:tracePt t="35136" x="2928938" y="2552700"/>
          <p14:tracePt t="35144" x="2890838" y="2540000"/>
          <p14:tracePt t="35152" x="2867025" y="2540000"/>
          <p14:tracePt t="35160" x="2841625" y="2540000"/>
          <p14:tracePt t="35168" x="2790825" y="2540000"/>
          <p14:tracePt t="35177" x="2728913" y="2603500"/>
          <p14:tracePt t="35184" x="2716213" y="2703513"/>
          <p14:tracePt t="35193" x="2678113" y="2828925"/>
          <p14:tracePt t="35200" x="2678113" y="2990850"/>
          <p14:tracePt t="35209" x="2678113" y="3141663"/>
          <p14:tracePt t="35216" x="2678113" y="3267075"/>
          <p14:tracePt t="35224" x="2678113" y="3403600"/>
          <p14:tracePt t="35232" x="2728913" y="3529013"/>
          <p14:tracePt t="35240" x="2790825" y="3603625"/>
          <p14:tracePt t="35248" x="2816225" y="3641725"/>
          <p14:tracePt t="35256" x="2854325" y="3667125"/>
          <p14:tracePt t="35264" x="2890838" y="3679825"/>
          <p14:tracePt t="35272" x="2928938" y="3679825"/>
          <p14:tracePt t="35281" x="2979738" y="3679825"/>
          <p14:tracePt t="35288" x="3041650" y="3679825"/>
          <p14:tracePt t="35297" x="3116263" y="3679825"/>
          <p14:tracePt t="35304" x="3192463" y="3679825"/>
          <p14:tracePt t="35312" x="3267075" y="3641725"/>
          <p14:tracePt t="35320" x="3354388" y="3554413"/>
          <p14:tracePt t="35328" x="3417888" y="3454400"/>
          <p14:tracePt t="35336" x="3467100" y="3341688"/>
          <p14:tracePt t="35344" x="3467100" y="3228975"/>
          <p14:tracePt t="35352" x="3467100" y="3090863"/>
          <p14:tracePt t="35361" x="3454400" y="2978150"/>
          <p14:tracePt t="35368" x="3405188" y="2852738"/>
          <p14:tracePt t="35376" x="3354388" y="2803525"/>
          <p14:tracePt t="35384" x="3341688" y="2778125"/>
          <p14:tracePt t="35393" x="3328988" y="2765425"/>
          <p14:tracePt t="35400" x="3328988" y="2752725"/>
          <p14:tracePt t="35416" x="3317875" y="2740025"/>
          <p14:tracePt t="35424" x="3305175" y="2740025"/>
          <p14:tracePt t="35432" x="3267075" y="2740025"/>
          <p14:tracePt t="35440" x="3216275" y="2765425"/>
          <p14:tracePt t="35448" x="3205163" y="2828925"/>
          <p14:tracePt t="35456" x="3205163" y="2978150"/>
          <p14:tracePt t="35465" x="3205163" y="3128963"/>
          <p14:tracePt t="35472" x="3205163" y="3278188"/>
          <p14:tracePt t="35481" x="3205163" y="3429000"/>
          <p14:tracePt t="35488" x="3205163" y="3529013"/>
          <p14:tracePt t="35496" x="3216275" y="3603625"/>
          <p14:tracePt t="35505" x="3241675" y="3629025"/>
          <p14:tracePt t="35512" x="3292475" y="3667125"/>
          <p14:tracePt t="35520" x="3317875" y="3667125"/>
          <p14:tracePt t="35528" x="3367088" y="3667125"/>
          <p14:tracePt t="35537" x="3417888" y="3667125"/>
          <p14:tracePt t="35544" x="3492500" y="3654425"/>
          <p14:tracePt t="35553" x="3530600" y="3603625"/>
          <p14:tracePt t="35560" x="3579813" y="3541713"/>
          <p14:tracePt t="35569" x="3579813" y="3490913"/>
          <p14:tracePt t="35577" x="3592513" y="3429000"/>
          <p14:tracePt t="35584" x="3592513" y="3354388"/>
          <p14:tracePt t="35593" x="3592513" y="3290888"/>
          <p14:tracePt t="35601" x="3579813" y="3241675"/>
          <p14:tracePt t="35608" x="3579813" y="3216275"/>
          <p14:tracePt t="35720" x="3567113" y="3216275"/>
          <p14:tracePt t="36352" x="3567113" y="3228975"/>
          <p14:tracePt t="36360" x="3579813" y="3267075"/>
          <p14:tracePt t="36368" x="3605213" y="3341688"/>
          <p14:tracePt t="36376" x="3617913" y="3390900"/>
          <p14:tracePt t="36384" x="3643313" y="3454400"/>
          <p14:tracePt t="36392" x="3654425" y="3529013"/>
          <p14:tracePt t="36401" x="3679825" y="3616325"/>
          <p14:tracePt t="36408" x="3743325" y="3729038"/>
          <p14:tracePt t="36417" x="3817938" y="3816350"/>
          <p14:tracePt t="36424" x="3879850" y="3905250"/>
          <p14:tracePt t="36432" x="3917950" y="3941763"/>
          <p14:tracePt t="36440" x="3956050" y="3954463"/>
          <p14:tracePt t="36456" x="3968750" y="3954463"/>
          <p14:tracePt t="36504" x="3968750" y="3941763"/>
          <p14:tracePt t="36512" x="3956050" y="3854450"/>
          <p14:tracePt t="36520" x="3905250" y="3792538"/>
          <p14:tracePt t="36529" x="3805238" y="3692525"/>
          <p14:tracePt t="36536" x="3730625" y="3590925"/>
          <p14:tracePt t="36544" x="3630613" y="3479800"/>
          <p14:tracePt t="36552" x="3505200" y="3403600"/>
          <p14:tracePt t="36560" x="3417888" y="3354388"/>
          <p14:tracePt t="36568" x="3354388" y="3328988"/>
          <p14:tracePt t="36576" x="3328988" y="3303588"/>
          <p14:tracePt t="36616" x="3292475" y="3341688"/>
          <p14:tracePt t="36624" x="3254375" y="3429000"/>
          <p14:tracePt t="36632" x="3241675" y="3479800"/>
          <p14:tracePt t="36640" x="3216275" y="3603625"/>
          <p14:tracePt t="36648" x="3167063" y="3729038"/>
          <p14:tracePt t="36656" x="3103563" y="3816350"/>
          <p14:tracePt t="36664" x="3028950" y="3929063"/>
          <p14:tracePt t="36672" x="2992438" y="3967163"/>
          <p14:tracePt t="36680" x="2979738" y="3979863"/>
          <p14:tracePt t="36688" x="2979738" y="3992563"/>
          <p14:tracePt t="36704" x="2979738" y="3979863"/>
          <p14:tracePt t="36713" x="3054350" y="3916363"/>
          <p14:tracePt t="36720" x="3179763" y="3767138"/>
          <p14:tracePt t="36728" x="3441700" y="3529013"/>
          <p14:tracePt t="36736" x="3630613" y="3328988"/>
          <p14:tracePt t="36744" x="3756025" y="3216275"/>
          <p14:tracePt t="36752" x="3905250" y="3103563"/>
          <p14:tracePt t="36760" x="4017963" y="3016250"/>
          <p14:tracePt t="36769" x="4081463" y="2952750"/>
          <p14:tracePt t="36776" x="4117975" y="2903538"/>
          <p14:tracePt t="36785" x="4130675" y="2890838"/>
          <p14:tracePt t="36808" x="4092575" y="2890838"/>
          <p14:tracePt t="36816" x="4017963" y="2903538"/>
          <p14:tracePt t="36824" x="3943350" y="2965450"/>
          <p14:tracePt t="36832" x="3856038" y="3078163"/>
          <p14:tracePt t="36840" x="3756025" y="3190875"/>
          <p14:tracePt t="36849" x="3667125" y="3316288"/>
          <p14:tracePt t="36856" x="3554413" y="3454400"/>
          <p14:tracePt t="36864" x="3479800" y="3567113"/>
          <p14:tracePt t="36872" x="3417888" y="3667125"/>
          <p14:tracePt t="36880" x="3405188" y="3729038"/>
          <p14:tracePt t="36888" x="3379788" y="3741738"/>
          <p14:tracePt t="36897" x="3379788" y="3779838"/>
          <p14:tracePt t="36952" x="3379788" y="3767138"/>
          <p14:tracePt t="36960" x="3379788" y="3729038"/>
          <p14:tracePt t="36969" x="3379788" y="3716338"/>
          <p14:tracePt t="36976" x="3379788" y="3692525"/>
          <p14:tracePt t="36985" x="3379788" y="3679825"/>
          <p14:tracePt t="36992" x="3392488" y="3654425"/>
          <p14:tracePt t="37032" x="3405188" y="3654425"/>
          <p14:tracePt t="37097" x="3367088" y="3654425"/>
          <p14:tracePt t="37104" x="3167063" y="3554413"/>
          <p14:tracePt t="37112" x="3003550" y="3467100"/>
          <p14:tracePt t="37120" x="2778125" y="3290888"/>
          <p14:tracePt t="37128" x="2528888" y="3028950"/>
          <p14:tracePt t="37136" x="2365375" y="2865438"/>
          <p14:tracePt t="37144" x="2252663" y="2740025"/>
          <p14:tracePt t="37153" x="2178050" y="2616200"/>
          <p14:tracePt t="37160" x="2116138" y="2516188"/>
          <p14:tracePt t="37169" x="2052638" y="2403475"/>
          <p14:tracePt t="37176" x="2003425" y="2314575"/>
          <p14:tracePt t="37184" x="1952625" y="2190750"/>
          <p14:tracePt t="37192" x="1939925" y="2089150"/>
          <p14:tracePt t="37200" x="1914525" y="2001838"/>
          <p14:tracePt t="37208" x="1878013" y="1927225"/>
          <p14:tracePt t="37216" x="1865313" y="1865313"/>
          <p14:tracePt t="37224" x="1814513" y="1814513"/>
          <p14:tracePt t="37232" x="1765300" y="1752600"/>
          <p14:tracePt t="37240" x="1701800" y="1689100"/>
          <p14:tracePt t="37248" x="1627188" y="1639888"/>
          <p14:tracePt t="37256" x="1501775" y="1563688"/>
          <p14:tracePt t="37265" x="1401763" y="1514475"/>
          <p14:tracePt t="37272" x="1289050" y="1476375"/>
          <p14:tracePt t="37281" x="1163638" y="1427163"/>
          <p14:tracePt t="37288" x="1050925" y="1350963"/>
          <p14:tracePt t="37296" x="925513" y="1314450"/>
          <p14:tracePt t="37304" x="838200" y="1289050"/>
          <p14:tracePt t="37312" x="750888" y="1250950"/>
          <p14:tracePt t="37321" x="712788" y="1238250"/>
          <p14:tracePt t="37328" x="650875" y="1227138"/>
          <p14:tracePt t="37337" x="625475" y="1227138"/>
          <p14:tracePt t="37344" x="612775" y="1227138"/>
          <p14:tracePt t="37353" x="588963" y="1227138"/>
          <p14:tracePt t="37360" x="576263" y="1227138"/>
          <p14:tracePt t="37369" x="550863" y="1227138"/>
          <p14:tracePt t="37384" x="538163" y="1227138"/>
          <p14:tracePt t="37392" x="512763" y="1227138"/>
          <p14:tracePt t="37400" x="500063" y="1201738"/>
          <p14:tracePt t="37408" x="476250" y="1201738"/>
          <p14:tracePt t="37417" x="450850" y="1189038"/>
          <p14:tracePt t="37424" x="425450" y="1189038"/>
          <p14:tracePt t="37433" x="400050" y="1189038"/>
          <p14:tracePt t="37440" x="376238" y="1189038"/>
          <p14:tracePt t="37449" x="350838" y="1189038"/>
          <p14:tracePt t="37456" x="338138" y="1189038"/>
          <p14:tracePt t="37512" x="325438" y="1189038"/>
          <p14:tracePt t="37528" x="312738" y="1189038"/>
          <p14:tracePt t="38088" x="325438" y="1189038"/>
          <p14:tracePt t="38096" x="376238" y="1189038"/>
          <p14:tracePt t="38105" x="476250" y="1189038"/>
          <p14:tracePt t="38112" x="576263" y="1189038"/>
          <p14:tracePt t="38120" x="701675" y="1189038"/>
          <p14:tracePt t="38128" x="825500" y="1189038"/>
          <p14:tracePt t="38136" x="950913" y="1189038"/>
          <p14:tracePt t="38144" x="1089025" y="1189038"/>
          <p14:tracePt t="38152" x="1189038" y="1189038"/>
          <p14:tracePt t="38160" x="1301750" y="1189038"/>
          <p14:tracePt t="38168" x="1376363" y="1189038"/>
          <p14:tracePt t="38176" x="1414463" y="1189038"/>
          <p14:tracePt t="38184" x="1439863" y="1189038"/>
          <p14:tracePt t="38192" x="1476375" y="1189038"/>
          <p14:tracePt t="38201" x="1489075" y="1201738"/>
          <p14:tracePt t="38217" x="1501775" y="1201738"/>
          <p14:tracePt t="38224" x="1514475" y="1201738"/>
          <p14:tracePt t="38232" x="1527175" y="1201738"/>
          <p14:tracePt t="38240" x="1552575" y="1201738"/>
          <p14:tracePt t="38248" x="1577975" y="1201738"/>
          <p14:tracePt t="38256" x="1614488" y="1201738"/>
          <p14:tracePt t="38264" x="1665288" y="1201738"/>
          <p14:tracePt t="38273" x="1701800" y="1201738"/>
          <p14:tracePt t="38280" x="1752600" y="1201738"/>
          <p14:tracePt t="38289" x="1801813" y="1201738"/>
          <p14:tracePt t="38296" x="1865313" y="1201738"/>
          <p14:tracePt t="38304" x="1939925" y="1201738"/>
          <p14:tracePt t="38312" x="2003425" y="1201738"/>
          <p14:tracePt t="38320" x="2090738" y="1201738"/>
          <p14:tracePt t="38328" x="2152650" y="1201738"/>
          <p14:tracePt t="38336" x="2239963" y="1201738"/>
          <p14:tracePt t="38344" x="2290763" y="1201738"/>
          <p14:tracePt t="38352" x="2378075" y="1201738"/>
          <p14:tracePt t="38360" x="2465388" y="1201738"/>
          <p14:tracePt t="38368" x="2528888" y="1201738"/>
          <p14:tracePt t="38376" x="2603500" y="1201738"/>
          <p14:tracePt t="38385" x="2678113" y="1201738"/>
          <p14:tracePt t="38392" x="2754313" y="1201738"/>
          <p14:tracePt t="38400" x="2816225" y="1201738"/>
          <p14:tracePt t="38408" x="2903538" y="1201738"/>
          <p14:tracePt t="38416" x="2967038" y="1201738"/>
          <p14:tracePt t="38424" x="3041650" y="1201738"/>
          <p14:tracePt t="38432" x="3092450" y="1201738"/>
          <p14:tracePt t="38440" x="3141663" y="1201738"/>
          <p14:tracePt t="38448" x="3192463" y="1201738"/>
          <p14:tracePt t="38457" x="3241675" y="1201738"/>
          <p14:tracePt t="38464" x="3317875" y="1201738"/>
          <p14:tracePt t="38473" x="3367088" y="1201738"/>
          <p14:tracePt t="38480" x="3417888" y="1201738"/>
          <p14:tracePt t="38488" x="3479800" y="1201738"/>
          <p14:tracePt t="38496" x="3554413" y="1201738"/>
          <p14:tracePt t="38504" x="3605213" y="1201738"/>
          <p14:tracePt t="38512" x="3630613" y="1201738"/>
          <p14:tracePt t="38520" x="3679825" y="1201738"/>
          <p14:tracePt t="38528" x="3730625" y="1201738"/>
          <p14:tracePt t="38536" x="3767138" y="1201738"/>
          <p14:tracePt t="38544" x="3805238" y="1201738"/>
          <p14:tracePt t="38552" x="3843338" y="1201738"/>
          <p14:tracePt t="38560" x="3867150" y="1201738"/>
          <p14:tracePt t="38568" x="3905250" y="1201738"/>
          <p14:tracePt t="38576" x="3943350" y="1201738"/>
          <p14:tracePt t="38585" x="3979863" y="1201738"/>
          <p14:tracePt t="38592" x="4005263" y="1201738"/>
          <p14:tracePt t="38600" x="4030663" y="1201738"/>
          <p14:tracePt t="38608" x="4068763" y="1201738"/>
          <p14:tracePt t="38616" x="4105275" y="1201738"/>
          <p14:tracePt t="38624" x="4130675" y="1201738"/>
          <p14:tracePt t="38632" x="4143375" y="1201738"/>
          <p14:tracePt t="38641" x="4181475" y="1201738"/>
          <p14:tracePt t="38648" x="4192588" y="1201738"/>
          <p14:tracePt t="38657" x="4217988" y="1201738"/>
          <p14:tracePt t="38673" x="4243388" y="1201738"/>
          <p14:tracePt t="38680" x="4256088" y="1201738"/>
          <p14:tracePt t="38696" x="4281488" y="1201738"/>
          <p14:tracePt t="38712" x="4294188" y="1189038"/>
          <p14:tracePt t="38793" x="4305300" y="1189038"/>
          <p14:tracePt t="38800" x="4343400" y="1189038"/>
          <p14:tracePt t="38808" x="4381500" y="1189038"/>
          <p14:tracePt t="38816" x="4430713" y="1189038"/>
          <p14:tracePt t="38825" x="4481513" y="1189038"/>
          <p14:tracePt t="38832" x="4543425" y="1189038"/>
          <p14:tracePt t="38841" x="4643438" y="1189038"/>
          <p14:tracePt t="38848" x="4732338" y="1189038"/>
          <p14:tracePt t="38857" x="4794250" y="1189038"/>
          <p14:tracePt t="38864" x="4894263" y="1189038"/>
          <p14:tracePt t="38872" x="4968875" y="1189038"/>
          <p14:tracePt t="38880" x="5032375" y="1189038"/>
          <p14:tracePt t="38888" x="5081588" y="1189038"/>
          <p14:tracePt t="38896" x="5145088" y="1176338"/>
          <p14:tracePt t="38904" x="5181600" y="1176338"/>
          <p14:tracePt t="38912" x="5232400" y="1163638"/>
          <p14:tracePt t="38928" x="5270500" y="1150938"/>
          <p14:tracePt t="38936" x="5294313" y="1150938"/>
          <p14:tracePt t="38944" x="5319713" y="1150938"/>
          <p14:tracePt t="38953" x="5345113" y="1150938"/>
          <p14:tracePt t="38960" x="5357813" y="1150938"/>
          <p14:tracePt t="38968" x="5383213" y="1150938"/>
          <p14:tracePt t="38976" x="5394325" y="1150938"/>
          <p14:tracePt t="38992" x="5407025" y="1150938"/>
          <p14:tracePt t="39000" x="5419725" y="1150938"/>
          <p14:tracePt t="39048" x="5432425" y="1150938"/>
          <p14:tracePt t="39056" x="5432425" y="1138238"/>
          <p14:tracePt t="39072" x="5445125" y="1138238"/>
          <p14:tracePt t="39080" x="5457825" y="1138238"/>
          <p14:tracePt t="39144" x="5483225" y="1138238"/>
          <p14:tracePt t="41888" x="5470525" y="1138238"/>
          <p14:tracePt t="41896" x="5432425" y="1138238"/>
          <p14:tracePt t="41904" x="5407025" y="1150938"/>
          <p14:tracePt t="41912" x="5394325" y="1201738"/>
          <p14:tracePt t="41920" x="5394325" y="1289050"/>
          <p14:tracePt t="41928" x="5394325" y="1450975"/>
          <p14:tracePt t="41936" x="5407025" y="1614488"/>
          <p14:tracePt t="41944" x="5495925" y="1889125"/>
          <p14:tracePt t="41952" x="5657850" y="2252663"/>
          <p14:tracePt t="41961" x="5845175" y="2728913"/>
          <p14:tracePt t="41968" x="6021388" y="3190875"/>
          <p14:tracePt t="41976" x="6246813" y="3579813"/>
          <p14:tracePt t="41984" x="6472238" y="3979863"/>
          <p14:tracePt t="41995" x="6672263" y="4318000"/>
          <p14:tracePt t="42000" x="6846888" y="4592638"/>
          <p14:tracePt t="42008" x="7034213" y="4756150"/>
          <p14:tracePt t="42017" x="7159625" y="4843463"/>
          <p14:tracePt t="42024" x="7259638" y="4905375"/>
          <p14:tracePt t="42033" x="7348538" y="4943475"/>
          <p14:tracePt t="42040" x="7397750" y="4956175"/>
          <p14:tracePt t="42049" x="7448550" y="4968875"/>
          <p14:tracePt t="42056" x="7485063" y="4968875"/>
          <p14:tracePt t="42064" x="7523163" y="4968875"/>
          <p14:tracePt t="42072" x="7561263" y="4968875"/>
          <p14:tracePt t="42080" x="7610475" y="4968875"/>
          <p14:tracePt t="42088" x="7673975" y="4956175"/>
          <p14:tracePt t="42096" x="7723188" y="4956175"/>
          <p14:tracePt t="42104" x="7785100" y="4943475"/>
          <p14:tracePt t="42113" x="7848600" y="4930775"/>
          <p14:tracePt t="42120" x="7910513" y="4930775"/>
          <p14:tracePt t="42128" x="7999413" y="4868863"/>
          <p14:tracePt t="42136" x="8048625" y="4830763"/>
          <p14:tracePt t="42145" x="8061325" y="4779963"/>
          <p14:tracePt t="42152" x="8074025" y="4718050"/>
          <p14:tracePt t="42160" x="8074025" y="4679950"/>
          <p14:tracePt t="42168" x="8074025" y="4630738"/>
          <p14:tracePt t="42176" x="8074025" y="4579938"/>
          <p14:tracePt t="42184" x="8061325" y="4530725"/>
          <p14:tracePt t="42192" x="8023225" y="4505325"/>
          <p14:tracePt t="42201" x="7999413" y="4479925"/>
          <p14:tracePt t="42208" x="7986713" y="4454525"/>
          <p14:tracePt t="42217" x="7961313" y="4454525"/>
          <p14:tracePt t="42224" x="7961313" y="4443413"/>
          <p14:tracePt t="42233" x="7948613" y="4430713"/>
          <p14:tracePt t="42273" x="7961313" y="4467225"/>
          <p14:tracePt t="42280" x="8048625" y="4567238"/>
          <p14:tracePt t="42288" x="8086725" y="4618038"/>
          <p14:tracePt t="42296" x="8110538" y="4630738"/>
          <p14:tracePt t="42616" x="8086725" y="4605338"/>
          <p14:tracePt t="42624" x="8086725" y="4592638"/>
          <p14:tracePt t="42632" x="8086725" y="4579938"/>
          <p14:tracePt t="42640" x="8074025" y="4554538"/>
          <p14:tracePt t="42656" x="8061325" y="4530725"/>
          <p14:tracePt t="42664" x="8048625" y="4518025"/>
          <p14:tracePt t="42672" x="8048625" y="4492625"/>
          <p14:tracePt t="42680" x="8010525" y="4479925"/>
          <p14:tracePt t="42697" x="7974013" y="4454525"/>
          <p14:tracePt t="42704" x="7923213" y="4454525"/>
          <p14:tracePt t="42713" x="7861300" y="4430713"/>
          <p14:tracePt t="42720" x="7835900" y="4418013"/>
          <p14:tracePt t="42728" x="7773988" y="4379913"/>
          <p14:tracePt t="42736" x="7697788" y="4354513"/>
          <p14:tracePt t="42744" x="7661275" y="4354513"/>
          <p14:tracePt t="42752" x="7597775" y="4330700"/>
          <p14:tracePt t="42760" x="7561263" y="4318000"/>
          <p14:tracePt t="42769" x="7510463" y="4292600"/>
          <p14:tracePt t="42776" x="7448550" y="4267200"/>
          <p14:tracePt t="42785" x="7397750" y="4254500"/>
          <p14:tracePt t="42792" x="7310438" y="4230688"/>
          <p14:tracePt t="42800" x="7197725" y="4230688"/>
          <p14:tracePt t="42808" x="7072313" y="4205288"/>
          <p14:tracePt t="42816" x="6959600" y="4192588"/>
          <p14:tracePt t="42824" x="6821488" y="4179888"/>
          <p14:tracePt t="42832" x="6708775" y="4179888"/>
          <p14:tracePt t="42840" x="6584950" y="4179888"/>
          <p14:tracePt t="42848" x="6483350" y="4179888"/>
          <p14:tracePt t="42856" x="6396038" y="4179888"/>
          <p14:tracePt t="42864" x="6370638" y="4179888"/>
          <p14:tracePt t="42872" x="6321425" y="4179888"/>
          <p14:tracePt t="42880" x="6259513" y="4192588"/>
          <p14:tracePt t="42888" x="6221413" y="4205288"/>
          <p14:tracePt t="42897" x="6170613" y="4241800"/>
          <p14:tracePt t="42904" x="6134100" y="4292600"/>
          <p14:tracePt t="42912" x="6096000" y="4354513"/>
          <p14:tracePt t="42920" x="6045200" y="4443413"/>
          <p14:tracePt t="42928" x="6021388" y="4518025"/>
          <p14:tracePt t="42936" x="5995988" y="4630738"/>
          <p14:tracePt t="42944" x="5983288" y="4730750"/>
          <p14:tracePt t="42952" x="5983288" y="4818063"/>
          <p14:tracePt t="42960" x="5983288" y="4879975"/>
          <p14:tracePt t="42969" x="6021388" y="4968875"/>
          <p14:tracePt t="42976" x="6083300" y="5018088"/>
          <p14:tracePt t="42985" x="6196013" y="5081588"/>
          <p14:tracePt t="42992" x="6346825" y="5118100"/>
          <p14:tracePt t="43000" x="6496050" y="5143500"/>
          <p14:tracePt t="43008" x="6672263" y="5156200"/>
          <p14:tracePt t="43016" x="6897688" y="5156200"/>
          <p14:tracePt t="43024" x="7197725" y="5156200"/>
          <p14:tracePt t="43032" x="7435850" y="5156200"/>
          <p14:tracePt t="43040" x="7761288" y="5056188"/>
          <p14:tracePt t="43049" x="8074025" y="4918075"/>
          <p14:tracePt t="43056" x="8274050" y="4818063"/>
          <p14:tracePt t="43064" x="8399463" y="4730750"/>
          <p14:tracePt t="43072" x="8448675" y="4692650"/>
          <p14:tracePt t="43081" x="8499475" y="4630738"/>
          <p14:tracePt t="43088" x="8512175" y="4592638"/>
          <p14:tracePt t="43096" x="8512175" y="4579938"/>
          <p14:tracePt t="43104" x="8512175" y="4543425"/>
          <p14:tracePt t="43112" x="8512175" y="4530725"/>
          <p14:tracePt t="43120" x="8486775" y="4518025"/>
          <p14:tracePt t="43128" x="8461375" y="4505325"/>
          <p14:tracePt t="43136" x="8435975" y="4505325"/>
          <p14:tracePt t="43144" x="8412163" y="4505325"/>
          <p14:tracePt t="43153" x="8399463" y="4505325"/>
          <p14:tracePt t="43169" x="8361363" y="4505325"/>
          <p14:tracePt t="43176" x="8335963" y="4505325"/>
          <p14:tracePt t="43184" x="8312150" y="4505325"/>
          <p14:tracePt t="43192" x="8274050" y="4505325"/>
          <p14:tracePt t="43200" x="8235950" y="4505325"/>
          <p14:tracePt t="43208" x="8199438" y="4518025"/>
          <p14:tracePt t="43216" x="8161338" y="4554538"/>
          <p14:tracePt t="43224" x="8148638" y="4567238"/>
          <p14:tracePt t="43233" x="8110538" y="4592638"/>
          <p14:tracePt t="43248" x="8086725" y="4605338"/>
          <p14:tracePt t="43256" x="8086725" y="4618038"/>
          <p14:tracePt t="43265" x="8086725" y="4630738"/>
          <p14:tracePt t="43280" x="8086725" y="4656138"/>
          <p14:tracePt t="43296" x="8086725" y="4667250"/>
          <p14:tracePt t="43312" x="8086725" y="4679950"/>
          <p14:tracePt t="43320" x="8086725" y="4692650"/>
          <p14:tracePt t="43328" x="8086725" y="4705350"/>
          <p14:tracePt t="43337" x="8086725" y="4718050"/>
          <p14:tracePt t="43760" x="8110538" y="4718050"/>
          <p14:tracePt t="43776" x="8135938" y="4743450"/>
          <p14:tracePt t="43792" x="8148638" y="4768850"/>
          <p14:tracePt t="43808" x="8161338" y="4779963"/>
          <p14:tracePt t="43824" x="8161338" y="4792663"/>
          <p14:tracePt t="43840" x="8161338" y="4805363"/>
          <p14:tracePt t="44016" x="8161338" y="4818063"/>
          <p14:tracePt t="44144" x="8186738" y="4818063"/>
          <p14:tracePt t="44536" x="7923213" y="4718050"/>
          <p14:tracePt t="44544" x="7535863" y="4543425"/>
          <p14:tracePt t="44552" x="6946900" y="4305300"/>
          <p14:tracePt t="44560" x="6321425" y="4029075"/>
          <p14:tracePt t="44568" x="5683250" y="3641725"/>
          <p14:tracePt t="44576" x="5045075" y="3290888"/>
          <p14:tracePt t="44585" x="4406900" y="2928938"/>
          <p14:tracePt t="44592" x="3905250" y="2640013"/>
          <p14:tracePt t="44600" x="3341688" y="2327275"/>
          <p14:tracePt t="44608" x="2903538" y="2078038"/>
          <p14:tracePt t="44616" x="2541588" y="1827213"/>
          <p14:tracePt t="44624" x="2239963" y="1652588"/>
          <p14:tracePt t="44632" x="2052638" y="1501775"/>
          <p14:tracePt t="44641" x="1927225" y="1389063"/>
          <p14:tracePt t="44648" x="1814513" y="1327150"/>
          <p14:tracePt t="44657" x="1727200" y="1238250"/>
          <p14:tracePt t="44664" x="1627188" y="1150938"/>
          <p14:tracePt t="44672" x="1552575" y="1089025"/>
          <p14:tracePt t="44680" x="1452563" y="1038225"/>
          <p14:tracePt t="44688" x="1376363" y="1014413"/>
          <p14:tracePt t="44696" x="1301750" y="976313"/>
          <p14:tracePt t="44704" x="1227138" y="950913"/>
          <p14:tracePt t="44712" x="1163638" y="938213"/>
          <p14:tracePt t="44720" x="1076325" y="938213"/>
          <p14:tracePt t="44728" x="1050925" y="938213"/>
          <p14:tracePt t="44736" x="1001713" y="938213"/>
          <p14:tracePt t="44744" x="976313" y="938213"/>
          <p14:tracePt t="44753" x="938213" y="938213"/>
          <p14:tracePt t="44760" x="925513" y="938213"/>
          <p14:tracePt t="44769" x="889000" y="938213"/>
          <p14:tracePt t="44784" x="876300" y="938213"/>
          <p14:tracePt t="44792" x="850900" y="938213"/>
          <p14:tracePt t="44800" x="825500" y="938213"/>
          <p14:tracePt t="44808" x="801688" y="938213"/>
          <p14:tracePt t="44816" x="763588" y="938213"/>
          <p14:tracePt t="44824" x="738188" y="938213"/>
          <p14:tracePt t="44832" x="712788" y="938213"/>
          <p14:tracePt t="44841" x="688975" y="912813"/>
          <p14:tracePt t="44848" x="663575" y="912813"/>
          <p14:tracePt t="44864" x="650875" y="912813"/>
          <p14:tracePt t="44872" x="625475" y="912813"/>
          <p14:tracePt t="44880" x="612775" y="912813"/>
          <p14:tracePt t="44888" x="600075" y="912813"/>
          <p14:tracePt t="44896" x="588963" y="912813"/>
          <p14:tracePt t="44920" x="576263" y="912813"/>
          <p14:tracePt t="44928" x="563563" y="912813"/>
          <p14:tracePt t="44960" x="538163" y="912813"/>
          <p14:tracePt t="44968" x="538163" y="925513"/>
          <p14:tracePt t="44976" x="525463" y="925513"/>
          <p14:tracePt t="44984" x="500063" y="938213"/>
          <p14:tracePt t="45000" x="476250" y="963613"/>
          <p14:tracePt t="45016" x="450850" y="963613"/>
          <p14:tracePt t="45025" x="438150" y="989013"/>
          <p14:tracePt t="45032" x="425450" y="989013"/>
          <p14:tracePt t="45080" x="412750" y="989013"/>
          <p14:tracePt t="45096" x="400050" y="989013"/>
          <p14:tracePt t="45240" x="412750" y="989013"/>
          <p14:tracePt t="45248" x="476250" y="1025525"/>
          <p14:tracePt t="45256" x="563563" y="1050925"/>
          <p14:tracePt t="45264" x="738188" y="1089025"/>
          <p14:tracePt t="45272" x="901700" y="1114425"/>
          <p14:tracePt t="45280" x="1114425" y="1125538"/>
          <p14:tracePt t="45289" x="1276350" y="1163638"/>
          <p14:tracePt t="45296" x="1414463" y="1163638"/>
          <p14:tracePt t="45304" x="1552575" y="1163638"/>
          <p14:tracePt t="45312" x="1665288" y="1163638"/>
          <p14:tracePt t="45321" x="1778000" y="1163638"/>
          <p14:tracePt t="45328" x="1827213" y="1163638"/>
          <p14:tracePt t="45337" x="1878013" y="1163638"/>
          <p14:tracePt t="45344" x="1914525" y="1163638"/>
          <p14:tracePt t="45352" x="1927225" y="1163638"/>
          <p14:tracePt t="45368" x="1939925" y="1163638"/>
          <p14:tracePt t="45384" x="1965325" y="1163638"/>
          <p14:tracePt t="45400" x="1978025" y="1163638"/>
          <p14:tracePt t="45409" x="2003425" y="1163638"/>
          <p14:tracePt t="45416" x="2052638" y="1176338"/>
          <p14:tracePt t="45425" x="2127250" y="1176338"/>
          <p14:tracePt t="45432" x="2178050" y="1189038"/>
          <p14:tracePt t="45440" x="2239963" y="1189038"/>
          <p14:tracePt t="45448" x="2316163" y="1201738"/>
          <p14:tracePt t="45456" x="2365375" y="1201738"/>
          <p14:tracePt t="45464" x="2403475" y="1201738"/>
          <p14:tracePt t="45472" x="2452688" y="1201738"/>
          <p14:tracePt t="45480" x="2490788" y="1201738"/>
          <p14:tracePt t="45488" x="2503488" y="1201738"/>
          <p14:tracePt t="45496" x="2528888" y="1201738"/>
          <p14:tracePt t="45504" x="2565400" y="1201738"/>
          <p14:tracePt t="45512" x="2590800" y="1201738"/>
          <p14:tracePt t="45521" x="2628900" y="1201738"/>
          <p14:tracePt t="45528" x="2678113" y="1201738"/>
          <p14:tracePt t="45536" x="2741613" y="1201738"/>
          <p14:tracePt t="45544" x="2790825" y="1201738"/>
          <p14:tracePt t="45552" x="2841625" y="1201738"/>
          <p14:tracePt t="45560" x="2903538" y="1201738"/>
          <p14:tracePt t="45568" x="2967038" y="1201738"/>
          <p14:tracePt t="45577" x="3016250" y="1201738"/>
          <p14:tracePt t="45584" x="3054350" y="1201738"/>
          <p14:tracePt t="45593" x="3103563" y="1201738"/>
          <p14:tracePt t="45600" x="3141663" y="1201738"/>
          <p14:tracePt t="45609" x="3179763" y="1201738"/>
          <p14:tracePt t="45616" x="3205163" y="1201738"/>
          <p14:tracePt t="45624" x="3228975" y="1201738"/>
          <p14:tracePt t="45632" x="3267075" y="1201738"/>
          <p14:tracePt t="45641" x="3292475" y="1201738"/>
          <p14:tracePt t="45656" x="3317875" y="1201738"/>
          <p14:tracePt t="45664" x="3328988" y="1201738"/>
          <p14:tracePt t="45720" x="3341688" y="1201738"/>
          <p14:tracePt t="45728" x="3354388" y="1201738"/>
          <p14:tracePt t="45736" x="3367088" y="1201738"/>
          <p14:tracePt t="45752" x="3379788" y="1201738"/>
          <p14:tracePt t="45760" x="3392488" y="1201738"/>
          <p14:tracePt t="45784" x="3441700" y="1201738"/>
          <p14:tracePt t="45793" x="3492500" y="1201738"/>
          <p14:tracePt t="45800" x="3541713" y="1201738"/>
          <p14:tracePt t="45808" x="3617913" y="1201738"/>
          <p14:tracePt t="45816" x="3705225" y="1201738"/>
          <p14:tracePt t="45824" x="3767138" y="1201738"/>
          <p14:tracePt t="45832" x="3830638" y="1201738"/>
          <p14:tracePt t="45840" x="3917950" y="1201738"/>
          <p14:tracePt t="45848" x="4017963" y="1201738"/>
          <p14:tracePt t="45856" x="4117975" y="1201738"/>
          <p14:tracePt t="45864" x="4205288" y="1201738"/>
          <p14:tracePt t="45872" x="4305300" y="1201738"/>
          <p14:tracePt t="45880" x="4368800" y="1201738"/>
          <p14:tracePt t="45889" x="4418013" y="1201738"/>
          <p14:tracePt t="45896" x="4456113" y="1201738"/>
          <p14:tracePt t="45904" x="4468813" y="1201738"/>
          <p14:tracePt t="46024" x="4481513" y="1201738"/>
          <p14:tracePt t="46040" x="4494213" y="1189038"/>
          <p14:tracePt t="46048" x="4518025" y="1189038"/>
          <p14:tracePt t="46056" x="4556125" y="1189038"/>
          <p14:tracePt t="46064" x="4619625" y="1189038"/>
          <p14:tracePt t="46073" x="4732338" y="1189038"/>
          <p14:tracePt t="46080" x="4868863" y="1189038"/>
          <p14:tracePt t="46088" x="5081588" y="1201738"/>
          <p14:tracePt t="46096" x="5345113" y="1276350"/>
          <p14:tracePt t="46104" x="5657850" y="1376363"/>
          <p14:tracePt t="46112" x="5970588" y="1476375"/>
          <p14:tracePt t="46120" x="6246813" y="1563688"/>
          <p14:tracePt t="46128" x="6496050" y="1676400"/>
          <p14:tracePt t="46136" x="6696075" y="1789113"/>
          <p14:tracePt t="46145" x="6834188" y="1876425"/>
          <p14:tracePt t="46152" x="6921500" y="1965325"/>
          <p14:tracePt t="46161" x="6985000" y="2089150"/>
          <p14:tracePt t="46168" x="7059613" y="2214563"/>
          <p14:tracePt t="46176" x="7097713" y="2314575"/>
          <p14:tracePt t="46184" x="7110413" y="2414588"/>
          <p14:tracePt t="46192" x="7123113" y="2503488"/>
          <p14:tracePt t="46200" x="7123113" y="2552700"/>
          <p14:tracePt t="46208" x="7159625" y="2616200"/>
          <p14:tracePt t="46216" x="7159625" y="2652713"/>
          <p14:tracePt t="46224" x="7159625" y="2690813"/>
          <p14:tracePt t="46232" x="7159625" y="2703513"/>
          <p14:tracePt t="46240" x="7159625" y="2728913"/>
          <p14:tracePt t="46248" x="7159625" y="2740025"/>
          <p14:tracePt t="46312" x="7159625" y="2752725"/>
          <p14:tracePt t="46320" x="7159625" y="2765425"/>
          <p14:tracePt t="46328" x="7159625" y="2790825"/>
          <p14:tracePt t="46336" x="7159625" y="2828925"/>
          <p14:tracePt t="46345" x="7159625" y="2852738"/>
          <p14:tracePt t="46352" x="7159625" y="2878138"/>
          <p14:tracePt t="46360" x="7159625" y="2928938"/>
          <p14:tracePt t="46368" x="7159625" y="2965450"/>
          <p14:tracePt t="46376" x="7159625" y="3028950"/>
          <p14:tracePt t="46384" x="7197725" y="3116263"/>
          <p14:tracePt t="46392" x="7223125" y="3216275"/>
          <p14:tracePt t="46400" x="7285038" y="3328988"/>
          <p14:tracePt t="46408" x="7310438" y="3429000"/>
          <p14:tracePt t="46416" x="7359650" y="3529013"/>
          <p14:tracePt t="46424" x="7410450" y="3616325"/>
          <p14:tracePt t="46432" x="7448550" y="3692525"/>
          <p14:tracePt t="46440" x="7485063" y="3729038"/>
          <p14:tracePt t="46448" x="7510463" y="3792538"/>
          <p14:tracePt t="46457" x="7523163" y="3792538"/>
          <p14:tracePt t="46464" x="7535863" y="3816350"/>
          <p14:tracePt t="50480" x="7535863" y="3829050"/>
          <p14:tracePt t="50488" x="7497763" y="3816350"/>
          <p14:tracePt t="50496" x="7410450" y="3792538"/>
          <p14:tracePt t="50504" x="7297738" y="3754438"/>
          <p14:tracePt t="50512" x="7085013" y="3667125"/>
          <p14:tracePt t="50520" x="6708775" y="3554413"/>
          <p14:tracePt t="50528" x="6208713" y="3416300"/>
          <p14:tracePt t="50536" x="5757863" y="3241675"/>
          <p14:tracePt t="50544" x="5294313" y="3054350"/>
          <p14:tracePt t="50552" x="4843463" y="2852738"/>
          <p14:tracePt t="50560" x="4356100" y="2640013"/>
          <p14:tracePt t="50568" x="3805238" y="2403475"/>
          <p14:tracePt t="50576" x="3328988" y="2139950"/>
          <p14:tracePt t="50584" x="2903538" y="1914525"/>
          <p14:tracePt t="50592" x="2416175" y="1689100"/>
          <p14:tracePt t="50600" x="2039938" y="1463675"/>
          <p14:tracePt t="50608" x="1778000" y="1289050"/>
          <p14:tracePt t="50616" x="1476375" y="1114425"/>
          <p14:tracePt t="50624" x="1327150" y="1001713"/>
          <p14:tracePt t="50632" x="1089025" y="825500"/>
          <p14:tracePt t="50640" x="876300" y="676275"/>
          <p14:tracePt t="50648" x="663575" y="512763"/>
          <p14:tracePt t="50657" x="463550" y="400050"/>
          <p14:tracePt t="50664" x="312738" y="263525"/>
          <p14:tracePt t="50672" x="163513" y="161925"/>
          <p14:tracePt t="50680" x="0" y="50800"/>
        </p14:tracePtLst>
      </p14:laserTraceLst>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Importance of thermodynamics</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64404" y="105672"/>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BB02241-6501-40A1-A8D4-DBFF8C7FDD54}"/>
              </a:ext>
            </a:extLst>
          </p:cNvPr>
          <p:cNvSpPr txBox="1"/>
          <p:nvPr/>
        </p:nvSpPr>
        <p:spPr>
          <a:xfrm>
            <a:off x="351585" y="2069031"/>
            <a:ext cx="11703039" cy="923330"/>
          </a:xfrm>
          <a:prstGeom prst="rect">
            <a:avLst/>
          </a:prstGeom>
          <a:noFill/>
        </p:spPr>
        <p:txBody>
          <a:bodyPr wrap="square">
            <a:spAutoFit/>
          </a:bodyPr>
          <a:lstStyle/>
          <a:p>
            <a:pPr marL="285750" indent="-285750" algn="just">
              <a:buFont typeface="Courier New" panose="02070309020205020404" pitchFamily="49" charset="0"/>
              <a:buChar char="o"/>
            </a:pPr>
            <a:r>
              <a:rPr lang="en-US" b="0" i="0" dirty="0">
                <a:solidFill>
                  <a:srgbClr val="333333"/>
                </a:solidFill>
                <a:effectLst/>
                <a:latin typeface="Times New Roman" panose="02020603050405020304" pitchFamily="18" charset="0"/>
                <a:cs typeface="Times New Roman" panose="02020603050405020304" pitchFamily="18" charset="0"/>
              </a:rPr>
              <a:t>Thermodynamics is a branch of science that explains energy and its transformation based on the physical state of the matter. The analysis of thermal activities is derived by means of energy conservation equations, which are based on the conservation of mass or the conservation of energy.</a:t>
            </a:r>
            <a:endParaRPr 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01CABB8-709D-47D5-B40A-743EE2C50DBA}"/>
              </a:ext>
            </a:extLst>
          </p:cNvPr>
          <p:cNvSpPr txBox="1"/>
          <p:nvPr/>
        </p:nvSpPr>
        <p:spPr>
          <a:xfrm>
            <a:off x="115037" y="1575515"/>
            <a:ext cx="7936604" cy="369332"/>
          </a:xfrm>
          <a:prstGeom prst="rect">
            <a:avLst/>
          </a:prstGeom>
          <a:noFill/>
        </p:spPr>
        <p:txBody>
          <a:bodyPr wrap="square">
            <a:spAutoFit/>
          </a:bodyPr>
          <a:lstStyle/>
          <a:p>
            <a:pPr marL="285750" indent="-285750">
              <a:buFont typeface="Wingdings" panose="05000000000000000000" pitchFamily="2" charset="2"/>
              <a:buChar char="v"/>
            </a:pPr>
            <a:r>
              <a:rPr lang="en-US" b="1" i="0" dirty="0">
                <a:solidFill>
                  <a:srgbClr val="00B0F0"/>
                </a:solidFill>
                <a:effectLst/>
                <a:latin typeface="Times New Roman" panose="02020603050405020304" pitchFamily="18" charset="0"/>
                <a:cs typeface="Times New Roman" panose="02020603050405020304" pitchFamily="18" charset="0"/>
              </a:rPr>
              <a:t>What is the application of thermodynamics in civil engineering?</a:t>
            </a:r>
            <a:endParaRPr lang="en-US" dirty="0">
              <a:solidFill>
                <a:srgbClr val="00B0F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3A9AA15-CC74-4469-9E80-FEEF4C8277F9}"/>
              </a:ext>
            </a:extLst>
          </p:cNvPr>
          <p:cNvSpPr txBox="1"/>
          <p:nvPr/>
        </p:nvSpPr>
        <p:spPr>
          <a:xfrm>
            <a:off x="351585" y="2994677"/>
            <a:ext cx="11703039" cy="923330"/>
          </a:xfrm>
          <a:prstGeom prst="rect">
            <a:avLst/>
          </a:prstGeom>
          <a:noFill/>
        </p:spPr>
        <p:txBody>
          <a:bodyPr wrap="square">
            <a:spAutoFit/>
          </a:bodyPr>
          <a:lstStyle/>
          <a:p>
            <a:pPr marL="285750" indent="-285750" algn="just">
              <a:buFont typeface="Courier New" panose="02070309020205020404" pitchFamily="49" charset="0"/>
              <a:buChar char="o"/>
            </a:pPr>
            <a:r>
              <a:rPr lang="en-US" b="0" i="0" dirty="0">
                <a:solidFill>
                  <a:srgbClr val="333333"/>
                </a:solidFill>
                <a:effectLst/>
                <a:latin typeface="Times New Roman" panose="02020603050405020304" pitchFamily="18" charset="0"/>
                <a:cs typeface="Times New Roman" panose="02020603050405020304" pitchFamily="18" charset="0"/>
              </a:rPr>
              <a:t>Thermodynamic principles mainly depend either on the law of conservation of energy or the law of conservation of mass. Law of conservation of mass and energy equations and calculations are thoroughly reviewed in our FE exam review courses. </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9662C0A-1CF3-4FE5-B997-FC35D90CB970}"/>
              </a:ext>
            </a:extLst>
          </p:cNvPr>
          <p:cNvSpPr txBox="1"/>
          <p:nvPr/>
        </p:nvSpPr>
        <p:spPr>
          <a:xfrm>
            <a:off x="351584" y="3918007"/>
            <a:ext cx="11703039" cy="923330"/>
          </a:xfrm>
          <a:prstGeom prst="rect">
            <a:avLst/>
          </a:prstGeom>
          <a:noFill/>
        </p:spPr>
        <p:txBody>
          <a:bodyPr wrap="square">
            <a:spAutoFit/>
          </a:bodyPr>
          <a:lstStyle/>
          <a:p>
            <a:pPr marL="285750" indent="-285750" algn="just">
              <a:buFont typeface="Courier New" panose="02070309020205020404" pitchFamily="49" charset="0"/>
              <a:buChar char="o"/>
            </a:pPr>
            <a:r>
              <a:rPr lang="en-US" b="0" i="0" dirty="0">
                <a:solidFill>
                  <a:srgbClr val="333333"/>
                </a:solidFill>
                <a:effectLst/>
                <a:latin typeface="Times New Roman" panose="02020603050405020304" pitchFamily="18" charset="0"/>
                <a:cs typeface="Times New Roman" panose="02020603050405020304" pitchFamily="18" charset="0"/>
              </a:rPr>
              <a:t>It is important in some hydrodynamics problems where flows of differing temperatures interact (</a:t>
            </a:r>
            <a:r>
              <a:rPr lang="en-US" b="0" i="0" dirty="0" err="1">
                <a:solidFill>
                  <a:srgbClr val="333333"/>
                </a:solidFill>
                <a:effectLst/>
                <a:latin typeface="Times New Roman" panose="02020603050405020304" pitchFamily="18" charset="0"/>
                <a:cs typeface="Times New Roman" panose="02020603050405020304" pitchFamily="18" charset="0"/>
              </a:rPr>
              <a:t>eg.</a:t>
            </a:r>
            <a:r>
              <a:rPr lang="en-US" b="0" i="0" dirty="0">
                <a:solidFill>
                  <a:srgbClr val="333333"/>
                </a:solidFill>
                <a:effectLst/>
                <a:latin typeface="Times New Roman" panose="02020603050405020304" pitchFamily="18" charset="0"/>
                <a:cs typeface="Times New Roman" panose="02020603050405020304" pitchFamily="18" charset="0"/>
              </a:rPr>
              <a:t> cold river flowing into a warm saltwater environment). The different temperature not only change the densities of the different flows, but can cause vertical velocities in a area that otherwise might be able to represented by 2D flow</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D71E7B6-882A-4F26-888E-B753756E0580}"/>
              </a:ext>
            </a:extLst>
          </p:cNvPr>
          <p:cNvSpPr txBox="1"/>
          <p:nvPr/>
        </p:nvSpPr>
        <p:spPr>
          <a:xfrm>
            <a:off x="351584" y="4841337"/>
            <a:ext cx="11703039" cy="646331"/>
          </a:xfrm>
          <a:prstGeom prst="rect">
            <a:avLst/>
          </a:prstGeom>
          <a:noFill/>
        </p:spPr>
        <p:txBody>
          <a:bodyPr wrap="square">
            <a:spAutoFit/>
          </a:bodyPr>
          <a:lstStyle/>
          <a:p>
            <a:pPr marL="285750" indent="-285750" algn="just">
              <a:buFont typeface="Courier New" panose="02070309020205020404" pitchFamily="49" charset="0"/>
              <a:buChar char="o"/>
            </a:pPr>
            <a:r>
              <a:rPr lang="en-US" b="0" i="0" dirty="0">
                <a:solidFill>
                  <a:srgbClr val="333333"/>
                </a:solidFill>
                <a:effectLst/>
                <a:latin typeface="Times New Roman" panose="02020603050405020304" pitchFamily="18" charset="0"/>
                <a:cs typeface="Times New Roman" panose="02020603050405020304" pitchFamily="18" charset="0"/>
              </a:rPr>
              <a:t>Civil engineers employ thermodynamics in wastewater treatment, especially in the digestion of the collected sludge from the activated sludge process.</a:t>
            </a:r>
            <a:endParaRPr lang="en-US"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2741459956"/>
      </p:ext>
    </p:extLst>
  </p:cSld>
  <p:clrMapOvr>
    <a:masterClrMapping/>
  </p:clrMapOvr>
  <mc:AlternateContent xmlns:mc="http://schemas.openxmlformats.org/markup-compatibility/2006" xmlns:p14="http://schemas.microsoft.com/office/powerpoint/2010/main">
    <mc:Choice Requires="p14">
      <p:transition p14:dur="10" advTm="128683"/>
    </mc:Choice>
    <mc:Fallback xmlns="">
      <p:transition advTm="128683"/>
    </mc:Fallback>
  </mc:AlternateContent>
  <p:extLst>
    <p:ext uri="{3A86A75C-4F4B-4683-9AE1-C65F6400EC91}">
      <p14:laserTraceLst xmlns:p14="http://schemas.microsoft.com/office/powerpoint/2010/main">
        <p14:tracePtLst>
          <p14:tracePt t="5780" x="6572250" y="4905375"/>
          <p14:tracePt t="5788" x="6021388" y="4518025"/>
          <p14:tracePt t="5796" x="5583238" y="4179888"/>
          <p14:tracePt t="5804" x="5094288" y="3792538"/>
          <p14:tracePt t="5812" x="4619625" y="3441700"/>
          <p14:tracePt t="5820" x="4205288" y="3116263"/>
          <p14:tracePt t="5828" x="3917950" y="2890838"/>
          <p14:tracePt t="5836" x="3605213" y="2640013"/>
          <p14:tracePt t="5844" x="3530600" y="2552700"/>
          <p14:tracePt t="5852" x="3441700" y="2427288"/>
          <p14:tracePt t="5860" x="3367088" y="2327275"/>
          <p14:tracePt t="5868" x="3292475" y="2227263"/>
          <p14:tracePt t="5876" x="3241675" y="2152650"/>
          <p14:tracePt t="5884" x="3179763" y="2039938"/>
          <p14:tracePt t="5893" x="3092450" y="1952625"/>
          <p14:tracePt t="5900" x="3003550" y="1801813"/>
          <p14:tracePt t="5908" x="2903538" y="1714500"/>
          <p14:tracePt t="5923" x="2778125" y="1601788"/>
          <p14:tracePt t="5924" x="2641600" y="1514475"/>
          <p14:tracePt t="5932" x="2503488" y="1450975"/>
          <p14:tracePt t="5941" x="2378075" y="1376363"/>
          <p14:tracePt t="5948" x="2252663" y="1327150"/>
          <p14:tracePt t="5956" x="2165350" y="1276350"/>
          <p14:tracePt t="5964" x="2127250" y="1263650"/>
          <p14:tracePt t="5972" x="2078038" y="1227138"/>
          <p14:tracePt t="5980" x="2039938" y="1214438"/>
          <p14:tracePt t="5989" x="2027238" y="1201738"/>
          <p14:tracePt t="5996" x="1990725" y="1176338"/>
          <p14:tracePt t="6004" x="1952625" y="1150938"/>
          <p14:tracePt t="6012" x="1878013" y="1101725"/>
          <p14:tracePt t="6020" x="1801813" y="1063625"/>
          <p14:tracePt t="6028" x="1727200" y="1025525"/>
          <p14:tracePt t="6036" x="1677988" y="989013"/>
          <p14:tracePt t="6044" x="1614488" y="976313"/>
          <p14:tracePt t="6052" x="1565275" y="976313"/>
          <p14:tracePt t="6060" x="1501775" y="950913"/>
          <p14:tracePt t="6068" x="1452563" y="938213"/>
          <p14:tracePt t="6077" x="1401763" y="925513"/>
          <p14:tracePt t="6084" x="1363663" y="925513"/>
          <p14:tracePt t="6092" x="1314450" y="925513"/>
          <p14:tracePt t="6100" x="1263650" y="925513"/>
          <p14:tracePt t="6108" x="1201738" y="925513"/>
          <p14:tracePt t="6116" x="1150938" y="925513"/>
          <p14:tracePt t="6124" x="1101725" y="925513"/>
          <p14:tracePt t="6132" x="1050925" y="938213"/>
          <p14:tracePt t="6140" x="976313" y="938213"/>
          <p14:tracePt t="6148" x="914400" y="950913"/>
          <p14:tracePt t="6156" x="863600" y="950913"/>
          <p14:tracePt t="6164" x="801688" y="963613"/>
          <p14:tracePt t="6172" x="776288" y="963613"/>
          <p14:tracePt t="6180" x="763588" y="963613"/>
          <p14:tracePt t="6196" x="750888" y="963613"/>
          <p14:tracePt t="6228" x="750888" y="976313"/>
          <p14:tracePt t="6236" x="750888" y="989013"/>
          <p14:tracePt t="6244" x="750888" y="1001713"/>
          <p14:tracePt t="6261" x="814388" y="1025525"/>
          <p14:tracePt t="6268" x="863600" y="1025525"/>
          <p14:tracePt t="6276" x="925513" y="1038225"/>
          <p14:tracePt t="6284" x="1014413" y="1038225"/>
          <p14:tracePt t="6292" x="1101725" y="1050925"/>
          <p14:tracePt t="6300" x="1252538" y="1050925"/>
          <p14:tracePt t="6308" x="1401763" y="1050925"/>
          <p14:tracePt t="6316" x="1577975" y="1050925"/>
          <p14:tracePt t="6324" x="1752600" y="1050925"/>
          <p14:tracePt t="6332" x="1927225" y="1050925"/>
          <p14:tracePt t="6340" x="2090738" y="1050925"/>
          <p14:tracePt t="6348" x="2228850" y="1050925"/>
          <p14:tracePt t="6356" x="2390775" y="1050925"/>
          <p14:tracePt t="6364" x="2478088" y="1063625"/>
          <p14:tracePt t="6373" x="2578100" y="1089025"/>
          <p14:tracePt t="6380" x="2654300" y="1089025"/>
          <p14:tracePt t="6388" x="2741613" y="1101725"/>
          <p14:tracePt t="6396" x="2803525" y="1114425"/>
          <p14:tracePt t="6404" x="2879725" y="1114425"/>
          <p14:tracePt t="6412" x="2928938" y="1125538"/>
          <p14:tracePt t="6420" x="2967038" y="1125538"/>
          <p14:tracePt t="6428" x="3016250" y="1125538"/>
          <p14:tracePt t="6436" x="3054350" y="1138238"/>
          <p14:tracePt t="6445" x="3103563" y="1138238"/>
          <p14:tracePt t="6452" x="3141663" y="1150938"/>
          <p14:tracePt t="6461" x="3179763" y="1150938"/>
          <p14:tracePt t="6468" x="3205163" y="1163638"/>
          <p14:tracePt t="6476" x="3228975" y="1163638"/>
          <p14:tracePt t="6484" x="3279775" y="1176338"/>
          <p14:tracePt t="6492" x="3305175" y="1176338"/>
          <p14:tracePt t="6500" x="3367088" y="1176338"/>
          <p14:tracePt t="6508" x="3392488" y="1189038"/>
          <p14:tracePt t="6516" x="3441700" y="1189038"/>
          <p14:tracePt t="6524" x="3530600" y="1189038"/>
          <p14:tracePt t="6532" x="3579813" y="1189038"/>
          <p14:tracePt t="6540" x="3654425" y="1189038"/>
          <p14:tracePt t="6548" x="3730625" y="1189038"/>
          <p14:tracePt t="6557" x="3792538" y="1189038"/>
          <p14:tracePt t="6564" x="3856038" y="1189038"/>
          <p14:tracePt t="6572" x="3917950" y="1189038"/>
          <p14:tracePt t="6580" x="3979863" y="1189038"/>
          <p14:tracePt t="6588" x="4030663" y="1189038"/>
          <p14:tracePt t="6596" x="4056063" y="1189038"/>
          <p14:tracePt t="6604" x="4105275" y="1189038"/>
          <p14:tracePt t="6612" x="4143375" y="1189038"/>
          <p14:tracePt t="6620" x="4181475" y="1189038"/>
          <p14:tracePt t="6629" x="4217988" y="1189038"/>
          <p14:tracePt t="6636" x="4230688" y="1189038"/>
          <p14:tracePt t="6645" x="4256088" y="1189038"/>
          <p14:tracePt t="6652" x="4268788" y="1189038"/>
          <p14:tracePt t="6660" x="4305300" y="1189038"/>
          <p14:tracePt t="6676" x="4318000" y="1189038"/>
          <p14:tracePt t="6724" x="4368800" y="1189038"/>
          <p14:tracePt t="6732" x="4406900" y="1189038"/>
          <p14:tracePt t="6740" x="4430713" y="1189038"/>
          <p14:tracePt t="6748" x="4468813" y="1189038"/>
          <p14:tracePt t="6756" x="4494213" y="1189038"/>
          <p14:tracePt t="6764" x="4530725" y="1189038"/>
          <p14:tracePt t="6772" x="4543425" y="1189038"/>
          <p14:tracePt t="6780" x="4568825" y="1189038"/>
          <p14:tracePt t="6788" x="4581525" y="1189038"/>
          <p14:tracePt t="6796" x="4594225" y="1189038"/>
          <p14:tracePt t="6804" x="4606925" y="1189038"/>
          <p14:tracePt t="6820" x="4630738" y="1189038"/>
          <p14:tracePt t="6828" x="4656138" y="1189038"/>
          <p14:tracePt t="6836" x="4694238" y="1189038"/>
          <p14:tracePt t="6844" x="4719638" y="1189038"/>
          <p14:tracePt t="6852" x="4756150" y="1189038"/>
          <p14:tracePt t="6860" x="4819650" y="1189038"/>
          <p14:tracePt t="6868" x="4868863" y="1189038"/>
          <p14:tracePt t="6876" x="4932363" y="1189038"/>
          <p14:tracePt t="6884" x="5006975" y="1189038"/>
          <p14:tracePt t="6892" x="5068888" y="1189038"/>
          <p14:tracePt t="6900" x="5119688" y="1189038"/>
          <p14:tracePt t="6908" x="5194300" y="1189038"/>
          <p14:tracePt t="6925" x="5281613" y="1189038"/>
          <p14:tracePt t="6932" x="5345113" y="1189038"/>
          <p14:tracePt t="6940" x="5432425" y="1189038"/>
          <p14:tracePt t="6948" x="5519738" y="1189038"/>
          <p14:tracePt t="6956" x="5607050" y="1189038"/>
          <p14:tracePt t="6964" x="5708650" y="1189038"/>
          <p14:tracePt t="6972" x="5783263" y="1189038"/>
          <p14:tracePt t="6980" x="5870575" y="1189038"/>
          <p14:tracePt t="6988" x="5945188" y="1189038"/>
          <p14:tracePt t="6997" x="5995988" y="1189038"/>
          <p14:tracePt t="7004" x="6034088" y="1189038"/>
          <p14:tracePt t="7013" x="6057900" y="1189038"/>
          <p14:tracePt t="7020" x="6096000" y="1189038"/>
          <p14:tracePt t="7036" x="6121400" y="1189038"/>
          <p14:tracePt t="7044" x="6134100" y="1189038"/>
          <p14:tracePt t="7060" x="6157913" y="1189038"/>
          <p14:tracePt t="7068" x="6170613" y="1189038"/>
          <p14:tracePt t="7084" x="6196013" y="1189038"/>
          <p14:tracePt t="7092" x="6208713" y="1189038"/>
          <p14:tracePt t="7100" x="6221413" y="1189038"/>
          <p14:tracePt t="7108" x="6246813" y="1189038"/>
          <p14:tracePt t="7116" x="6270625" y="1176338"/>
          <p14:tracePt t="7132" x="6296025" y="1176338"/>
          <p14:tracePt t="7148" x="6321425" y="1176338"/>
          <p14:tracePt t="7156" x="6334125" y="1176338"/>
          <p14:tracePt t="7164" x="6359525" y="1176338"/>
          <p14:tracePt t="7172" x="6370638" y="1176338"/>
          <p14:tracePt t="7180" x="6408738" y="1163638"/>
          <p14:tracePt t="7188" x="6421438" y="1163638"/>
          <p14:tracePt t="7197" x="6446838" y="1163638"/>
          <p14:tracePt t="7204" x="6472238" y="1150938"/>
          <p14:tracePt t="7212" x="6496050" y="1150938"/>
          <p14:tracePt t="7228" x="6508750" y="1150938"/>
          <p14:tracePt t="7244" x="6521450" y="1150938"/>
          <p14:tracePt t="7300" x="6534150" y="1138238"/>
          <p14:tracePt t="7788" x="6546850" y="1138238"/>
          <p14:tracePt t="7860" x="6559550" y="1138238"/>
          <p14:tracePt t="8140" x="6572250" y="1138238"/>
          <p14:tracePt t="9108" x="6608763" y="1138238"/>
          <p14:tracePt t="9116" x="6621463" y="1138238"/>
          <p14:tracePt t="9132" x="6646863" y="1138238"/>
          <p14:tracePt t="9308" x="6596063" y="1150938"/>
          <p14:tracePt t="9316" x="6321425" y="1276350"/>
          <p14:tracePt t="9324" x="6045200" y="1363663"/>
          <p14:tracePt t="9332" x="5332413" y="1563688"/>
          <p14:tracePt t="9340" x="4656138" y="1739900"/>
          <p14:tracePt t="9348" x="3879850" y="1952625"/>
          <p14:tracePt t="9356" x="3192463" y="2078038"/>
          <p14:tracePt t="9365" x="2690813" y="2139950"/>
          <p14:tracePt t="9372" x="2328863" y="2201863"/>
          <p14:tracePt t="9380" x="2165350" y="2214563"/>
          <p14:tracePt t="9388" x="2014538" y="2227263"/>
          <p14:tracePt t="9396" x="1914525" y="2252663"/>
          <p14:tracePt t="9404" x="1839913" y="2265363"/>
          <p14:tracePt t="9412" x="1801813" y="2278063"/>
          <p14:tracePt t="9428" x="1790700" y="2278063"/>
          <p14:tracePt t="9436" x="1778000" y="2278063"/>
          <p14:tracePt t="9453" x="1739900" y="2278063"/>
          <p14:tracePt t="9460" x="1689100" y="2278063"/>
          <p14:tracePt t="9468" x="1601788" y="2278063"/>
          <p14:tracePt t="9476" x="1489075" y="2278063"/>
          <p14:tracePt t="9484" x="1376363" y="2278063"/>
          <p14:tracePt t="9492" x="1252538" y="2278063"/>
          <p14:tracePt t="9500" x="1150938" y="2278063"/>
          <p14:tracePt t="9508" x="1050925" y="2278063"/>
          <p14:tracePt t="9516" x="976313" y="2278063"/>
          <p14:tracePt t="9524" x="901700" y="2278063"/>
          <p14:tracePt t="9532" x="850900" y="2278063"/>
          <p14:tracePt t="9540" x="814388" y="2278063"/>
          <p14:tracePt t="9548" x="788988" y="2278063"/>
          <p14:tracePt t="9556" x="776288" y="2278063"/>
          <p14:tracePt t="9564" x="763588" y="2278063"/>
          <p14:tracePt t="9572" x="738188" y="2278063"/>
          <p14:tracePt t="9588" x="725488" y="2278063"/>
          <p14:tracePt t="9596" x="712788" y="2278063"/>
          <p14:tracePt t="9604" x="701675" y="2278063"/>
          <p14:tracePt t="9700" x="688975" y="2278063"/>
          <p14:tracePt t="9716" x="688975" y="2265363"/>
          <p14:tracePt t="9732" x="688975" y="2239963"/>
          <p14:tracePt t="9748" x="688975" y="2227263"/>
          <p14:tracePt t="9756" x="688975" y="2201863"/>
          <p14:tracePt t="9764" x="688975" y="2190750"/>
          <p14:tracePt t="9772" x="688975" y="2178050"/>
          <p14:tracePt t="9780" x="688975" y="2165350"/>
          <p14:tracePt t="9788" x="701675" y="2165350"/>
          <p14:tracePt t="9796" x="712788" y="2152650"/>
          <p14:tracePt t="9804" x="725488" y="2139950"/>
          <p14:tracePt t="9821" x="738188" y="2139950"/>
          <p14:tracePt t="9828" x="750888" y="2127250"/>
          <p14:tracePt t="9836" x="763588" y="2127250"/>
          <p14:tracePt t="9852" x="776288" y="2114550"/>
          <p14:tracePt t="9868" x="801688" y="2101850"/>
          <p14:tracePt t="9940" x="814388" y="2101850"/>
          <p14:tracePt t="9948" x="825500" y="2101850"/>
          <p14:tracePt t="9964" x="838200" y="2101850"/>
          <p14:tracePt t="9988" x="850900" y="2101850"/>
          <p14:tracePt t="10036" x="876300" y="2101850"/>
          <p14:tracePt t="10052" x="889000" y="2078038"/>
          <p14:tracePt t="10084" x="901700" y="2078038"/>
          <p14:tracePt t="10092" x="914400" y="2078038"/>
          <p14:tracePt t="10108" x="925513" y="2078038"/>
          <p14:tracePt t="10116" x="938213" y="2078038"/>
          <p14:tracePt t="10132" x="950913" y="2078038"/>
          <p14:tracePt t="10148" x="963613" y="2078038"/>
          <p14:tracePt t="10156" x="976313" y="2078038"/>
          <p14:tracePt t="10164" x="976313" y="2065338"/>
          <p14:tracePt t="10172" x="989013" y="2065338"/>
          <p14:tracePt t="10188" x="1001713" y="2065338"/>
          <p14:tracePt t="10205" x="1027113" y="2065338"/>
          <p14:tracePt t="10212" x="1076325" y="2065338"/>
          <p14:tracePt t="10220" x="1114425" y="2065338"/>
          <p14:tracePt t="10228" x="1201738" y="2089150"/>
          <p14:tracePt t="10236" x="1314450" y="2139950"/>
          <p14:tracePt t="10244" x="1376363" y="2165350"/>
          <p14:tracePt t="10252" x="1452563" y="2214563"/>
          <p14:tracePt t="10260" x="1465263" y="2227263"/>
          <p14:tracePt t="10268" x="1465263" y="2239963"/>
          <p14:tracePt t="10276" x="1465263" y="2265363"/>
          <p14:tracePt t="10612" x="1439863" y="2265363"/>
          <p14:tracePt t="10620" x="1414463" y="2265363"/>
          <p14:tracePt t="10628" x="1401763" y="2265363"/>
          <p14:tracePt t="10636" x="1376363" y="2265363"/>
          <p14:tracePt t="10644" x="1363663" y="2265363"/>
          <p14:tracePt t="10652" x="1352550" y="2265363"/>
          <p14:tracePt t="10660" x="1314450" y="2265363"/>
          <p14:tracePt t="10668" x="1252538" y="2265363"/>
          <p14:tracePt t="10676" x="1214438" y="2265363"/>
          <p14:tracePt t="10685" x="1176338" y="2278063"/>
          <p14:tracePt t="10692" x="1163638" y="2278063"/>
          <p14:tracePt t="10700" x="1150938" y="2278063"/>
          <p14:tracePt t="10764" x="1163638" y="2278063"/>
          <p14:tracePt t="10780" x="1189038" y="2278063"/>
          <p14:tracePt t="10788" x="1214438" y="2252663"/>
          <p14:tracePt t="10804" x="1227138" y="2252663"/>
          <p14:tracePt t="10812" x="1252538" y="2239963"/>
          <p14:tracePt t="10820" x="1276350" y="2214563"/>
          <p14:tracePt t="10828" x="1301750" y="2214563"/>
          <p14:tracePt t="10836" x="1352550" y="2214563"/>
          <p14:tracePt t="10844" x="1401763" y="2214563"/>
          <p14:tracePt t="10852" x="1476375" y="2214563"/>
          <p14:tracePt t="10860" x="1565275" y="2201863"/>
          <p14:tracePt t="10869" x="1652588" y="2190750"/>
          <p14:tracePt t="10876" x="1752600" y="2190750"/>
          <p14:tracePt t="10884" x="1852613" y="2139950"/>
          <p14:tracePt t="10892" x="1939925" y="2139950"/>
          <p14:tracePt t="10900" x="2027238" y="2127250"/>
          <p14:tracePt t="10908" x="2078038" y="2127250"/>
          <p14:tracePt t="10916" x="2139950" y="2127250"/>
          <p14:tracePt t="10924" x="2216150" y="2101850"/>
          <p14:tracePt t="10932" x="2252663" y="2089150"/>
          <p14:tracePt t="10941" x="2303463" y="2089150"/>
          <p14:tracePt t="10948" x="2339975" y="2089150"/>
          <p14:tracePt t="10957" x="2390775" y="2078038"/>
          <p14:tracePt t="10964" x="2428875" y="2078038"/>
          <p14:tracePt t="10972" x="2452688" y="2065338"/>
          <p14:tracePt t="10980" x="2490788" y="2065338"/>
          <p14:tracePt t="10996" x="2516188" y="2065338"/>
          <p14:tracePt t="11004" x="2528888" y="2065338"/>
          <p14:tracePt t="11020" x="2554288" y="2065338"/>
          <p14:tracePt t="11036" x="2565400" y="2065338"/>
          <p14:tracePt t="11044" x="2578100" y="2065338"/>
          <p14:tracePt t="11053" x="2603500" y="2065338"/>
          <p14:tracePt t="11060" x="2628900" y="2065338"/>
          <p14:tracePt t="11068" x="2654300" y="2065338"/>
          <p14:tracePt t="11076" x="2690813" y="2065338"/>
          <p14:tracePt t="11084" x="2741613" y="2065338"/>
          <p14:tracePt t="11092" x="2803525" y="2065338"/>
          <p14:tracePt t="11100" x="2854325" y="2065338"/>
          <p14:tracePt t="11108" x="2903538" y="2065338"/>
          <p14:tracePt t="11116" x="2954338" y="2065338"/>
          <p14:tracePt t="11124" x="3003550" y="2065338"/>
          <p14:tracePt t="11132" x="3067050" y="2065338"/>
          <p14:tracePt t="11141" x="3128963" y="2065338"/>
          <p14:tracePt t="11148" x="3179763" y="2065338"/>
          <p14:tracePt t="11156" x="3216275" y="2065338"/>
          <p14:tracePt t="11164" x="3254375" y="2065338"/>
          <p14:tracePt t="11172" x="3279775" y="2065338"/>
          <p14:tracePt t="11180" x="3305175" y="2065338"/>
          <p14:tracePt t="11188" x="3328988" y="2065338"/>
          <p14:tracePt t="11196" x="3341688" y="2065338"/>
          <p14:tracePt t="11204" x="3379788" y="2065338"/>
          <p14:tracePt t="11212" x="3392488" y="2065338"/>
          <p14:tracePt t="11220" x="3405188" y="2065338"/>
          <p14:tracePt t="11228" x="3417888" y="2065338"/>
          <p14:tracePt t="11237" x="3429000" y="2065338"/>
          <p14:tracePt t="11268" x="3454400" y="2065338"/>
          <p14:tracePt t="11292" x="3467100" y="2065338"/>
          <p14:tracePt t="11300" x="3467100" y="2052638"/>
          <p14:tracePt t="11348" x="3492500" y="2052638"/>
          <p14:tracePt t="11372" x="3505200" y="2052638"/>
          <p14:tracePt t="11404" x="3530600" y="2052638"/>
          <p14:tracePt t="11436" x="3541713" y="2052638"/>
          <p14:tracePt t="11468" x="3567113" y="2052638"/>
          <p14:tracePt t="11484" x="3579813" y="2052638"/>
          <p14:tracePt t="11492" x="3579813" y="2039938"/>
          <p14:tracePt t="11500" x="3605213" y="2039938"/>
          <p14:tracePt t="11516" x="3617913" y="2039938"/>
          <p14:tracePt t="11532" x="3643313" y="2039938"/>
          <p14:tracePt t="11540" x="3667125" y="2039938"/>
          <p14:tracePt t="11548" x="3705225" y="2039938"/>
          <p14:tracePt t="11564" x="3730625" y="2039938"/>
          <p14:tracePt t="11572" x="3743325" y="2039938"/>
          <p14:tracePt t="11580" x="3779838" y="2039938"/>
          <p14:tracePt t="11588" x="3805238" y="2039938"/>
          <p14:tracePt t="11596" x="3830638" y="2039938"/>
          <p14:tracePt t="11604" x="3867150" y="2039938"/>
          <p14:tracePt t="11612" x="3879850" y="2039938"/>
          <p14:tracePt t="11621" x="3917950" y="2039938"/>
          <p14:tracePt t="11628" x="3956050" y="2039938"/>
          <p14:tracePt t="11636" x="3992563" y="2039938"/>
          <p14:tracePt t="11644" x="4043363" y="2039938"/>
          <p14:tracePt t="11652" x="4068763" y="2039938"/>
          <p14:tracePt t="11660" x="4117975" y="2039938"/>
          <p14:tracePt t="11668" x="4168775" y="2039938"/>
          <p14:tracePt t="11676" x="4205288" y="2039938"/>
          <p14:tracePt t="11684" x="4243388" y="2039938"/>
          <p14:tracePt t="11693" x="4281488" y="2039938"/>
          <p14:tracePt t="11700" x="4294188" y="2039938"/>
          <p14:tracePt t="11708" x="4318000" y="2039938"/>
          <p14:tracePt t="11716" x="4330700" y="2039938"/>
          <p14:tracePt t="11724" x="4343400" y="2039938"/>
          <p14:tracePt t="11732" x="4356100" y="2027238"/>
          <p14:tracePt t="11756" x="4368800" y="2027238"/>
          <p14:tracePt t="11772" x="4381500" y="2027238"/>
          <p14:tracePt t="11820" x="4394200" y="2027238"/>
          <p14:tracePt t="11852" x="4406900" y="2027238"/>
          <p14:tracePt t="11892" x="4418013" y="2027238"/>
          <p14:tracePt t="11908" x="4443413" y="2027238"/>
          <p14:tracePt t="11916" x="4456113" y="2027238"/>
          <p14:tracePt t="11932" x="4468813" y="2027238"/>
          <p14:tracePt t="11940" x="4494213" y="2027238"/>
          <p14:tracePt t="11956" x="4506913" y="2027238"/>
          <p14:tracePt t="11964" x="4518025" y="2027238"/>
          <p14:tracePt t="11972" x="4530725" y="2027238"/>
          <p14:tracePt t="11980" x="4543425" y="2027238"/>
          <p14:tracePt t="11989" x="4556125" y="2027238"/>
          <p14:tracePt t="11996" x="4568825" y="2027238"/>
          <p14:tracePt t="12012" x="4594225" y="2027238"/>
          <p14:tracePt t="12020" x="4606925" y="2027238"/>
          <p14:tracePt t="12028" x="4630738" y="2027238"/>
          <p14:tracePt t="12036" x="4643438" y="2027238"/>
          <p14:tracePt t="12044" x="4681538" y="2027238"/>
          <p14:tracePt t="12052" x="4694238" y="2027238"/>
          <p14:tracePt t="12060" x="4719638" y="2027238"/>
          <p14:tracePt t="12068" x="4743450" y="2027238"/>
          <p14:tracePt t="12077" x="4768850" y="2027238"/>
          <p14:tracePt t="12084" x="4781550" y="2027238"/>
          <p14:tracePt t="12092" x="4794250" y="2027238"/>
          <p14:tracePt t="12100" x="4819650" y="2027238"/>
          <p14:tracePt t="12140" x="4832350" y="2027238"/>
          <p14:tracePt t="12180" x="4843463" y="2027238"/>
          <p14:tracePt t="12196" x="4856163" y="2027238"/>
          <p14:tracePt t="12204" x="4868863" y="2027238"/>
          <p14:tracePt t="12212" x="4881563" y="2027238"/>
          <p14:tracePt t="12292" x="4894263" y="2027238"/>
          <p14:tracePt t="12348" x="4906963" y="2027238"/>
          <p14:tracePt t="12380" x="4919663" y="2027238"/>
          <p14:tracePt t="12428" x="4932363" y="2014538"/>
          <p14:tracePt t="12460" x="4945063" y="2014538"/>
          <p14:tracePt t="12476" x="4956175" y="2014538"/>
          <p14:tracePt t="12508" x="4968875" y="2014538"/>
          <p14:tracePt t="12652" x="4981575" y="2014538"/>
          <p14:tracePt t="12660" x="4994275" y="2001838"/>
          <p14:tracePt t="12772" x="5006975" y="2001838"/>
          <p14:tracePt t="12796" x="5019675" y="2001838"/>
          <p14:tracePt t="12828" x="5045075" y="1989138"/>
          <p14:tracePt t="12836" x="5045075" y="1978025"/>
          <p14:tracePt t="12852" x="5057775" y="1978025"/>
          <p14:tracePt t="12916" x="5068888" y="1965325"/>
          <p14:tracePt t="13396" x="5081588" y="1965325"/>
          <p14:tracePt t="13412" x="5106988" y="1965325"/>
          <p14:tracePt t="13428" x="5119688" y="1952625"/>
          <p14:tracePt t="13444" x="5132388" y="1952625"/>
          <p14:tracePt t="13452" x="5157788" y="1939925"/>
          <p14:tracePt t="13468" x="5170488" y="1939925"/>
          <p14:tracePt t="13476" x="5207000" y="1927225"/>
          <p14:tracePt t="13484" x="5232400" y="1927225"/>
          <p14:tracePt t="13493" x="5245100" y="1927225"/>
          <p14:tracePt t="13500" x="5270500" y="1927225"/>
          <p14:tracePt t="13516" x="5281613" y="1927225"/>
          <p14:tracePt t="13556" x="5307013" y="1927225"/>
          <p14:tracePt t="13564" x="5319713" y="1927225"/>
          <p14:tracePt t="13572" x="5357813" y="1927225"/>
          <p14:tracePt t="13580" x="5394325" y="1927225"/>
          <p14:tracePt t="13588" x="5407025" y="1927225"/>
          <p14:tracePt t="13596" x="5432425" y="1927225"/>
          <p14:tracePt t="13604" x="5445125" y="1927225"/>
          <p14:tracePt t="13612" x="5495925" y="1927225"/>
          <p14:tracePt t="13620" x="5532438" y="1927225"/>
          <p14:tracePt t="13628" x="5583238" y="1927225"/>
          <p14:tracePt t="13636" x="5632450" y="1927225"/>
          <p14:tracePt t="13644" x="5708650" y="1927225"/>
          <p14:tracePt t="13652" x="5757863" y="1927225"/>
          <p14:tracePt t="13660" x="5821363" y="1927225"/>
          <p14:tracePt t="13668" x="5883275" y="1927225"/>
          <p14:tracePt t="13677" x="5908675" y="1927225"/>
          <p14:tracePt t="13684" x="5945188" y="1927225"/>
          <p14:tracePt t="13692" x="5983288" y="1927225"/>
          <p14:tracePt t="13700" x="6021388" y="1927225"/>
          <p14:tracePt t="13708" x="6057900" y="1927225"/>
          <p14:tracePt t="13716" x="6096000" y="1927225"/>
          <p14:tracePt t="13724" x="6157913" y="1927225"/>
          <p14:tracePt t="13732" x="6221413" y="1927225"/>
          <p14:tracePt t="13740" x="6321425" y="1927225"/>
          <p14:tracePt t="13748" x="6408738" y="1927225"/>
          <p14:tracePt t="13756" x="6496050" y="1927225"/>
          <p14:tracePt t="13765" x="6546850" y="1927225"/>
          <p14:tracePt t="13772" x="6608763" y="1927225"/>
          <p14:tracePt t="13780" x="6621463" y="1927225"/>
          <p14:tracePt t="13788" x="6659563" y="1927225"/>
          <p14:tracePt t="13804" x="6672263" y="1927225"/>
          <p14:tracePt t="13884" x="6684963" y="1927225"/>
          <p14:tracePt t="14060" x="6696075" y="1927225"/>
          <p14:tracePt t="14116" x="6708775" y="1927225"/>
          <p14:tracePt t="14133" x="6721475" y="1927225"/>
          <p14:tracePt t="14236" x="6734175" y="1927225"/>
          <p14:tracePt t="14252" x="6746875" y="1927225"/>
          <p14:tracePt t="14260" x="6759575" y="1927225"/>
          <p14:tracePt t="14308" x="6772275" y="1927225"/>
          <p14:tracePt t="14324" x="6797675" y="1927225"/>
          <p14:tracePt t="14348" x="6808788" y="1927225"/>
          <p14:tracePt t="14396" x="6834188" y="1927225"/>
          <p14:tracePt t="14404" x="6846888" y="1927225"/>
          <p14:tracePt t="14412" x="6872288" y="1927225"/>
          <p14:tracePt t="14420" x="6884988" y="1927225"/>
          <p14:tracePt t="14429" x="6910388" y="1914525"/>
          <p14:tracePt t="14436" x="6921500" y="1914525"/>
          <p14:tracePt t="14444" x="6934200" y="1914525"/>
          <p14:tracePt t="14452" x="6985000" y="1901825"/>
          <p14:tracePt t="14460" x="7010400" y="1901825"/>
          <p14:tracePt t="14468" x="7059613" y="1901825"/>
          <p14:tracePt t="14476" x="7072313" y="1889125"/>
          <p14:tracePt t="14484" x="7097713" y="1889125"/>
          <p14:tracePt t="14492" x="7123113" y="1889125"/>
          <p14:tracePt t="14501" x="7159625" y="1876425"/>
          <p14:tracePt t="14516" x="7172325" y="1876425"/>
          <p14:tracePt t="14532" x="7197725" y="1865313"/>
          <p14:tracePt t="14788" x="7210425" y="1865313"/>
          <p14:tracePt t="14796" x="7223125" y="1865313"/>
          <p14:tracePt t="14804" x="7235825" y="1865313"/>
          <p14:tracePt t="14844" x="7246938" y="1865313"/>
          <p14:tracePt t="14892" x="7259638" y="1876425"/>
          <p14:tracePt t="15068" x="7210425" y="1865313"/>
          <p14:tracePt t="15076" x="7159625" y="1827213"/>
          <p14:tracePt t="15084" x="7046913" y="1814513"/>
          <p14:tracePt t="15092" x="6972300" y="1801813"/>
          <p14:tracePt t="15100" x="6884988" y="1776413"/>
          <p14:tracePt t="15108" x="6808788" y="1752600"/>
          <p14:tracePt t="15116" x="6696075" y="1727200"/>
          <p14:tracePt t="15124" x="6596063" y="1714500"/>
          <p14:tracePt t="15132" x="6483350" y="1714500"/>
          <p14:tracePt t="15140" x="6396038" y="1714500"/>
          <p14:tracePt t="15148" x="6346825" y="1714500"/>
          <p14:tracePt t="15156" x="6308725" y="1714500"/>
          <p14:tracePt t="15164" x="6283325" y="1714500"/>
          <p14:tracePt t="15172" x="6270625" y="1714500"/>
          <p14:tracePt t="15188" x="6259513" y="1714500"/>
          <p14:tracePt t="15196" x="6246813" y="1714500"/>
          <p14:tracePt t="15220" x="6234113" y="1714500"/>
          <p14:tracePt t="15228" x="6208713" y="1714500"/>
          <p14:tracePt t="15236" x="6183313" y="1714500"/>
          <p14:tracePt t="15244" x="6134100" y="1714500"/>
          <p14:tracePt t="15252" x="6070600" y="1701800"/>
          <p14:tracePt t="15260" x="5995988" y="1689100"/>
          <p14:tracePt t="15268" x="5895975" y="1652588"/>
          <p14:tracePt t="15276" x="5845175" y="1639888"/>
          <p14:tracePt t="15284" x="5770563" y="1627188"/>
          <p14:tracePt t="15292" x="5708650" y="1601788"/>
          <p14:tracePt t="15300" x="5645150" y="1589088"/>
          <p14:tracePt t="15308" x="5607050" y="1576388"/>
          <p14:tracePt t="15316" x="5570538" y="1576388"/>
          <p14:tracePt t="15324" x="5532438" y="1563688"/>
          <p14:tracePt t="15332" x="5470525" y="1539875"/>
          <p14:tracePt t="15340" x="5419725" y="1539875"/>
          <p14:tracePt t="15348" x="5357813" y="1527175"/>
          <p14:tracePt t="15356" x="5307013" y="1527175"/>
          <p14:tracePt t="15365" x="5232400" y="1527175"/>
          <p14:tracePt t="15372" x="5181600" y="1527175"/>
          <p14:tracePt t="15380" x="5132388" y="1527175"/>
          <p14:tracePt t="15388" x="5094288" y="1527175"/>
          <p14:tracePt t="15396" x="5057775" y="1527175"/>
          <p14:tracePt t="15404" x="5045075" y="1527175"/>
          <p14:tracePt t="15412" x="5019675" y="1527175"/>
          <p14:tracePt t="15436" x="5006975" y="1527175"/>
          <p14:tracePt t="15484" x="4981575" y="1527175"/>
          <p14:tracePt t="15492" x="4968875" y="1527175"/>
          <p14:tracePt t="15532" x="4956175" y="1539875"/>
          <p14:tracePt t="15572" x="4956175" y="1552575"/>
          <p14:tracePt t="15588" x="4956175" y="1563688"/>
          <p14:tracePt t="15604" x="4945063" y="1563688"/>
          <p14:tracePt t="15620" x="4945063" y="1576388"/>
          <p14:tracePt t="15637" x="4932363" y="1589088"/>
          <p14:tracePt t="15644" x="4932363" y="1601788"/>
          <p14:tracePt t="15660" x="4932363" y="1614488"/>
          <p14:tracePt t="15668" x="4932363" y="1627188"/>
          <p14:tracePt t="15676" x="4932363" y="1639888"/>
          <p14:tracePt t="15692" x="4932363" y="1652588"/>
          <p14:tracePt t="15700" x="4932363" y="1676400"/>
          <p14:tracePt t="15716" x="4932363" y="1689100"/>
          <p14:tracePt t="15724" x="4932363" y="1701800"/>
          <p14:tracePt t="15732" x="4932363" y="1714500"/>
          <p14:tracePt t="15740" x="4932363" y="1727200"/>
          <p14:tracePt t="15748" x="4945063" y="1752600"/>
          <p14:tracePt t="15756" x="4956175" y="1776413"/>
          <p14:tracePt t="15764" x="4956175" y="1789113"/>
          <p14:tracePt t="15772" x="4994275" y="1801813"/>
          <p14:tracePt t="15780" x="5019675" y="1814513"/>
          <p14:tracePt t="15788" x="5032375" y="1839913"/>
          <p14:tracePt t="15796" x="5057775" y="1852613"/>
          <p14:tracePt t="15804" x="5094288" y="1876425"/>
          <p14:tracePt t="15812" x="5132388" y="1901825"/>
          <p14:tracePt t="15821" x="5207000" y="1927225"/>
          <p14:tracePt t="15828" x="5294313" y="1978025"/>
          <p14:tracePt t="15836" x="5407025" y="2014538"/>
          <p14:tracePt t="15844" x="5545138" y="2065338"/>
          <p14:tracePt t="15852" x="5732463" y="2101850"/>
          <p14:tracePt t="15860" x="5921375" y="2139950"/>
          <p14:tracePt t="15868" x="6121400" y="2178050"/>
          <p14:tracePt t="15876" x="6346825" y="2201863"/>
          <p14:tracePt t="15884" x="6508750" y="2214563"/>
          <p14:tracePt t="15892" x="6659563" y="2214563"/>
          <p14:tracePt t="15900" x="6784975" y="2214563"/>
          <p14:tracePt t="15908" x="6872288" y="2214563"/>
          <p14:tracePt t="15916" x="6985000" y="2178050"/>
          <p14:tracePt t="15934" x="7085013" y="2127250"/>
          <p14:tracePt t="15940" x="7123113" y="2089150"/>
          <p14:tracePt t="15948" x="7185025" y="2052638"/>
          <p14:tracePt t="15956" x="7223125" y="2001838"/>
          <p14:tracePt t="15964" x="7246938" y="1965325"/>
          <p14:tracePt t="15972" x="7246938" y="1914525"/>
          <p14:tracePt t="15980" x="7246938" y="1852613"/>
          <p14:tracePt t="15988" x="7246938" y="1801813"/>
          <p14:tracePt t="15996" x="7246938" y="1739900"/>
          <p14:tracePt t="16005" x="7185025" y="1676400"/>
          <p14:tracePt t="16012" x="7110413" y="1627188"/>
          <p14:tracePt t="16020" x="7021513" y="1589088"/>
          <p14:tracePt t="16028" x="6897688" y="1527175"/>
          <p14:tracePt t="16036" x="6746875" y="1489075"/>
          <p14:tracePt t="16044" x="6596063" y="1463675"/>
          <p14:tracePt t="16052" x="6359525" y="1450975"/>
          <p14:tracePt t="16060" x="6070600" y="1389063"/>
          <p14:tracePt t="16068" x="5757863" y="1389063"/>
          <p14:tracePt t="16076" x="5483225" y="1389063"/>
          <p14:tracePt t="16084" x="5207000" y="1389063"/>
          <p14:tracePt t="16092" x="5006975" y="1389063"/>
          <p14:tracePt t="16100" x="4732338" y="1450975"/>
          <p14:tracePt t="16108" x="4630738" y="1501775"/>
          <p14:tracePt t="16117" x="4530725" y="1589088"/>
          <p14:tracePt t="16124" x="4481513" y="1627188"/>
          <p14:tracePt t="16132" x="4468813" y="1663700"/>
          <p14:tracePt t="16140" x="4468813" y="1701800"/>
          <p14:tracePt t="16148" x="4468813" y="1752600"/>
          <p14:tracePt t="16156" x="4494213" y="1814513"/>
          <p14:tracePt t="16164" x="4530725" y="1852613"/>
          <p14:tracePt t="16172" x="4606925" y="1914525"/>
          <p14:tracePt t="16180" x="4681538" y="1965325"/>
          <p14:tracePt t="16188" x="4768850" y="2014538"/>
          <p14:tracePt t="16196" x="4856163" y="2039938"/>
          <p14:tracePt t="16205" x="4956175" y="2078038"/>
          <p14:tracePt t="16212" x="5068888" y="2127250"/>
          <p14:tracePt t="16220" x="5194300" y="2165350"/>
          <p14:tracePt t="16228" x="5345113" y="2214563"/>
          <p14:tracePt t="16236" x="5495925" y="2227263"/>
          <p14:tracePt t="16244" x="5645150" y="2239963"/>
          <p14:tracePt t="16252" x="5770563" y="2265363"/>
          <p14:tracePt t="16260" x="5832475" y="2265363"/>
          <p14:tracePt t="16268" x="5957888" y="2265363"/>
          <p14:tracePt t="16276" x="6121400" y="2252663"/>
          <p14:tracePt t="16284" x="6246813" y="2190750"/>
          <p14:tracePt t="16292" x="6346825" y="2114550"/>
          <p14:tracePt t="16301" x="6446838" y="2052638"/>
          <p14:tracePt t="16308" x="6508750" y="1927225"/>
          <p14:tracePt t="16316" x="6534150" y="1827213"/>
          <p14:tracePt t="16324" x="6534150" y="1739900"/>
          <p14:tracePt t="16332" x="6534150" y="1689100"/>
          <p14:tracePt t="16340" x="6508750" y="1601788"/>
          <p14:tracePt t="16348" x="6421438" y="1489075"/>
          <p14:tracePt t="16356" x="6321425" y="1427163"/>
          <p14:tracePt t="16364" x="6196013" y="1350963"/>
          <p14:tracePt t="16372" x="6134100" y="1327150"/>
          <p14:tracePt t="16380" x="6021388" y="1301750"/>
          <p14:tracePt t="16388" x="5945188" y="1301750"/>
          <p14:tracePt t="16396" x="5857875" y="1301750"/>
          <p14:tracePt t="16404" x="5783263" y="1301750"/>
          <p14:tracePt t="16412" x="5732463" y="1339850"/>
          <p14:tracePt t="16420" x="5708650" y="1376363"/>
          <p14:tracePt t="16428" x="5670550" y="1463675"/>
          <p14:tracePt t="16436" x="5670550" y="1552575"/>
          <p14:tracePt t="16444" x="5670550" y="1663700"/>
          <p14:tracePt t="16452" x="5670550" y="1776413"/>
          <p14:tracePt t="16460" x="5683250" y="1865313"/>
          <p14:tracePt t="16468" x="5795963" y="1965325"/>
          <p14:tracePt t="16476" x="5883275" y="2027238"/>
          <p14:tracePt t="16484" x="5995988" y="2078038"/>
          <p14:tracePt t="16492" x="6121400" y="2139950"/>
          <p14:tracePt t="16500" x="6221413" y="2178050"/>
          <p14:tracePt t="16508" x="6321425" y="2190750"/>
          <p14:tracePt t="16516" x="6396038" y="2190750"/>
          <p14:tracePt t="16524" x="6459538" y="2190750"/>
          <p14:tracePt t="16532" x="6496050" y="2190750"/>
          <p14:tracePt t="16540" x="6534150" y="2190750"/>
          <p14:tracePt t="16556" x="6546850" y="2190750"/>
          <p14:tracePt t="16573" x="6546850" y="2178050"/>
          <p14:tracePt t="16580" x="6546850" y="2152650"/>
          <p14:tracePt t="16588" x="6546850" y="2139950"/>
          <p14:tracePt t="16596" x="6546850" y="2127250"/>
          <p14:tracePt t="16604" x="6546850" y="2114550"/>
          <p14:tracePt t="16620" x="6546850" y="2101850"/>
          <p14:tracePt t="16628" x="6559550" y="2089150"/>
          <p14:tracePt t="16660" x="6559550" y="2078038"/>
          <p14:tracePt t="16772" x="6572250" y="2078038"/>
          <p14:tracePt t="16780" x="6572250" y="2065338"/>
          <p14:tracePt t="16812" x="6584950" y="2065338"/>
          <p14:tracePt t="17060" x="6608763" y="2065338"/>
          <p14:tracePt t="17068" x="6634163" y="2065338"/>
          <p14:tracePt t="17076" x="6659563" y="2065338"/>
          <p14:tracePt t="17084" x="6672263" y="2065338"/>
          <p14:tracePt t="17092" x="6696075" y="2065338"/>
          <p14:tracePt t="17100" x="6708775" y="2065338"/>
          <p14:tracePt t="17108" x="6734175" y="2065338"/>
          <p14:tracePt t="17124" x="6746875" y="2052638"/>
          <p14:tracePt t="17412" x="6772275" y="2052638"/>
          <p14:tracePt t="17532" x="6784975" y="2052638"/>
          <p14:tracePt t="18260" x="6797675" y="2052638"/>
          <p14:tracePt t="18268" x="6808788" y="2052638"/>
          <p14:tracePt t="18276" x="6821488" y="2052638"/>
          <p14:tracePt t="18292" x="6859588" y="2052638"/>
          <p14:tracePt t="18300" x="6910388" y="2052638"/>
          <p14:tracePt t="18308" x="6946900" y="2052638"/>
          <p14:tracePt t="18324" x="6985000" y="2052638"/>
          <p14:tracePt t="18332" x="6997700" y="2052638"/>
          <p14:tracePt t="18348" x="7010400" y="2052638"/>
          <p14:tracePt t="18356" x="7034213" y="2089150"/>
          <p14:tracePt t="18860" x="7021513" y="2089150"/>
          <p14:tracePt t="18868" x="7010400" y="2089150"/>
          <p14:tracePt t="18876" x="6997700" y="2089150"/>
          <p14:tracePt t="18900" x="6985000" y="2089150"/>
          <p14:tracePt t="18972" x="6972300" y="2089150"/>
          <p14:tracePt t="18980" x="6934200" y="2089150"/>
          <p14:tracePt t="18988" x="6897688" y="2089150"/>
          <p14:tracePt t="18996" x="6846888" y="2101850"/>
          <p14:tracePt t="19004" x="6797675" y="2127250"/>
          <p14:tracePt t="19013" x="6708775" y="2152650"/>
          <p14:tracePt t="19020" x="6608763" y="2201863"/>
          <p14:tracePt t="19028" x="6546850" y="2227263"/>
          <p14:tracePt t="19036" x="6434138" y="2265363"/>
          <p14:tracePt t="19044" x="6296025" y="2339975"/>
          <p14:tracePt t="19052" x="6146800" y="2365375"/>
          <p14:tracePt t="19060" x="6008688" y="2403475"/>
          <p14:tracePt t="19068" x="5821363" y="2414588"/>
          <p14:tracePt t="19076" x="5645150" y="2427288"/>
          <p14:tracePt t="19084" x="5394325" y="2427288"/>
          <p14:tracePt t="19092" x="5081588" y="2427288"/>
          <p14:tracePt t="19100" x="4806950" y="2427288"/>
          <p14:tracePt t="19108" x="4506913" y="2427288"/>
          <p14:tracePt t="19116" x="4318000" y="2427288"/>
          <p14:tracePt t="19124" x="4092575" y="2427288"/>
          <p14:tracePt t="19132" x="3979863" y="2427288"/>
          <p14:tracePt t="19140" x="3843338" y="2427288"/>
          <p14:tracePt t="19148" x="3692525" y="2427288"/>
          <p14:tracePt t="19156" x="3554413" y="2427288"/>
          <p14:tracePt t="19164" x="3341688" y="2490788"/>
          <p14:tracePt t="19172" x="3079750" y="2552700"/>
          <p14:tracePt t="19180" x="2654300" y="2590800"/>
          <p14:tracePt t="19188" x="2328863" y="2652713"/>
          <p14:tracePt t="19196" x="2116138" y="2665413"/>
          <p14:tracePt t="19204" x="1890713" y="2678113"/>
          <p14:tracePt t="19212" x="1739900" y="2678113"/>
          <p14:tracePt t="19220" x="1601788" y="2678113"/>
          <p14:tracePt t="19228" x="1427163" y="2678113"/>
          <p14:tracePt t="19236" x="1301750" y="2678113"/>
          <p14:tracePt t="19244" x="1150938" y="2678113"/>
          <p14:tracePt t="19252" x="1050925" y="2678113"/>
          <p14:tracePt t="19260" x="950913" y="2678113"/>
          <p14:tracePt t="19268" x="876300" y="2678113"/>
          <p14:tracePt t="19276" x="825500" y="2678113"/>
          <p14:tracePt t="19284" x="801688" y="2678113"/>
          <p14:tracePt t="19292" x="788988" y="2690813"/>
          <p14:tracePt t="19300" x="763588" y="2690813"/>
          <p14:tracePt t="19324" x="750888" y="2690813"/>
          <p14:tracePt t="19340" x="738188" y="2703513"/>
          <p14:tracePt t="19356" x="725488" y="2703513"/>
          <p14:tracePt t="19372" x="712788" y="2703513"/>
          <p14:tracePt t="19388" x="688975" y="2703513"/>
          <p14:tracePt t="19404" x="676275" y="2703513"/>
          <p14:tracePt t="19532" x="676275" y="2690813"/>
          <p14:tracePt t="19540" x="701675" y="2678113"/>
          <p14:tracePt t="19548" x="725488" y="2665413"/>
          <p14:tracePt t="19556" x="738188" y="2652713"/>
          <p14:tracePt t="19564" x="763588" y="2627313"/>
          <p14:tracePt t="19572" x="801688" y="2603500"/>
          <p14:tracePt t="19580" x="838200" y="2578100"/>
          <p14:tracePt t="19588" x="850900" y="2565400"/>
          <p14:tracePt t="19596" x="876300" y="2565400"/>
          <p14:tracePt t="19604" x="901700" y="2552700"/>
          <p14:tracePt t="19612" x="914400" y="2527300"/>
          <p14:tracePt t="20500" x="925513" y="2527300"/>
          <p14:tracePt t="20508" x="925513" y="2516188"/>
          <p14:tracePt t="20516" x="938213" y="2503488"/>
          <p14:tracePt t="20524" x="938213" y="2490788"/>
          <p14:tracePt t="20540" x="938213" y="2478088"/>
          <p14:tracePt t="20548" x="938213" y="2465388"/>
          <p14:tracePt t="20572" x="938213" y="2452688"/>
          <p14:tracePt t="20580" x="938213" y="2439988"/>
          <p14:tracePt t="20588" x="950913" y="2439988"/>
          <p14:tracePt t="20596" x="950913" y="2427288"/>
          <p14:tracePt t="20604" x="963613" y="2427288"/>
          <p14:tracePt t="20964" x="976313" y="2427288"/>
          <p14:tracePt t="20972" x="989013" y="2427288"/>
          <p14:tracePt t="20988" x="1001713" y="2427288"/>
          <p14:tracePt t="20996" x="1014413" y="2427288"/>
          <p14:tracePt t="21004" x="1027113" y="2427288"/>
          <p14:tracePt t="21012" x="1038225" y="2427288"/>
          <p14:tracePt t="21020" x="1063625" y="2439988"/>
          <p14:tracePt t="21028" x="1114425" y="2439988"/>
          <p14:tracePt t="21036" x="1163638" y="2439988"/>
          <p14:tracePt t="21044" x="1252538" y="2439988"/>
          <p14:tracePt t="21052" x="1339850" y="2439988"/>
          <p14:tracePt t="21060" x="1414463" y="2439988"/>
          <p14:tracePt t="21068" x="1465263" y="2439988"/>
          <p14:tracePt t="21076" x="1539875" y="2439988"/>
          <p14:tracePt t="21084" x="1577975" y="2439988"/>
          <p14:tracePt t="21092" x="1601788" y="2439988"/>
          <p14:tracePt t="21988" x="1614488" y="2439988"/>
          <p14:tracePt t="22006" x="1627188" y="2439988"/>
          <p14:tracePt t="22012" x="1639888" y="2439988"/>
          <p14:tracePt t="22020" x="1652588" y="2439988"/>
          <p14:tracePt t="22028" x="1665288" y="2439988"/>
          <p14:tracePt t="22036" x="1689100" y="2439988"/>
          <p14:tracePt t="22052" x="1701800" y="2439988"/>
          <p14:tracePt t="22060" x="1727200" y="2439988"/>
          <p14:tracePt t="22068" x="1765300" y="2439988"/>
          <p14:tracePt t="22076" x="1839913" y="2439988"/>
          <p14:tracePt t="22084" x="1939925" y="2439988"/>
          <p14:tracePt t="22092" x="2027238" y="2439988"/>
          <p14:tracePt t="22100" x="2127250" y="2439988"/>
          <p14:tracePt t="22108" x="2203450" y="2439988"/>
          <p14:tracePt t="22117" x="2278063" y="2439988"/>
          <p14:tracePt t="22124" x="2316163" y="2439988"/>
          <p14:tracePt t="22132" x="2339975" y="2439988"/>
          <p14:tracePt t="22220" x="2352675" y="2439988"/>
          <p14:tracePt t="22228" x="2365375" y="2439988"/>
          <p14:tracePt t="22236" x="2378075" y="2439988"/>
          <p14:tracePt t="22252" x="2390775" y="2439988"/>
          <p14:tracePt t="22260" x="2403475" y="2439988"/>
          <p14:tracePt t="22268" x="2416175" y="2439988"/>
          <p14:tracePt t="22292" x="2428875" y="2439988"/>
          <p14:tracePt t="22308" x="2452688" y="2439988"/>
          <p14:tracePt t="22316" x="2465388" y="2439988"/>
          <p14:tracePt t="22324" x="2490788" y="2439988"/>
          <p14:tracePt t="22332" x="2503488" y="2439988"/>
          <p14:tracePt t="22340" x="2516188" y="2439988"/>
          <p14:tracePt t="22348" x="2528888" y="2439988"/>
          <p14:tracePt t="22404" x="2541588" y="2439988"/>
          <p14:tracePt t="22412" x="2554288" y="2439988"/>
          <p14:tracePt t="22460" x="2554288" y="2427288"/>
          <p14:tracePt t="22500" x="2565400" y="2427288"/>
          <p14:tracePt t="22516" x="2578100" y="2427288"/>
          <p14:tracePt t="22540" x="2603500" y="2427288"/>
          <p14:tracePt t="22548" x="2616200" y="2427288"/>
          <p14:tracePt t="22556" x="2641600" y="2427288"/>
          <p14:tracePt t="22564" x="2667000" y="2427288"/>
          <p14:tracePt t="22573" x="2703513" y="2427288"/>
          <p14:tracePt t="22580" x="2741613" y="2427288"/>
          <p14:tracePt t="22588" x="2790825" y="2414588"/>
          <p14:tracePt t="22596" x="2828925" y="2414588"/>
          <p14:tracePt t="22604" x="2854325" y="2414588"/>
          <p14:tracePt t="22612" x="2890838" y="2414588"/>
          <p14:tracePt t="22620" x="2916238" y="2414588"/>
          <p14:tracePt t="22628" x="2941638" y="2414588"/>
          <p14:tracePt t="22636" x="2967038" y="2414588"/>
          <p14:tracePt t="22644" x="2979738" y="2414588"/>
          <p14:tracePt t="22660" x="2992438" y="2414588"/>
          <p14:tracePt t="22668" x="3003550" y="2414588"/>
          <p14:tracePt t="22692" x="3016250" y="2414588"/>
          <p14:tracePt t="22708" x="3028950" y="2414588"/>
          <p14:tracePt t="22716" x="3041650" y="2414588"/>
          <p14:tracePt t="22732" x="3054350" y="2414588"/>
          <p14:tracePt t="22748" x="3079750" y="2414588"/>
          <p14:tracePt t="22757" x="3092450" y="2414588"/>
          <p14:tracePt t="22764" x="3103563" y="2414588"/>
          <p14:tracePt t="22772" x="3116263" y="2414588"/>
          <p14:tracePt t="22780" x="3128963" y="2414588"/>
          <p14:tracePt t="22788" x="3167063" y="2414588"/>
          <p14:tracePt t="22796" x="3216275" y="2414588"/>
          <p14:tracePt t="22804" x="3254375" y="2414588"/>
          <p14:tracePt t="22812" x="3317875" y="2414588"/>
          <p14:tracePt t="22820" x="3367088" y="2414588"/>
          <p14:tracePt t="22828" x="3417888" y="2414588"/>
          <p14:tracePt t="22836" x="3454400" y="2414588"/>
          <p14:tracePt t="22844" x="3479800" y="2414588"/>
          <p14:tracePt t="23012" x="3492500" y="2414588"/>
          <p14:tracePt t="23020" x="3517900" y="2414588"/>
          <p14:tracePt t="23028" x="3541713" y="2414588"/>
          <p14:tracePt t="23036" x="3592513" y="2403475"/>
          <p14:tracePt t="23044" x="3654425" y="2403475"/>
          <p14:tracePt t="23053" x="3743325" y="2390775"/>
          <p14:tracePt t="23060" x="3779838" y="2390775"/>
          <p14:tracePt t="23068" x="3830638" y="2378075"/>
          <p14:tracePt t="23076" x="3892550" y="2378075"/>
          <p14:tracePt t="23084" x="3917950" y="2378075"/>
          <p14:tracePt t="23092" x="3943350" y="2378075"/>
          <p14:tracePt t="23100" x="3956050" y="2378075"/>
          <p14:tracePt t="23108" x="3979863" y="2378075"/>
          <p14:tracePt t="23116" x="3992563" y="2378075"/>
          <p14:tracePt t="23124" x="4017963" y="2378075"/>
          <p14:tracePt t="23140" x="4043363" y="2378075"/>
          <p14:tracePt t="23172" x="4056063" y="2378075"/>
          <p14:tracePt t="23196" x="4068763" y="2378075"/>
          <p14:tracePt t="23204" x="4081463" y="2378075"/>
          <p14:tracePt t="23212" x="4092575" y="2378075"/>
          <p14:tracePt t="23220" x="4117975" y="2378075"/>
          <p14:tracePt t="23236" x="4156075" y="2378075"/>
          <p14:tracePt t="23244" x="4168775" y="2378075"/>
          <p14:tracePt t="23252" x="4205288" y="2390775"/>
          <p14:tracePt t="23260" x="4256088" y="2390775"/>
          <p14:tracePt t="23268" x="4305300" y="2390775"/>
          <p14:tracePt t="23276" x="4368800" y="2390775"/>
          <p14:tracePt t="23284" x="4418013" y="2390775"/>
          <p14:tracePt t="23292" x="4430713" y="2390775"/>
          <p14:tracePt t="23300" x="4456113" y="2390775"/>
          <p14:tracePt t="23308" x="4468813" y="2390775"/>
          <p14:tracePt t="24212" x="4481513" y="2403475"/>
          <p14:tracePt t="24220" x="4481513" y="2414588"/>
          <p14:tracePt t="24228" x="4494213" y="2439988"/>
          <p14:tracePt t="24236" x="4506913" y="2465388"/>
          <p14:tracePt t="24245" x="4518025" y="2490788"/>
          <p14:tracePt t="24252" x="4543425" y="2516188"/>
          <p14:tracePt t="24260" x="4568825" y="2540000"/>
          <p14:tracePt t="24268" x="4594225" y="2552700"/>
          <p14:tracePt t="24308" x="4606925" y="2552700"/>
          <p14:tracePt t="24340" x="4619625" y="2552700"/>
          <p14:tracePt t="24348" x="4643438" y="2552700"/>
          <p14:tracePt t="24356" x="4668838" y="2552700"/>
          <p14:tracePt t="24364" x="4694238" y="2552700"/>
          <p14:tracePt t="24373" x="4732338" y="2552700"/>
          <p14:tracePt t="24380" x="4756150" y="2552700"/>
          <p14:tracePt t="24388" x="4794250" y="2552700"/>
          <p14:tracePt t="24396" x="4819650" y="2540000"/>
          <p14:tracePt t="24404" x="4832350" y="2540000"/>
          <p14:tracePt t="24412" x="4856163" y="2527300"/>
          <p14:tracePt t="24460" x="4856163" y="2516188"/>
          <p14:tracePt t="24516" x="4856163" y="2503488"/>
          <p14:tracePt t="24556" x="4856163" y="2490788"/>
          <p14:tracePt t="24564" x="4856163" y="2478088"/>
          <p14:tracePt t="24572" x="4868863" y="2465388"/>
          <p14:tracePt t="24580" x="4894263" y="2452688"/>
          <p14:tracePt t="24588" x="4919663" y="2452688"/>
          <p14:tracePt t="24596" x="4945063" y="2439988"/>
          <p14:tracePt t="24604" x="4956175" y="2427288"/>
          <p14:tracePt t="24620" x="4968875" y="2427288"/>
          <p14:tracePt t="24724" x="4981575" y="2427288"/>
          <p14:tracePt t="24732" x="4994275" y="2427288"/>
          <p14:tracePt t="24740" x="5019675" y="2427288"/>
          <p14:tracePt t="24748" x="5068888" y="2427288"/>
          <p14:tracePt t="24756" x="5132388" y="2427288"/>
          <p14:tracePt t="24764" x="5170488" y="2427288"/>
          <p14:tracePt t="24772" x="5245100" y="2439988"/>
          <p14:tracePt t="24780" x="5383213" y="2452688"/>
          <p14:tracePt t="24788" x="5495925" y="2452688"/>
          <p14:tracePt t="24796" x="5595938" y="2478088"/>
          <p14:tracePt t="24804" x="5670550" y="2478088"/>
          <p14:tracePt t="24812" x="5719763" y="2478088"/>
          <p14:tracePt t="24820" x="5732463" y="2478088"/>
          <p14:tracePt t="24836" x="5745163" y="2478088"/>
          <p14:tracePt t="25044" x="5757863" y="2478088"/>
          <p14:tracePt t="25052" x="5770563" y="2478088"/>
          <p14:tracePt t="25060" x="5795963" y="2478088"/>
          <p14:tracePt t="25068" x="5821363" y="2490788"/>
          <p14:tracePt t="25076" x="5832475" y="2503488"/>
          <p14:tracePt t="25084" x="5845175" y="2503488"/>
          <p14:tracePt t="25124" x="5832475" y="2540000"/>
          <p14:tracePt t="25636" x="5821363" y="2540000"/>
          <p14:tracePt t="25661" x="5821363" y="2527300"/>
          <p14:tracePt t="25676" x="5821363" y="2516188"/>
          <p14:tracePt t="25692" x="5821363" y="2490788"/>
          <p14:tracePt t="25708" x="5857875" y="2478088"/>
          <p14:tracePt t="25716" x="5883275" y="2452688"/>
          <p14:tracePt t="25724" x="5921375" y="2452688"/>
          <p14:tracePt t="25732" x="5970588" y="2452688"/>
          <p14:tracePt t="25740" x="6034088" y="2452688"/>
          <p14:tracePt t="25748" x="6108700" y="2452688"/>
          <p14:tracePt t="25756" x="6134100" y="2452688"/>
          <p14:tracePt t="25764" x="6157913" y="2452688"/>
          <p14:tracePt t="25772" x="6170613" y="2452688"/>
          <p14:tracePt t="25780" x="6208713" y="2452688"/>
          <p14:tracePt t="25788" x="6221413" y="2452688"/>
          <p14:tracePt t="25796" x="6234113" y="2452688"/>
          <p14:tracePt t="25804" x="6246813" y="2452688"/>
          <p14:tracePt t="25812" x="6283325" y="2452688"/>
          <p14:tracePt t="25828" x="6296025" y="2452688"/>
          <p14:tracePt t="25836" x="6321425" y="2452688"/>
          <p14:tracePt t="25844" x="6334125" y="2452688"/>
          <p14:tracePt t="25852" x="6346825" y="2452688"/>
          <p14:tracePt t="25860" x="6370638" y="2452688"/>
          <p14:tracePt t="25868" x="6383338" y="2465388"/>
          <p14:tracePt t="25876" x="6396038" y="2465388"/>
          <p14:tracePt t="25884" x="6408738" y="2465388"/>
          <p14:tracePt t="25892" x="6408738" y="2478088"/>
          <p14:tracePt t="25900" x="6421438" y="2478088"/>
          <p14:tracePt t="25927" x="6434138" y="2490788"/>
          <p14:tracePt t="26228" x="6446838" y="2490788"/>
          <p14:tracePt t="26268" x="6459538" y="2490788"/>
          <p14:tracePt t="26276" x="6483350" y="2490788"/>
          <p14:tracePt t="26292" x="6508750" y="2490788"/>
          <p14:tracePt t="26300" x="6521450" y="2490788"/>
          <p14:tracePt t="26308" x="6559550" y="2490788"/>
          <p14:tracePt t="26316" x="6621463" y="2490788"/>
          <p14:tracePt t="26324" x="6684963" y="2490788"/>
          <p14:tracePt t="26332" x="6734175" y="2490788"/>
          <p14:tracePt t="26340" x="6808788" y="2490788"/>
          <p14:tracePt t="26348" x="6859588" y="2490788"/>
          <p14:tracePt t="26356" x="6910388" y="2490788"/>
          <p14:tracePt t="26364" x="6934200" y="2490788"/>
          <p14:tracePt t="26372" x="6946900" y="2490788"/>
          <p14:tracePt t="26380" x="6959600" y="2490788"/>
          <p14:tracePt t="26388" x="6972300" y="2490788"/>
          <p14:tracePt t="26628" x="6959600" y="2490788"/>
          <p14:tracePt t="26660" x="6946900" y="2490788"/>
          <p14:tracePt t="26780" x="6985000" y="2490788"/>
          <p14:tracePt t="26788" x="7021513" y="2490788"/>
          <p14:tracePt t="26796" x="7059613" y="2490788"/>
          <p14:tracePt t="26804" x="7146925" y="2490788"/>
          <p14:tracePt t="26812" x="7210425" y="2490788"/>
          <p14:tracePt t="26820" x="7323138" y="2490788"/>
          <p14:tracePt t="26828" x="7397750" y="2490788"/>
          <p14:tracePt t="26836" x="7472363" y="2490788"/>
          <p14:tracePt t="26844" x="7510463" y="2490788"/>
          <p14:tracePt t="26852" x="7535863" y="2490788"/>
          <p14:tracePt t="27012" x="7523163" y="2503488"/>
          <p14:tracePt t="27068" x="7510463" y="2503488"/>
          <p14:tracePt t="27100" x="7497763" y="2503488"/>
          <p14:tracePt t="27172" x="7535863" y="2503488"/>
          <p14:tracePt t="27180" x="7610475" y="2503488"/>
          <p14:tracePt t="27188" x="7685088" y="2503488"/>
          <p14:tracePt t="27196" x="7785100" y="2503488"/>
          <p14:tracePt t="27204" x="7835900" y="2503488"/>
          <p14:tracePt t="27212" x="7886700" y="2503488"/>
          <p14:tracePt t="27220" x="7935913" y="2503488"/>
          <p14:tracePt t="27228" x="7974013" y="2503488"/>
          <p14:tracePt t="27236" x="7986713" y="2503488"/>
          <p14:tracePt t="27244" x="8023225" y="2503488"/>
          <p14:tracePt t="27308" x="8035925" y="2503488"/>
          <p14:tracePt t="27412" x="8061325" y="2490788"/>
          <p14:tracePt t="27580" x="8074025" y="2490788"/>
          <p14:tracePt t="27796" x="8086725" y="2478088"/>
          <p14:tracePt t="27812" x="8099425" y="2478088"/>
          <p14:tracePt t="27828" x="8110538" y="2478088"/>
          <p14:tracePt t="27844" x="8135938" y="2478088"/>
          <p14:tracePt t="27852" x="8148638" y="2478088"/>
          <p14:tracePt t="27860" x="8199438" y="2465388"/>
          <p14:tracePt t="27868" x="8212138" y="2465388"/>
          <p14:tracePt t="27876" x="8235950" y="2465388"/>
          <p14:tracePt t="27884" x="8248650" y="2465388"/>
          <p14:tracePt t="27892" x="8274050" y="2465388"/>
          <p14:tracePt t="27900" x="8286750" y="2439988"/>
          <p14:tracePt t="27940" x="8299450" y="2439988"/>
          <p14:tracePt t="27948" x="8312150" y="2439988"/>
          <p14:tracePt t="28012" x="8324850" y="2439988"/>
          <p14:tracePt t="28124" x="8348663" y="2439988"/>
          <p14:tracePt t="28132" x="8386763" y="2439988"/>
          <p14:tracePt t="28140" x="8424863" y="2439988"/>
          <p14:tracePt t="28148" x="8499475" y="2439988"/>
          <p14:tracePt t="28156" x="8548688" y="2439988"/>
          <p14:tracePt t="28163" x="8612188" y="2439988"/>
          <p14:tracePt t="28172" x="8686800" y="2439988"/>
          <p14:tracePt t="28180" x="8750300" y="2439988"/>
          <p14:tracePt t="28188" x="8837613" y="2439988"/>
          <p14:tracePt t="28196" x="8886825" y="2439988"/>
          <p14:tracePt t="28204" x="8937625" y="2439988"/>
          <p14:tracePt t="28211" x="8975725" y="2439988"/>
          <p14:tracePt t="28220" x="8999538" y="2452688"/>
          <p14:tracePt t="28228" x="9012238" y="2452688"/>
          <p14:tracePt t="28236" x="9024938" y="2452688"/>
          <p14:tracePt t="28244" x="9037638" y="2452688"/>
          <p14:tracePt t="28252" x="9050338" y="2465388"/>
          <p14:tracePt t="28268" x="9063038" y="2465388"/>
          <p14:tracePt t="28276" x="9075738" y="2465388"/>
          <p14:tracePt t="28324" x="9088438" y="2465388"/>
          <p14:tracePt t="28380" x="9099550" y="2465388"/>
          <p14:tracePt t="28436" x="9112250" y="2465388"/>
          <p14:tracePt t="28468" x="9124950" y="2465388"/>
          <p14:tracePt t="28476" x="9199563" y="2465388"/>
          <p14:tracePt t="28484" x="9288463" y="2465388"/>
          <p14:tracePt t="28492" x="9350375" y="2465388"/>
          <p14:tracePt t="28500" x="9437688" y="2465388"/>
          <p14:tracePt t="28508" x="9513888" y="2465388"/>
          <p14:tracePt t="28516" x="9563100" y="2465388"/>
          <p14:tracePt t="28524" x="9613900" y="2465388"/>
          <p14:tracePt t="28532" x="9663113" y="2465388"/>
          <p14:tracePt t="28540" x="9701213" y="2465388"/>
          <p14:tracePt t="28548" x="9726613" y="2452688"/>
          <p14:tracePt t="28556" x="9750425" y="2452688"/>
          <p14:tracePt t="28564" x="9763125" y="2452688"/>
          <p14:tracePt t="28580" x="9775825" y="2439988"/>
          <p14:tracePt t="28660" x="9788525" y="2439988"/>
          <p14:tracePt t="28668" x="9801225" y="2439988"/>
          <p14:tracePt t="28676" x="9839325" y="2439988"/>
          <p14:tracePt t="28684" x="9875838" y="2439988"/>
          <p14:tracePt t="28692" x="9926638" y="2439988"/>
          <p14:tracePt t="28700" x="9975850" y="2439988"/>
          <p14:tracePt t="28708" x="10026650" y="2439988"/>
          <p14:tracePt t="28716" x="10064750" y="2439988"/>
          <p14:tracePt t="28724" x="10101263" y="2452688"/>
          <p14:tracePt t="28732" x="10113963" y="2452688"/>
          <p14:tracePt t="28740" x="10126663" y="2452688"/>
          <p14:tracePt t="28748" x="10139363" y="2452688"/>
          <p14:tracePt t="28756" x="10177463" y="2452688"/>
          <p14:tracePt t="28764" x="10188575" y="2452688"/>
          <p14:tracePt t="28772" x="10213975" y="2452688"/>
          <p14:tracePt t="28780" x="10239375" y="2452688"/>
          <p14:tracePt t="28788" x="10264775" y="2452688"/>
          <p14:tracePt t="28796" x="10301288" y="2452688"/>
          <p14:tracePt t="28804" x="10339388" y="2439988"/>
          <p14:tracePt t="28812" x="10364788" y="2439988"/>
          <p14:tracePt t="28820" x="10390188" y="2439988"/>
          <p14:tracePt t="28828" x="10401300" y="2439988"/>
          <p14:tracePt t="28836" x="10414000" y="2439988"/>
          <p14:tracePt t="28852" x="10426700" y="2439988"/>
          <p14:tracePt t="28869" x="10439400" y="2439988"/>
          <p14:tracePt t="28876" x="10452100" y="2439988"/>
          <p14:tracePt t="28884" x="10477500" y="2439988"/>
          <p14:tracePt t="28892" x="10514013" y="2439988"/>
          <p14:tracePt t="28900" x="10552113" y="2439988"/>
          <p14:tracePt t="28908" x="10602913" y="2439988"/>
          <p14:tracePt t="28920" x="10639425" y="2439988"/>
          <p14:tracePt t="28924" x="10677525" y="2439988"/>
          <p14:tracePt t="28932" x="10702925" y="2439988"/>
          <p14:tracePt t="28956" x="10715625" y="2439988"/>
          <p14:tracePt t="28996" x="10739438" y="2427288"/>
          <p14:tracePt t="29012" x="10764838" y="2414588"/>
          <p14:tracePt t="29020" x="10777538" y="2414588"/>
          <p14:tracePt t="29028" x="10790238" y="2414588"/>
          <p14:tracePt t="29044" x="10815638" y="2414588"/>
          <p14:tracePt t="29060" x="10828338" y="2414588"/>
          <p14:tracePt t="29140" x="10852150" y="2414588"/>
          <p14:tracePt t="29148" x="10864850" y="2414588"/>
          <p14:tracePt t="29156" x="10890250" y="2414588"/>
          <p14:tracePt t="29164" x="10902950" y="2414588"/>
          <p14:tracePt t="29172" x="10928350" y="2414588"/>
          <p14:tracePt t="29180" x="10952163" y="2414588"/>
          <p14:tracePt t="29188" x="10977563" y="2414588"/>
          <p14:tracePt t="29196" x="11015663" y="2414588"/>
          <p14:tracePt t="29204" x="11052175" y="2414588"/>
          <p14:tracePt t="29212" x="11064875" y="2414588"/>
          <p14:tracePt t="29220" x="11090275" y="2414588"/>
          <p14:tracePt t="29228" x="11128375" y="2414588"/>
          <p14:tracePt t="29236" x="11141075" y="2414588"/>
          <p14:tracePt t="29244" x="11164888" y="2414588"/>
          <p14:tracePt t="29260" x="11177588" y="2414588"/>
          <p14:tracePt t="29268" x="11190288" y="2414588"/>
          <p14:tracePt t="29292" x="11202988" y="2414588"/>
          <p14:tracePt t="29325" x="11215688" y="2414588"/>
          <p14:tracePt t="29332" x="11228388" y="2414588"/>
          <p14:tracePt t="29348" x="11241088" y="2414588"/>
          <p14:tracePt t="29364" x="11266488" y="2414588"/>
          <p14:tracePt t="29596" x="11277600" y="2414588"/>
          <p14:tracePt t="29612" x="11303000" y="2414588"/>
          <p14:tracePt t="29636" x="11315700" y="2414588"/>
          <p14:tracePt t="29684" x="11341100" y="2414588"/>
          <p14:tracePt t="29708" x="11353800" y="2414588"/>
          <p14:tracePt t="29732" x="11366500" y="2414588"/>
          <p14:tracePt t="29772" x="11377613" y="2414588"/>
          <p14:tracePt t="29780" x="11390313" y="2414588"/>
          <p14:tracePt t="29812" x="11403013" y="2414588"/>
          <p14:tracePt t="29820" x="11428413" y="2414588"/>
          <p14:tracePt t="29828" x="11453813" y="2414588"/>
          <p14:tracePt t="29836" x="11466513" y="2414588"/>
          <p14:tracePt t="29844" x="11528425" y="2414588"/>
          <p14:tracePt t="29851" x="11579225" y="2414588"/>
          <p14:tracePt t="29860" x="11628438" y="2414588"/>
          <p14:tracePt t="29867" x="11691938" y="2414588"/>
          <p14:tracePt t="29876" x="11741150" y="2414588"/>
          <p14:tracePt t="29884" x="11779250" y="2414588"/>
          <p14:tracePt t="29892" x="11828463" y="2414588"/>
          <p14:tracePt t="29900" x="11866563" y="2414588"/>
          <p14:tracePt t="29908" x="11879263" y="2414588"/>
          <p14:tracePt t="29916" x="11904663" y="2414588"/>
          <p14:tracePt t="29924" x="11917363" y="2414588"/>
          <p14:tracePt t="29939" x="11941175" y="2414588"/>
          <p14:tracePt t="30004" x="11953875" y="2414588"/>
          <p14:tracePt t="30284" x="11904663" y="2414588"/>
          <p14:tracePt t="30292" x="11753850" y="2414588"/>
          <p14:tracePt t="30300" x="11591925" y="2414588"/>
          <p14:tracePt t="30308" x="11390313" y="2414588"/>
          <p14:tracePt t="30316" x="11141075" y="2414588"/>
          <p14:tracePt t="30324" x="10564813" y="2414588"/>
          <p14:tracePt t="30332" x="9988550" y="2414588"/>
          <p14:tracePt t="30340" x="9413875" y="2414588"/>
          <p14:tracePt t="30348" x="8712200" y="2414588"/>
          <p14:tracePt t="30356" x="8061325" y="2414588"/>
          <p14:tracePt t="30364" x="7348538" y="2414588"/>
          <p14:tracePt t="30372" x="6634163" y="2427288"/>
          <p14:tracePt t="30380" x="5870575" y="2527300"/>
          <p14:tracePt t="30388" x="5319713" y="2578100"/>
          <p14:tracePt t="30396" x="4894263" y="2640013"/>
          <p14:tracePt t="30403" x="4619625" y="2640013"/>
          <p14:tracePt t="30412" x="4456113" y="2640013"/>
          <p14:tracePt t="30420" x="4268788" y="2640013"/>
          <p14:tracePt t="30428" x="4117975" y="2640013"/>
          <p14:tracePt t="30436" x="4005263" y="2640013"/>
          <p14:tracePt t="30444" x="3892550" y="2640013"/>
          <p14:tracePt t="30452" x="3817938" y="2640013"/>
          <p14:tracePt t="30460" x="3717925" y="2640013"/>
          <p14:tracePt t="30468" x="3617913" y="2640013"/>
          <p14:tracePt t="30476" x="3505200" y="2640013"/>
          <p14:tracePt t="30484" x="3392488" y="2640013"/>
          <p14:tracePt t="30492" x="3254375" y="2640013"/>
          <p14:tracePt t="30500" x="3141663" y="2640013"/>
          <p14:tracePt t="30508" x="3003550" y="2640013"/>
          <p14:tracePt t="30516" x="2903538" y="2640013"/>
          <p14:tracePt t="30524" x="2790825" y="2640013"/>
          <p14:tracePt t="30532" x="2690813" y="2640013"/>
          <p14:tracePt t="30540" x="2590800" y="2640013"/>
          <p14:tracePt t="30548" x="2465388" y="2640013"/>
          <p14:tracePt t="30557" x="2365375" y="2640013"/>
          <p14:tracePt t="30564" x="2265363" y="2640013"/>
          <p14:tracePt t="30572" x="2152650" y="2640013"/>
          <p14:tracePt t="30580" x="2039938" y="2640013"/>
          <p14:tracePt t="30588" x="1914525" y="2640013"/>
          <p14:tracePt t="30596" x="1814513" y="2640013"/>
          <p14:tracePt t="30604" x="1701800" y="2640013"/>
          <p14:tracePt t="30612" x="1627188" y="2652713"/>
          <p14:tracePt t="30620" x="1577975" y="2665413"/>
          <p14:tracePt t="30628" x="1539875" y="2678113"/>
          <p14:tracePt t="30636" x="1527175" y="2678113"/>
          <p14:tracePt t="30652" x="1514475" y="2678113"/>
          <p14:tracePt t="30692" x="1489075" y="2678113"/>
          <p14:tracePt t="30700" x="1476375" y="2678113"/>
          <p14:tracePt t="30780" x="1465263" y="2678113"/>
          <p14:tracePt t="30788" x="1439863" y="2678113"/>
          <p14:tracePt t="30796" x="1427163" y="2678113"/>
          <p14:tracePt t="30804" x="1401763" y="2678113"/>
          <p14:tracePt t="30813" x="1376363" y="2678113"/>
          <p14:tracePt t="30820" x="1352550" y="2678113"/>
          <p14:tracePt t="30828" x="1339850" y="2678113"/>
          <p14:tracePt t="30836" x="1314450" y="2678113"/>
          <p14:tracePt t="30844" x="1289050" y="2678113"/>
          <p14:tracePt t="30852" x="1252538" y="2678113"/>
          <p14:tracePt t="30860" x="1227138" y="2678113"/>
          <p14:tracePt t="31788" x="1214438" y="2690813"/>
          <p14:tracePt t="31796" x="1239838" y="2740025"/>
          <p14:tracePt t="31804" x="1252538" y="2740025"/>
          <p14:tracePt t="31812" x="1263650" y="2752725"/>
          <p14:tracePt t="31820" x="1276350" y="2765425"/>
          <p14:tracePt t="31828" x="1289050" y="2790825"/>
          <p14:tracePt t="31836" x="1301750" y="2790825"/>
          <p14:tracePt t="31852" x="1327150" y="2816225"/>
          <p14:tracePt t="31860" x="1363663" y="2816225"/>
          <p14:tracePt t="31868" x="1376363" y="2816225"/>
          <p14:tracePt t="31876" x="1414463" y="2816225"/>
          <p14:tracePt t="31892" x="1427163" y="2816225"/>
          <p14:tracePt t="31908" x="1452563" y="2816225"/>
          <p14:tracePt t="31924" x="1465263" y="2816225"/>
          <p14:tracePt t="31932" x="1501775" y="2816225"/>
          <p14:tracePt t="31940" x="1514475" y="2816225"/>
          <p14:tracePt t="31948" x="1527175" y="2816225"/>
          <p14:tracePt t="31956" x="1539875" y="2816225"/>
          <p14:tracePt t="31964" x="1577975" y="2816225"/>
          <p14:tracePt t="31980" x="1614488" y="2816225"/>
          <p14:tracePt t="31988" x="1665288" y="2803525"/>
          <p14:tracePt t="31996" x="1689100" y="2790825"/>
          <p14:tracePt t="32004" x="1727200" y="2790825"/>
          <p14:tracePt t="32012" x="1752600" y="2778125"/>
          <p14:tracePt t="32020" x="1765300" y="2778125"/>
          <p14:tracePt t="32028" x="1778000" y="2765425"/>
          <p14:tracePt t="32036" x="1814513" y="2765425"/>
          <p14:tracePt t="32044" x="1852613" y="2765425"/>
          <p14:tracePt t="32052" x="1903413" y="2765425"/>
          <p14:tracePt t="32060" x="1952625" y="2752725"/>
          <p14:tracePt t="32068" x="2014538" y="2752725"/>
          <p14:tracePt t="32076" x="2078038" y="2752725"/>
          <p14:tracePt t="32084" x="2116138" y="2752725"/>
          <p14:tracePt t="32091" x="2152650" y="2728913"/>
          <p14:tracePt t="32100" x="2165350" y="2728913"/>
          <p14:tracePt t="32132" x="2178050" y="2716213"/>
          <p14:tracePt t="32172" x="2203450" y="2716213"/>
          <p14:tracePt t="32180" x="2216150" y="2716213"/>
          <p14:tracePt t="32188" x="2228850" y="2716213"/>
          <p14:tracePt t="32196" x="2239963" y="2716213"/>
          <p14:tracePt t="32212" x="2252663" y="2716213"/>
          <p14:tracePt t="32220" x="2278063" y="2716213"/>
          <p14:tracePt t="32236" x="2303463" y="2716213"/>
          <p14:tracePt t="32245" x="2316163" y="2716213"/>
          <p14:tracePt t="32252" x="2328863" y="2716213"/>
          <p14:tracePt t="32259" x="2352675" y="2716213"/>
          <p14:tracePt t="32268" x="2378075" y="2716213"/>
          <p14:tracePt t="32276" x="2416175" y="2716213"/>
          <p14:tracePt t="32284" x="2428875" y="2716213"/>
          <p14:tracePt t="32292" x="2465388" y="2716213"/>
          <p14:tracePt t="32300" x="2490788" y="2716213"/>
          <p14:tracePt t="32308" x="2516188" y="2716213"/>
          <p14:tracePt t="32316" x="2541588" y="2716213"/>
          <p14:tracePt t="32324" x="2565400" y="2716213"/>
          <p14:tracePt t="32332" x="2578100" y="2716213"/>
          <p14:tracePt t="32348" x="2578100" y="2703513"/>
          <p14:tracePt t="32364" x="2590800" y="2703513"/>
          <p14:tracePt t="32372" x="2603500" y="2703513"/>
          <p14:tracePt t="32388" x="2616200" y="2703513"/>
          <p14:tracePt t="32404" x="2628900" y="2703513"/>
          <p14:tracePt t="32420" x="2654300" y="2703513"/>
          <p14:tracePt t="32429" x="2667000" y="2703513"/>
          <p14:tracePt t="32436" x="2678113" y="2703513"/>
          <p14:tracePt t="32444" x="2690813" y="2703513"/>
          <p14:tracePt t="32452" x="2703513" y="2703513"/>
          <p14:tracePt t="32460" x="2716213" y="2703513"/>
          <p14:tracePt t="32468" x="2728913" y="2703513"/>
          <p14:tracePt t="32476" x="2741613" y="2703513"/>
          <p14:tracePt t="32484" x="2754313" y="2703513"/>
          <p14:tracePt t="32492" x="2767013" y="2703513"/>
          <p14:tracePt t="32500" x="2778125" y="2703513"/>
          <p14:tracePt t="32516" x="2816225" y="2703513"/>
          <p14:tracePt t="32524" x="2828925" y="2703513"/>
          <p14:tracePt t="32532" x="2867025" y="2703513"/>
          <p14:tracePt t="32540" x="2916238" y="2703513"/>
          <p14:tracePt t="32548" x="2954338" y="2703513"/>
          <p14:tracePt t="32556" x="2979738" y="2703513"/>
          <p14:tracePt t="32564" x="3003550" y="2703513"/>
          <p14:tracePt t="32572" x="3016250" y="2703513"/>
          <p14:tracePt t="32580" x="3041650" y="2703513"/>
          <p14:tracePt t="32588" x="3067050" y="2703513"/>
          <p14:tracePt t="32596" x="3103563" y="2703513"/>
          <p14:tracePt t="32604" x="3128963" y="2690813"/>
          <p14:tracePt t="32620" x="3141663" y="2678113"/>
          <p14:tracePt t="32628" x="3141663" y="2665413"/>
          <p14:tracePt t="32636" x="3128963" y="2652713"/>
          <p14:tracePt t="32652" x="3092450" y="2652713"/>
          <p14:tracePt t="32660" x="3079750" y="2652713"/>
          <p14:tracePt t="32980" x="3067050" y="2652713"/>
          <p14:tracePt t="33004" x="3054350" y="2640013"/>
          <p14:tracePt t="33012" x="3054350" y="2627313"/>
          <p14:tracePt t="33020" x="3067050" y="2640013"/>
          <p14:tracePt t="33028" x="3103563" y="2640013"/>
          <p14:tracePt t="33036" x="3154363" y="2652713"/>
          <p14:tracePt t="33044" x="3205163" y="2665413"/>
          <p14:tracePt t="33052" x="3241675" y="2690813"/>
          <p14:tracePt t="33059" x="3267075" y="2703513"/>
          <p14:tracePt t="33068" x="3317875" y="2703513"/>
          <p14:tracePt t="33076" x="3354388" y="2740025"/>
          <p14:tracePt t="33084" x="3367088" y="2752725"/>
          <p14:tracePt t="33092" x="3405188" y="2752725"/>
          <p14:tracePt t="33100" x="3467100" y="2790825"/>
          <p14:tracePt t="33108" x="3505200" y="2803525"/>
          <p14:tracePt t="33116" x="3567113" y="2816225"/>
          <p14:tracePt t="33124" x="3617913" y="2828925"/>
          <p14:tracePt t="33132" x="3643313" y="2828925"/>
          <p14:tracePt t="33140" x="3667125" y="2828925"/>
          <p14:tracePt t="33148" x="3692525" y="2828925"/>
          <p14:tracePt t="33156" x="3705225" y="2828925"/>
          <p14:tracePt t="33212" x="3717925" y="2828925"/>
          <p14:tracePt t="33220" x="3743325" y="2828925"/>
          <p14:tracePt t="33228" x="3756025" y="2828925"/>
          <p14:tracePt t="33236" x="3779838" y="2828925"/>
          <p14:tracePt t="33252" x="3817938" y="2828925"/>
          <p14:tracePt t="33268" x="3830638" y="2828925"/>
          <p14:tracePt t="33276" x="3843338" y="2828925"/>
          <p14:tracePt t="33284" x="3856038" y="2828925"/>
          <p14:tracePt t="33316" x="3879850" y="2828925"/>
          <p14:tracePt t="33324" x="3892550" y="2828925"/>
          <p14:tracePt t="33332" x="3905250" y="2828925"/>
          <p14:tracePt t="33340" x="3930650" y="2816225"/>
          <p14:tracePt t="33348" x="3956050" y="2816225"/>
          <p14:tracePt t="33356" x="3979863" y="2803525"/>
          <p14:tracePt t="33364" x="3992563" y="2803525"/>
          <p14:tracePt t="33372" x="4017963" y="2803525"/>
          <p14:tracePt t="33380" x="4043363" y="2803525"/>
          <p14:tracePt t="33396" x="4068763" y="2803525"/>
          <p14:tracePt t="33404" x="4081463" y="2803525"/>
          <p14:tracePt t="33412" x="4117975" y="2790825"/>
          <p14:tracePt t="33420" x="4143375" y="2790825"/>
          <p14:tracePt t="33428" x="4168775" y="2790825"/>
          <p14:tracePt t="33436" x="4205288" y="2790825"/>
          <p14:tracePt t="33443" x="4243388" y="2778125"/>
          <p14:tracePt t="33452" x="4281488" y="2765425"/>
          <p14:tracePt t="33460" x="4305300" y="2765425"/>
          <p14:tracePt t="33468" x="4343400" y="2765425"/>
          <p14:tracePt t="33476" x="4356100" y="2765425"/>
          <p14:tracePt t="33492" x="4381500" y="2752725"/>
          <p14:tracePt t="33516" x="4394200" y="2752725"/>
          <p14:tracePt t="33532" x="4418013" y="2752725"/>
          <p14:tracePt t="33540" x="4430713" y="2752725"/>
          <p14:tracePt t="33556" x="4456113" y="2752725"/>
          <p14:tracePt t="33564" x="4468813" y="2752725"/>
          <p14:tracePt t="33572" x="4494213" y="2752725"/>
          <p14:tracePt t="33580" x="4506913" y="2752725"/>
          <p14:tracePt t="33588" x="4518025" y="2752725"/>
          <p14:tracePt t="33596" x="4543425" y="2752725"/>
          <p14:tracePt t="33604" x="4556125" y="2752725"/>
          <p14:tracePt t="33612" x="4568825" y="2752725"/>
          <p14:tracePt t="33796" x="4581525" y="2752725"/>
          <p14:tracePt t="33804" x="4594225" y="2740025"/>
          <p14:tracePt t="33932" x="4581525" y="2740025"/>
          <p14:tracePt t="33948" x="4556125" y="2740025"/>
          <p14:tracePt t="33956" x="4543425" y="2752725"/>
          <p14:tracePt t="33964" x="4530725" y="2752725"/>
          <p14:tracePt t="33980" x="4518025" y="2752725"/>
          <p14:tracePt t="33988" x="4506913" y="2765425"/>
          <p14:tracePt t="34005" x="4494213" y="2765425"/>
          <p14:tracePt t="34020" x="4481513" y="2765425"/>
          <p14:tracePt t="34164" x="4494213" y="2765425"/>
          <p14:tracePt t="34180" x="4506913" y="2765425"/>
          <p14:tracePt t="34196" x="4530725" y="2765425"/>
          <p14:tracePt t="34220" x="4543425" y="2765425"/>
          <p14:tracePt t="34252" x="4568825" y="2765425"/>
          <p14:tracePt t="34260" x="4581525" y="2765425"/>
          <p14:tracePt t="34284" x="4606925" y="2765425"/>
          <p14:tracePt t="34316" x="4619625" y="2765425"/>
          <p14:tracePt t="34332" x="4643438" y="2765425"/>
          <p14:tracePt t="34348" x="4656138" y="2765425"/>
          <p14:tracePt t="34356" x="4694238" y="2765425"/>
          <p14:tracePt t="34372" x="4706938" y="2765425"/>
          <p14:tracePt t="34380" x="4719638" y="2765425"/>
          <p14:tracePt t="34412" x="4732338" y="2765425"/>
          <p14:tracePt t="34420" x="4743450" y="2765425"/>
          <p14:tracePt t="34428" x="4756150" y="2765425"/>
          <p14:tracePt t="34436" x="4781550" y="2765425"/>
          <p14:tracePt t="34444" x="4819650" y="2765425"/>
          <p14:tracePt t="34452" x="4856163" y="2765425"/>
          <p14:tracePt t="34460" x="4868863" y="2765425"/>
          <p14:tracePt t="34468" x="4894263" y="2765425"/>
          <p14:tracePt t="34476" x="4906963" y="2765425"/>
          <p14:tracePt t="34596" x="4932363" y="2765425"/>
          <p14:tracePt t="34635" x="4945063" y="2765425"/>
          <p14:tracePt t="34716" x="4956175" y="2765425"/>
          <p14:tracePt t="34724" x="4968875" y="2765425"/>
          <p14:tracePt t="34740" x="4981575" y="2765425"/>
          <p14:tracePt t="34756" x="4994275" y="2765425"/>
          <p14:tracePt t="34820" x="5006975" y="2765425"/>
          <p14:tracePt t="34828" x="5045075" y="2765425"/>
          <p14:tracePt t="34836" x="5057775" y="2765425"/>
          <p14:tracePt t="34844" x="5081588" y="2765425"/>
          <p14:tracePt t="34852" x="5094288" y="2765425"/>
          <p14:tracePt t="34860" x="5106988" y="2765425"/>
          <p14:tracePt t="34868" x="5119688" y="2765425"/>
          <p14:tracePt t="34876" x="5132388" y="2765425"/>
          <p14:tracePt t="34892" x="5145088" y="2765425"/>
          <p14:tracePt t="34899" x="5170488" y="2765425"/>
          <p14:tracePt t="34908" x="5181600" y="2765425"/>
          <p14:tracePt t="34915" x="5232400" y="2765425"/>
          <p14:tracePt t="34936" x="5294313" y="2765425"/>
          <p14:tracePt t="34940" x="5345113" y="2765425"/>
          <p14:tracePt t="34948" x="5357813" y="2765425"/>
          <p14:tracePt t="34956" x="5383213" y="2765425"/>
          <p14:tracePt t="34964" x="5394325" y="2765425"/>
          <p14:tracePt t="34972" x="5407025" y="2765425"/>
          <p14:tracePt t="35060" x="5419725" y="2765425"/>
          <p14:tracePt t="35068" x="5445125" y="2752725"/>
          <p14:tracePt t="35124" x="5470525" y="2752725"/>
          <p14:tracePt t="35140" x="5483225" y="2752725"/>
          <p14:tracePt t="35148" x="5507038" y="2752725"/>
          <p14:tracePt t="35156" x="5519738" y="2752725"/>
          <p14:tracePt t="35164" x="5545138" y="2752725"/>
          <p14:tracePt t="35172" x="5557838" y="2752725"/>
          <p14:tracePt t="35188" x="5583238" y="2752725"/>
          <p14:tracePt t="35196" x="5595938" y="2752725"/>
          <p14:tracePt t="35204" x="5607050" y="2752725"/>
          <p14:tracePt t="35212" x="5632450" y="2752725"/>
          <p14:tracePt t="35220" x="5645150" y="2752725"/>
          <p14:tracePt t="35228" x="5683250" y="2752725"/>
          <p14:tracePt t="35236" x="5719763" y="2752725"/>
          <p14:tracePt t="35244" x="5732463" y="2752725"/>
          <p14:tracePt t="35252" x="5770563" y="2752725"/>
          <p14:tracePt t="35260" x="5795963" y="2752725"/>
          <p14:tracePt t="35268" x="5808663" y="2752725"/>
          <p14:tracePt t="35276" x="5821363" y="2752725"/>
          <p14:tracePt t="35284" x="5845175" y="2752725"/>
          <p14:tracePt t="35380" x="5857875" y="2752725"/>
          <p14:tracePt t="35420" x="5870575" y="2752725"/>
          <p14:tracePt t="35476" x="5883275" y="2752725"/>
          <p14:tracePt t="35484" x="5895975" y="2752725"/>
          <p14:tracePt t="35492" x="5908675" y="2752725"/>
          <p14:tracePt t="35500" x="5921375" y="2752725"/>
          <p14:tracePt t="35508" x="5945188" y="2752725"/>
          <p14:tracePt t="35516" x="5983288" y="2752725"/>
          <p14:tracePt t="35524" x="6008688" y="2752725"/>
          <p14:tracePt t="35532" x="6021388" y="2752725"/>
          <p14:tracePt t="35540" x="6045200" y="2752725"/>
          <p14:tracePt t="35548" x="6057900" y="2752725"/>
          <p14:tracePt t="35556" x="6096000" y="2752725"/>
          <p14:tracePt t="35572" x="6134100" y="2752725"/>
          <p14:tracePt t="35580" x="6146800" y="2752725"/>
          <p14:tracePt t="35588" x="6170613" y="2752725"/>
          <p14:tracePt t="35596" x="6196013" y="2752725"/>
          <p14:tracePt t="35604" x="6221413" y="2752725"/>
          <p14:tracePt t="35612" x="6234113" y="2752725"/>
          <p14:tracePt t="35620" x="6246813" y="2752725"/>
          <p14:tracePt t="35628" x="6259513" y="2752725"/>
          <p14:tracePt t="35644" x="6270625" y="2752725"/>
          <p14:tracePt t="35652" x="6283325" y="2752725"/>
          <p14:tracePt t="35660" x="6296025" y="2752725"/>
          <p14:tracePt t="35676" x="6321425" y="2752725"/>
          <p14:tracePt t="35683" x="6346825" y="2752725"/>
          <p14:tracePt t="35692" x="6359525" y="2752725"/>
          <p14:tracePt t="35700" x="6370638" y="2752725"/>
          <p14:tracePt t="35708" x="6383338" y="2752725"/>
          <p14:tracePt t="35716" x="6396038" y="2752725"/>
          <p14:tracePt t="35724" x="6408738" y="2752725"/>
          <p14:tracePt t="35732" x="6421438" y="2752725"/>
          <p14:tracePt t="35740" x="6434138" y="2752725"/>
          <p14:tracePt t="35748" x="6446838" y="2752725"/>
          <p14:tracePt t="35756" x="6472238" y="2752725"/>
          <p14:tracePt t="35764" x="6496050" y="2752725"/>
          <p14:tracePt t="35772" x="6508750" y="2752725"/>
          <p14:tracePt t="35780" x="6546850" y="2752725"/>
          <p14:tracePt t="35788" x="6559550" y="2752725"/>
          <p14:tracePt t="35796" x="6572250" y="2752725"/>
          <p14:tracePt t="35805" x="6584950" y="2752725"/>
          <p14:tracePt t="35812" x="6596063" y="2752725"/>
          <p14:tracePt t="35820" x="6608763" y="2752725"/>
          <p14:tracePt t="35828" x="6621463" y="2752725"/>
          <p14:tracePt t="35836" x="6634163" y="2752725"/>
          <p14:tracePt t="35868" x="6646863" y="2752725"/>
          <p14:tracePt t="35876" x="6659563" y="2752725"/>
          <p14:tracePt t="35884" x="6696075" y="2752725"/>
          <p14:tracePt t="35892" x="6708775" y="2752725"/>
          <p14:tracePt t="35900" x="6746875" y="2752725"/>
          <p14:tracePt t="35908" x="6784975" y="2752725"/>
          <p14:tracePt t="35922" x="6797675" y="2752725"/>
          <p14:tracePt t="35924" x="6834188" y="2752725"/>
          <p14:tracePt t="35932" x="6846888" y="2752725"/>
          <p14:tracePt t="35940" x="6872288" y="2752725"/>
          <p14:tracePt t="35964" x="6884988" y="2752725"/>
          <p14:tracePt t="36004" x="6910388" y="2752725"/>
          <p14:tracePt t="36012" x="6934200" y="2752725"/>
          <p14:tracePt t="36020" x="6959600" y="2752725"/>
          <p14:tracePt t="36028" x="6985000" y="2752725"/>
          <p14:tracePt t="36035" x="6997700" y="2752725"/>
          <p14:tracePt t="36044" x="7010400" y="2752725"/>
          <p14:tracePt t="36051" x="7046913" y="2752725"/>
          <p14:tracePt t="36068" x="7059613" y="2752725"/>
          <p14:tracePt t="36084" x="7072313" y="2752725"/>
          <p14:tracePt t="36108" x="7085013" y="2752725"/>
          <p14:tracePt t="36116" x="7110413" y="2752725"/>
          <p14:tracePt t="36124" x="7123113" y="2752725"/>
          <p14:tracePt t="36132" x="7146925" y="2752725"/>
          <p14:tracePt t="36140" x="7185025" y="2752725"/>
          <p14:tracePt t="36148" x="7223125" y="2752725"/>
          <p14:tracePt t="36156" x="7246938" y="2752725"/>
          <p14:tracePt t="36172" x="7259638" y="2752725"/>
          <p14:tracePt t="36355" x="7285038" y="2752725"/>
          <p14:tracePt t="36364" x="7297738" y="2752725"/>
          <p14:tracePt t="36372" x="7323138" y="2752725"/>
          <p14:tracePt t="36380" x="7385050" y="2752725"/>
          <p14:tracePt t="36387" x="7448550" y="2765425"/>
          <p14:tracePt t="36396" x="7497763" y="2765425"/>
          <p14:tracePt t="36403" x="7572375" y="2778125"/>
          <p14:tracePt t="36412" x="7661275" y="2790825"/>
          <p14:tracePt t="36420" x="7723188" y="2790825"/>
          <p14:tracePt t="36428" x="7761288" y="2790825"/>
          <p14:tracePt t="36435" x="7810500" y="2816225"/>
          <p14:tracePt t="36444" x="7874000" y="2828925"/>
          <p14:tracePt t="36451" x="7897813" y="2828925"/>
          <p14:tracePt t="36460" x="7910513" y="2828925"/>
          <p14:tracePt t="36467" x="7923213" y="2828925"/>
          <p14:tracePt t="36700" x="7961313" y="2828925"/>
          <p14:tracePt t="36708" x="7974013" y="2840038"/>
          <p14:tracePt t="36788" x="7986713" y="2840038"/>
          <p14:tracePt t="36828" x="7999413" y="2840038"/>
          <p14:tracePt t="36852" x="8010525" y="2840038"/>
          <p14:tracePt t="36868" x="8023225" y="2840038"/>
          <p14:tracePt t="36876" x="8035925" y="2840038"/>
          <p14:tracePt t="36892" x="8061325" y="2840038"/>
          <p14:tracePt t="36900" x="8086725" y="2840038"/>
          <p14:tracePt t="36907" x="8110538" y="2828925"/>
          <p14:tracePt t="36916" x="8123238" y="2828925"/>
          <p14:tracePt t="36924" x="8148638" y="2828925"/>
          <p14:tracePt t="36932" x="8174038" y="2828925"/>
          <p14:tracePt t="36939" x="8186738" y="2828925"/>
          <p14:tracePt t="36948" x="8223250" y="2828925"/>
          <p14:tracePt t="36956" x="8261350" y="2828925"/>
          <p14:tracePt t="36964" x="8286750" y="2828925"/>
          <p14:tracePt t="36972" x="8324850" y="2828925"/>
          <p14:tracePt t="36980" x="8348663" y="2828925"/>
          <p14:tracePt t="36987" x="8386763" y="2816225"/>
          <p14:tracePt t="36996" x="8412163" y="2816225"/>
          <p14:tracePt t="37012" x="8424863" y="2816225"/>
          <p14:tracePt t="37020" x="8435975" y="2816225"/>
          <p14:tracePt t="37044" x="8448675" y="2816225"/>
          <p14:tracePt t="37060" x="8461375" y="2803525"/>
          <p14:tracePt t="37076" x="8474075" y="2803525"/>
          <p14:tracePt t="37100" x="8499475" y="2790825"/>
          <p14:tracePt t="37124" x="8512175" y="2790825"/>
          <p14:tracePt t="37140" x="8537575" y="2790825"/>
          <p14:tracePt t="37148" x="8548688" y="2790825"/>
          <p14:tracePt t="37164" x="8561388" y="2790825"/>
          <p14:tracePt t="37172" x="8574088" y="2790825"/>
          <p14:tracePt t="37180" x="8586788" y="2790825"/>
          <p14:tracePt t="37188" x="8599488" y="2790825"/>
          <p14:tracePt t="37196" x="8624888" y="2790825"/>
          <p14:tracePt t="37204" x="8650288" y="2790825"/>
          <p14:tracePt t="37212" x="8661400" y="2790825"/>
          <p14:tracePt t="37220" x="8674100" y="2790825"/>
          <p14:tracePt t="37228" x="8699500" y="2790825"/>
          <p14:tracePt t="37236" x="8712200" y="2790825"/>
          <p14:tracePt t="37244" x="8724900" y="2778125"/>
          <p14:tracePt t="37252" x="8750300" y="2778125"/>
          <p14:tracePt t="37260" x="8786813" y="2765425"/>
          <p14:tracePt t="37268" x="8824913" y="2765425"/>
          <p14:tracePt t="37276" x="8863013" y="2765425"/>
          <p14:tracePt t="37284" x="8912225" y="2765425"/>
          <p14:tracePt t="37292" x="8950325" y="2765425"/>
          <p14:tracePt t="37300" x="8999538" y="2765425"/>
          <p14:tracePt t="37308" x="9037638" y="2765425"/>
          <p14:tracePt t="37316" x="9050338" y="2765425"/>
          <p14:tracePt t="37323" x="9088438" y="2765425"/>
          <p14:tracePt t="37332" x="9099550" y="2765425"/>
          <p14:tracePt t="37340" x="9112250" y="2765425"/>
          <p14:tracePt t="37356" x="9124950" y="2765425"/>
          <p14:tracePt t="37380" x="9137650" y="2765425"/>
          <p14:tracePt t="37388" x="9163050" y="2765425"/>
          <p14:tracePt t="37396" x="9199563" y="2765425"/>
          <p14:tracePt t="37403" x="9224963" y="2765425"/>
          <p14:tracePt t="37412" x="9275763" y="2765425"/>
          <p14:tracePt t="37420" x="9312275" y="2765425"/>
          <p14:tracePt t="37428" x="9337675" y="2765425"/>
          <p14:tracePt t="37436" x="9350375" y="2765425"/>
          <p14:tracePt t="37444" x="9388475" y="2765425"/>
          <p14:tracePt t="37460" x="9401175" y="2765425"/>
          <p14:tracePt t="37476" x="9413875" y="2765425"/>
          <p14:tracePt t="37484" x="9437688" y="2765425"/>
          <p14:tracePt t="37492" x="9463088" y="2765425"/>
          <p14:tracePt t="37500" x="9475788" y="2765425"/>
          <p14:tracePt t="37507" x="9501188" y="2765425"/>
          <p14:tracePt t="37516" x="9525000" y="2740025"/>
          <p14:tracePt t="37524" x="9563100" y="2740025"/>
          <p14:tracePt t="37532" x="9575800" y="2740025"/>
          <p14:tracePt t="37539" x="9588500" y="2740025"/>
          <p14:tracePt t="37548" x="9601200" y="2740025"/>
          <p14:tracePt t="37564" x="9613900" y="2740025"/>
          <p14:tracePt t="37604" x="9626600" y="2740025"/>
          <p14:tracePt t="38436" x="9650413" y="2740025"/>
          <p14:tracePt t="38443" x="9663113" y="2740025"/>
          <p14:tracePt t="38452" x="9688513" y="2740025"/>
          <p14:tracePt t="38460" x="9701213" y="2740025"/>
          <p14:tracePt t="38572" x="9713913" y="2740025"/>
          <p14:tracePt t="38612" x="9726613" y="2740025"/>
          <p14:tracePt t="38644" x="9750425" y="2740025"/>
          <p14:tracePt t="38652" x="9775825" y="2740025"/>
          <p14:tracePt t="38668" x="9788525" y="2728913"/>
          <p14:tracePt t="38692" x="9801225" y="2728913"/>
          <p14:tracePt t="38700" x="9813925" y="2728913"/>
          <p14:tracePt t="38708" x="9826625" y="2728913"/>
          <p14:tracePt t="38716" x="9852025" y="2728913"/>
          <p14:tracePt t="38724" x="9888538" y="2728913"/>
          <p14:tracePt t="38732" x="9939338" y="2728913"/>
          <p14:tracePt t="38740" x="10013950" y="2728913"/>
          <p14:tracePt t="38748" x="10113963" y="2728913"/>
          <p14:tracePt t="38756" x="10201275" y="2728913"/>
          <p14:tracePt t="38764" x="10277475" y="2728913"/>
          <p14:tracePt t="38772" x="10352088" y="2728913"/>
          <p14:tracePt t="38780" x="10414000" y="2728913"/>
          <p14:tracePt t="38788" x="10452100" y="2728913"/>
          <p14:tracePt t="38796" x="10502900" y="2728913"/>
          <p14:tracePt t="38804" x="10514013" y="2728913"/>
          <p14:tracePt t="38812" x="10539413" y="2728913"/>
          <p14:tracePt t="38892" x="10552113" y="2728913"/>
          <p14:tracePt t="38972" x="10577513" y="2728913"/>
          <p14:tracePt t="38980" x="10590213" y="2728913"/>
          <p14:tracePt t="38996" x="10626725" y="2728913"/>
          <p14:tracePt t="39004" x="10652125" y="2728913"/>
          <p14:tracePt t="39012" x="10677525" y="2728913"/>
          <p14:tracePt t="39020" x="10702925" y="2728913"/>
          <p14:tracePt t="39028" x="10726738" y="2728913"/>
          <p14:tracePt t="39036" x="10752138" y="2728913"/>
          <p14:tracePt t="39052" x="10777538" y="2728913"/>
          <p14:tracePt t="39059" x="10790238" y="2728913"/>
          <p14:tracePt t="39068" x="10802938" y="2728913"/>
          <p14:tracePt t="39084" x="10815638" y="2728913"/>
          <p14:tracePt t="39100" x="10828338" y="2728913"/>
          <p14:tracePt t="39116" x="10839450" y="2728913"/>
          <p14:tracePt t="39123" x="10852150" y="2728913"/>
          <p14:tracePt t="39132" x="10864850" y="2728913"/>
          <p14:tracePt t="39148" x="10877550" y="2728913"/>
          <p14:tracePt t="39164" x="10890250" y="2728913"/>
          <p14:tracePt t="39172" x="10902950" y="2728913"/>
          <p14:tracePt t="39188" x="10928350" y="2728913"/>
          <p14:tracePt t="39196" x="10952163" y="2716213"/>
          <p14:tracePt t="39204" x="10990263" y="2716213"/>
          <p14:tracePt t="39211" x="11015663" y="2703513"/>
          <p14:tracePt t="39220" x="11077575" y="2703513"/>
          <p14:tracePt t="39227" x="11115675" y="2690813"/>
          <p14:tracePt t="39236" x="11153775" y="2690813"/>
          <p14:tracePt t="39244" x="11177588" y="2678113"/>
          <p14:tracePt t="39252" x="11190288" y="2678113"/>
          <p14:tracePt t="39300" x="11215688" y="2678113"/>
          <p14:tracePt t="39316" x="11228388" y="2678113"/>
          <p14:tracePt t="39324" x="11266488" y="2652713"/>
          <p14:tracePt t="39340" x="11303000" y="2640013"/>
          <p14:tracePt t="39356" x="11315700" y="2640013"/>
          <p14:tracePt t="39364" x="11341100" y="2640013"/>
          <p14:tracePt t="39379" x="11366500" y="2640013"/>
          <p14:tracePt t="39388" x="11390313" y="2640013"/>
          <p14:tracePt t="39395" x="11428413" y="2640013"/>
          <p14:tracePt t="39403" x="11453813" y="2640013"/>
          <p14:tracePt t="39412" x="11490325" y="2640013"/>
          <p14:tracePt t="39420" x="11515725" y="2640013"/>
          <p14:tracePt t="39427" x="11541125" y="2640013"/>
          <p14:tracePt t="39436" x="11566525" y="2640013"/>
          <p14:tracePt t="39443" x="11579225" y="2640013"/>
          <p14:tracePt t="39452" x="11603038" y="2640013"/>
          <p14:tracePt t="39468" x="11615738" y="2640013"/>
          <p14:tracePt t="39475" x="11641138" y="2640013"/>
          <p14:tracePt t="39492" x="11653838" y="2640013"/>
          <p14:tracePt t="39500" x="11679238" y="2640013"/>
          <p14:tracePt t="39507" x="11691938" y="2640013"/>
          <p14:tracePt t="39516" x="11715750" y="2640013"/>
          <p14:tracePt t="39523" x="11728450" y="2640013"/>
          <p14:tracePt t="39532" x="11766550" y="2640013"/>
          <p14:tracePt t="39548" x="11779250" y="2640013"/>
          <p14:tracePt t="39564" x="11791950" y="2640013"/>
          <p14:tracePt t="39628" x="11804650" y="2640013"/>
          <p14:tracePt t="39636" x="11815763" y="2640013"/>
          <p14:tracePt t="39684" x="11828463" y="2640013"/>
          <p14:tracePt t="39748" x="11841163" y="2640013"/>
          <p14:tracePt t="39755" x="11853863" y="2640013"/>
          <p14:tracePt t="39763" x="11866563" y="2640013"/>
          <p14:tracePt t="39780" x="11879263" y="2640013"/>
          <p14:tracePt t="39796" x="11891963" y="2640013"/>
          <p14:tracePt t="39939" x="11853863" y="2640013"/>
          <p14:tracePt t="39947" x="11766550" y="2665413"/>
          <p14:tracePt t="39956" x="11628438" y="2678113"/>
          <p14:tracePt t="39963" x="11479213" y="2690813"/>
          <p14:tracePt t="39972" x="11290300" y="2716213"/>
          <p14:tracePt t="39979" x="11041063" y="2740025"/>
          <p14:tracePt t="39988" x="10802938" y="2740025"/>
          <p14:tracePt t="39995" x="10526713" y="2752725"/>
          <p14:tracePt t="40005" x="10277475" y="2752725"/>
          <p14:tracePt t="40012" x="10075863" y="2752725"/>
          <p14:tracePt t="40020" x="9801225" y="2752725"/>
          <p14:tracePt t="40028" x="9525000" y="2752725"/>
          <p14:tracePt t="40036" x="9124950" y="2752725"/>
          <p14:tracePt t="40043" x="8499475" y="2778125"/>
          <p14:tracePt t="40052" x="7923213" y="2778125"/>
          <p14:tracePt t="40060" x="7259638" y="2878138"/>
          <p14:tracePt t="40068" x="6784975" y="2878138"/>
          <p14:tracePt t="40076" x="6270625" y="2903538"/>
          <p14:tracePt t="40084" x="5795963" y="2903538"/>
          <p14:tracePt t="40092" x="5394325" y="2903538"/>
          <p14:tracePt t="40100" x="5045075" y="2903538"/>
          <p14:tracePt t="40108" x="4843463" y="2903538"/>
          <p14:tracePt t="40116" x="4630738" y="2903538"/>
          <p14:tracePt t="40124" x="4456113" y="2903538"/>
          <p14:tracePt t="40132" x="4294188" y="2903538"/>
          <p14:tracePt t="40140" x="4156075" y="2903538"/>
          <p14:tracePt t="40147" x="3979863" y="2903538"/>
          <p14:tracePt t="40156" x="3856038" y="2903538"/>
          <p14:tracePt t="40163" x="3730625" y="2890838"/>
          <p14:tracePt t="40172" x="3592513" y="2852738"/>
          <p14:tracePt t="40179" x="3467100" y="2840038"/>
          <p14:tracePt t="40188" x="3354388" y="2828925"/>
          <p14:tracePt t="40196" x="3254375" y="2828925"/>
          <p14:tracePt t="40204" x="3154363" y="2828925"/>
          <p14:tracePt t="40212" x="3079750" y="2828925"/>
          <p14:tracePt t="40220" x="3016250" y="2828925"/>
          <p14:tracePt t="40228" x="2967038" y="2828925"/>
          <p14:tracePt t="40236" x="2916238" y="2828925"/>
          <p14:tracePt t="40244" x="2841625" y="2828925"/>
          <p14:tracePt t="40252" x="2790825" y="2828925"/>
          <p14:tracePt t="40260" x="2741613" y="2828925"/>
          <p14:tracePt t="40268" x="2690813" y="2828925"/>
          <p14:tracePt t="40276" x="2603500" y="2828925"/>
          <p14:tracePt t="40284" x="2554288" y="2828925"/>
          <p14:tracePt t="40292" x="2478088" y="2828925"/>
          <p14:tracePt t="40300" x="2428875" y="2828925"/>
          <p14:tracePt t="40308" x="2378075" y="2816225"/>
          <p14:tracePt t="40315" x="2339975" y="2803525"/>
          <p14:tracePt t="40324" x="2265363" y="2790825"/>
          <p14:tracePt t="40331" x="2216150" y="2790825"/>
          <p14:tracePt t="40340" x="2152650" y="2790825"/>
          <p14:tracePt t="40348" x="2078038" y="2790825"/>
          <p14:tracePt t="40356" x="2027238" y="2790825"/>
          <p14:tracePt t="40364" x="1978025" y="2790825"/>
          <p14:tracePt t="40372" x="1890713" y="2790825"/>
          <p14:tracePt t="40379" x="1827213" y="2790825"/>
          <p14:tracePt t="40389" x="1765300" y="2803525"/>
          <p14:tracePt t="40396" x="1714500" y="2816225"/>
          <p14:tracePt t="40404" x="1652588" y="2816225"/>
          <p14:tracePt t="40412" x="1614488" y="2828925"/>
          <p14:tracePt t="40420" x="1577975" y="2840038"/>
          <p14:tracePt t="40428" x="1565275" y="2840038"/>
          <p14:tracePt t="40436" x="1552575" y="2852738"/>
          <p14:tracePt t="40444" x="1539875" y="2852738"/>
          <p14:tracePt t="40452" x="1527175" y="2852738"/>
          <p14:tracePt t="40460" x="1514475" y="2852738"/>
          <p14:tracePt t="40468" x="1489075" y="2865438"/>
          <p14:tracePt t="40485" x="1465263" y="2865438"/>
          <p14:tracePt t="40492" x="1439863" y="2865438"/>
          <p14:tracePt t="40508" x="1414463" y="2890838"/>
          <p14:tracePt t="40524" x="1389063" y="2890838"/>
          <p14:tracePt t="40532" x="1389063" y="2903538"/>
          <p14:tracePt t="40540" x="1363663" y="2903538"/>
          <p14:tracePt t="40547" x="1352550" y="2916238"/>
          <p14:tracePt t="40572" x="1327150" y="2916238"/>
          <p14:tracePt t="40588" x="1314450" y="2928938"/>
          <p14:tracePt t="40636" x="1314450" y="2941638"/>
          <p14:tracePt t="40643" x="1301750" y="2941638"/>
          <p14:tracePt t="40651" x="1301750" y="2952750"/>
          <p14:tracePt t="40660" x="1301750" y="2965450"/>
          <p14:tracePt t="40668" x="1289050" y="2965450"/>
          <p14:tracePt t="40700" x="1289050" y="2978150"/>
          <p14:tracePt t="40708" x="1289050" y="2990850"/>
          <p14:tracePt t="40724" x="1289050" y="3003550"/>
          <p14:tracePt t="40740" x="1289050" y="3016250"/>
          <p14:tracePt t="40756" x="1327150" y="3041650"/>
          <p14:tracePt t="40763" x="1339850" y="3041650"/>
          <p14:tracePt t="40772" x="1352550" y="3041650"/>
          <p14:tracePt t="40780" x="1376363" y="3041650"/>
          <p14:tracePt t="40788" x="1414463" y="3041650"/>
          <p14:tracePt t="40796" x="1452563" y="3041650"/>
          <p14:tracePt t="40804" x="1514475" y="3041650"/>
          <p14:tracePt t="40812" x="1565275" y="3041650"/>
          <p14:tracePt t="40820" x="1627188" y="3041650"/>
          <p14:tracePt t="40828" x="1677988" y="3041650"/>
          <p14:tracePt t="40835" x="1739900" y="3041650"/>
          <p14:tracePt t="40844" x="1778000" y="3041650"/>
          <p14:tracePt t="40860" x="1790700" y="3041650"/>
          <p14:tracePt t="40876" x="1801813" y="3041650"/>
          <p14:tracePt t="40899" x="1827213" y="3041650"/>
          <p14:tracePt t="40908" x="1839913" y="3041650"/>
          <p14:tracePt t="40919" x="1852613" y="3041650"/>
          <p14:tracePt t="40924" x="1878013" y="3041650"/>
          <p14:tracePt t="40932" x="1903413" y="3041650"/>
          <p14:tracePt t="40940" x="1914525" y="3041650"/>
          <p14:tracePt t="40948" x="1927225" y="3041650"/>
          <p14:tracePt t="40996" x="1939925" y="3041650"/>
          <p14:tracePt t="41004" x="1952625" y="3041650"/>
          <p14:tracePt t="41020" x="1965325" y="3041650"/>
          <p14:tracePt t="41028" x="1978025" y="3041650"/>
          <p14:tracePt t="41035" x="1990725" y="3041650"/>
          <p14:tracePt t="41044" x="2014538" y="3041650"/>
          <p14:tracePt t="41052" x="2027238" y="3041650"/>
          <p14:tracePt t="41060" x="2039938" y="3041650"/>
          <p14:tracePt t="41076" x="2052638" y="3041650"/>
          <p14:tracePt t="41083" x="2078038" y="3041650"/>
          <p14:tracePt t="41092" x="2090738" y="3041650"/>
          <p14:tracePt t="41099" x="2127250" y="3041650"/>
          <p14:tracePt t="41108" x="2165350" y="3041650"/>
          <p14:tracePt t="41115" x="2203450" y="3041650"/>
          <p14:tracePt t="41124" x="2228850" y="3041650"/>
          <p14:tracePt t="41131" x="2278063" y="3028950"/>
          <p14:tracePt t="41140" x="2303463" y="3028950"/>
          <p14:tracePt t="41156" x="2316163" y="3028950"/>
          <p14:tracePt t="41180" x="2328863" y="3028950"/>
          <p14:tracePt t="41188" x="2339975" y="3028950"/>
          <p14:tracePt t="41220" x="2352675" y="3028950"/>
          <p14:tracePt t="41227" x="2378075" y="3028950"/>
          <p14:tracePt t="41812" x="2390775" y="3028950"/>
          <p14:tracePt t="41852" x="2416175" y="3016250"/>
          <p14:tracePt t="41860" x="2428875" y="3003550"/>
          <p14:tracePt t="41876" x="2452688" y="3003550"/>
          <p14:tracePt t="41884" x="2465388" y="3003550"/>
          <p14:tracePt t="41892" x="2516188" y="3003550"/>
          <p14:tracePt t="41900" x="2565400" y="3003550"/>
          <p14:tracePt t="41908" x="2616200" y="3003550"/>
          <p14:tracePt t="41916" x="2654300" y="3003550"/>
          <p14:tracePt t="41924" x="2703513" y="3003550"/>
          <p14:tracePt t="41939" x="2754313" y="3003550"/>
          <p14:tracePt t="41940" x="2790825" y="3003550"/>
          <p14:tracePt t="41948" x="2816225" y="3003550"/>
          <p14:tracePt t="41956" x="2854325" y="3003550"/>
          <p14:tracePt t="41964" x="2890838" y="3003550"/>
          <p14:tracePt t="41972" x="2903538" y="3003550"/>
          <p14:tracePt t="42028" x="2928938" y="3003550"/>
          <p14:tracePt t="42116" x="2941638" y="3003550"/>
          <p14:tracePt t="42140" x="2967038" y="3003550"/>
          <p14:tracePt t="42148" x="3003550" y="3003550"/>
          <p14:tracePt t="42155" x="3028950" y="3003550"/>
          <p14:tracePt t="42164" x="3067050" y="3003550"/>
          <p14:tracePt t="42172" x="3116263" y="3003550"/>
          <p14:tracePt t="42180" x="3154363" y="3003550"/>
          <p14:tracePt t="42188" x="3192463" y="3003550"/>
          <p14:tracePt t="42196" x="3241675" y="3003550"/>
          <p14:tracePt t="42203" x="3279775" y="3003550"/>
          <p14:tracePt t="42212" x="3305175" y="3003550"/>
          <p14:tracePt t="42220" x="3341688" y="3003550"/>
          <p14:tracePt t="42228" x="3367088" y="3003550"/>
          <p14:tracePt t="42236" x="3405188" y="3003550"/>
          <p14:tracePt t="42244" x="3429000" y="3003550"/>
          <p14:tracePt t="42252" x="3454400" y="3003550"/>
          <p14:tracePt t="42260" x="3492500" y="3003550"/>
          <p14:tracePt t="42268" x="3530600" y="3003550"/>
          <p14:tracePt t="42276" x="3579813" y="3003550"/>
          <p14:tracePt t="42283" x="3630613" y="3003550"/>
          <p14:tracePt t="42292" x="3679825" y="3003550"/>
          <p14:tracePt t="42300" x="3730625" y="3003550"/>
          <p14:tracePt t="42308" x="3792538" y="3003550"/>
          <p14:tracePt t="42316" x="3843338" y="3003550"/>
          <p14:tracePt t="42324" x="3856038" y="3003550"/>
          <p14:tracePt t="42332" x="3879850" y="3003550"/>
          <p14:tracePt t="42339" x="3892550" y="3003550"/>
          <p14:tracePt t="42348" x="3905250" y="3016250"/>
          <p14:tracePt t="42356" x="3917950" y="3016250"/>
          <p14:tracePt t="42364" x="3930650" y="3016250"/>
          <p14:tracePt t="42380" x="3956050" y="3028950"/>
          <p14:tracePt t="42387" x="3968750" y="3028950"/>
          <p14:tracePt t="42396" x="3992563" y="3028950"/>
          <p14:tracePt t="42403" x="4005263" y="3028950"/>
          <p14:tracePt t="42412" x="4017963" y="3028950"/>
          <p14:tracePt t="42419" x="4056063" y="3028950"/>
          <p14:tracePt t="42428" x="4068763" y="3028950"/>
          <p14:tracePt t="42435" x="4081463" y="3028950"/>
          <p14:tracePt t="42444" x="4092575" y="3028950"/>
          <p14:tracePt t="42451" x="4117975" y="3028950"/>
          <p14:tracePt t="42468" x="4130675" y="3028950"/>
          <p14:tracePt t="42476" x="4156075" y="3028950"/>
          <p14:tracePt t="42492" x="4181475" y="3028950"/>
          <p14:tracePt t="42500" x="4205288" y="3028950"/>
          <p14:tracePt t="42508" x="4217988" y="3028950"/>
          <p14:tracePt t="42516" x="4256088" y="3028950"/>
          <p14:tracePt t="42523" x="4294188" y="3028950"/>
          <p14:tracePt t="42532" x="4305300" y="3028950"/>
          <p14:tracePt t="42540" x="4343400" y="3028950"/>
          <p14:tracePt t="42548" x="4381500" y="3028950"/>
          <p14:tracePt t="42556" x="4418013" y="3028950"/>
          <p14:tracePt t="42563" x="4443413" y="3028950"/>
          <p14:tracePt t="42571" x="4481513" y="3028950"/>
          <p14:tracePt t="42580" x="4518025" y="3028950"/>
          <p14:tracePt t="42588" x="4530725" y="3028950"/>
          <p14:tracePt t="42595" x="4568825" y="3028950"/>
          <p14:tracePt t="42603" x="4606925" y="3028950"/>
          <p14:tracePt t="42612" x="4619625" y="3028950"/>
          <p14:tracePt t="42619" x="4643438" y="3028950"/>
          <p14:tracePt t="42628" x="4668838" y="3028950"/>
          <p14:tracePt t="42636" x="4706938" y="3028950"/>
          <p14:tracePt t="42644" x="4732338" y="3003550"/>
          <p14:tracePt t="42651" x="4743450" y="3003550"/>
          <p14:tracePt t="42660" x="4756150" y="2990850"/>
          <p14:tracePt t="42667" x="4781550" y="2990850"/>
          <p14:tracePt t="42684" x="4806950" y="2990850"/>
          <p14:tracePt t="42692" x="4819650" y="2990850"/>
          <p14:tracePt t="42699" x="4843463" y="2965450"/>
          <p14:tracePt t="42707" x="4856163" y="2965450"/>
          <p14:tracePt t="42716" x="4881563" y="2965450"/>
          <p14:tracePt t="42724" x="4906963" y="2965450"/>
          <p14:tracePt t="42732" x="4919663" y="2952750"/>
          <p14:tracePt t="42740" x="4932363" y="2952750"/>
          <p14:tracePt t="42748" x="4956175" y="2952750"/>
          <p14:tracePt t="42755" x="4981575" y="2952750"/>
          <p14:tracePt t="42764" x="4994275" y="2952750"/>
          <p14:tracePt t="42771" x="5032375" y="2952750"/>
          <p14:tracePt t="42780" x="5045075" y="2941638"/>
          <p14:tracePt t="42787" x="5081588" y="2941638"/>
          <p14:tracePt t="42796" x="5106988" y="2941638"/>
          <p14:tracePt t="42803" x="5157788" y="2941638"/>
          <p14:tracePt t="42812" x="5219700" y="2941638"/>
          <p14:tracePt t="42819" x="5307013" y="2941638"/>
          <p14:tracePt t="42828" x="5357813" y="2941638"/>
          <p14:tracePt t="42836" x="5407025" y="2941638"/>
          <p14:tracePt t="42844" x="5457825" y="2941638"/>
          <p14:tracePt t="42851" x="5470525" y="2941638"/>
          <p14:tracePt t="42860" x="5507038" y="2941638"/>
          <p14:tracePt t="42876" x="5519738" y="2941638"/>
          <p14:tracePt t="42892" x="5532438" y="2941638"/>
          <p14:tracePt t="42899" x="5545138" y="2941638"/>
          <p14:tracePt t="42908" x="5557838" y="2941638"/>
          <p14:tracePt t="42916" x="5583238" y="2941638"/>
          <p14:tracePt t="42924" x="5619750" y="2941638"/>
          <p14:tracePt t="42931" x="5632450" y="2941638"/>
          <p14:tracePt t="42942" x="5657850" y="2941638"/>
          <p14:tracePt t="42948" x="5683250" y="2941638"/>
          <p14:tracePt t="42955" x="5719763" y="2941638"/>
          <p14:tracePt t="42971" x="5732463" y="2941638"/>
          <p14:tracePt t="42988" x="5745163" y="2941638"/>
          <p14:tracePt t="43124" x="5757863" y="2941638"/>
          <p14:tracePt t="44676" x="5770563" y="2941638"/>
          <p14:tracePt t="44683" x="5770563" y="2952750"/>
          <p14:tracePt t="44707" x="5770563" y="2965450"/>
          <p14:tracePt t="44715" x="5770563" y="2978150"/>
          <p14:tracePt t="44748" x="5770563" y="2990850"/>
          <p14:tracePt t="44803" x="5770563" y="3003550"/>
          <p14:tracePt t="44820" x="5783263" y="3016250"/>
          <p14:tracePt t="44827" x="5795963" y="3028950"/>
          <p14:tracePt t="44852" x="5808663" y="3028950"/>
          <p14:tracePt t="44892" x="5783263" y="3041650"/>
          <p14:tracePt t="44900" x="5757863" y="3041650"/>
          <p14:tracePt t="45228" x="5745163" y="3041650"/>
          <p14:tracePt t="45236" x="5719763" y="3041650"/>
          <p14:tracePt t="45299" x="5695950" y="3041650"/>
          <p14:tracePt t="45307" x="5695950" y="3065463"/>
          <p14:tracePt t="45316" x="5683250" y="3065463"/>
          <p14:tracePt t="45347" x="5670550" y="3078163"/>
          <p14:tracePt t="45380" x="5670550" y="3090863"/>
          <p14:tracePt t="45388" x="5683250" y="3116263"/>
          <p14:tracePt t="45396" x="5683250" y="3128963"/>
          <p14:tracePt t="45404" x="5683250" y="3141663"/>
          <p14:tracePt t="45427" x="5683250" y="3154363"/>
          <p14:tracePt t="45436" x="5670550" y="3154363"/>
          <p14:tracePt t="45443" x="5632450" y="3165475"/>
          <p14:tracePt t="45452" x="5583238" y="3165475"/>
          <p14:tracePt t="45460" x="5519738" y="3165475"/>
          <p14:tracePt t="45468" x="5445125" y="3165475"/>
          <p14:tracePt t="45475" x="5357813" y="3165475"/>
          <p14:tracePt t="45483" x="5281613" y="3165475"/>
          <p14:tracePt t="45491" x="5181600" y="3165475"/>
          <p14:tracePt t="45500" x="5106988" y="3190875"/>
          <p14:tracePt t="45508" x="5057775" y="3203575"/>
          <p14:tracePt t="45516" x="4981575" y="3216275"/>
          <p14:tracePt t="45524" x="4956175" y="3216275"/>
          <p14:tracePt t="45531" x="4932363" y="3228975"/>
          <p14:tracePt t="45540" x="4894263" y="3228975"/>
          <p14:tracePt t="45548" x="4868863" y="3241675"/>
          <p14:tracePt t="45556" x="4843463" y="3241675"/>
          <p14:tracePt t="45563" x="4819650" y="3241675"/>
          <p14:tracePt t="45572" x="4768850" y="3241675"/>
          <p14:tracePt t="45579" x="4706938" y="3241675"/>
          <p14:tracePt t="45588" x="4619625" y="3241675"/>
          <p14:tracePt t="45595" x="4494213" y="3241675"/>
          <p14:tracePt t="45604" x="4381500" y="3241675"/>
          <p14:tracePt t="45612" x="4256088" y="3241675"/>
          <p14:tracePt t="45620" x="4105275" y="3241675"/>
          <p14:tracePt t="45627" x="3917950" y="3241675"/>
          <p14:tracePt t="45636" x="3756025" y="3241675"/>
          <p14:tracePt t="45643" x="3554413" y="3241675"/>
          <p14:tracePt t="45652" x="3379788" y="3241675"/>
          <p14:tracePt t="45660" x="3179763" y="3241675"/>
          <p14:tracePt t="45668" x="2941638" y="3241675"/>
          <p14:tracePt t="45675" x="2565400" y="3267075"/>
          <p14:tracePt t="45683" x="2216150" y="3267075"/>
          <p14:tracePt t="45692" x="2052638" y="3267075"/>
          <p14:tracePt t="45700" x="1927225" y="3267075"/>
          <p14:tracePt t="45708" x="1839913" y="3267075"/>
          <p14:tracePt t="45715" x="1739900" y="3267075"/>
          <p14:tracePt t="45724" x="1614488" y="3290888"/>
          <p14:tracePt t="45732" x="1514475" y="3316288"/>
          <p14:tracePt t="45740" x="1414463" y="3316288"/>
          <p14:tracePt t="45748" x="1339850" y="3341688"/>
          <p14:tracePt t="45756" x="1252538" y="3378200"/>
          <p14:tracePt t="45763" x="1176338" y="3390900"/>
          <p14:tracePt t="45772" x="1127125" y="3416300"/>
          <p14:tracePt t="45779" x="1063625" y="3441700"/>
          <p14:tracePt t="45788" x="1038225" y="3454400"/>
          <p14:tracePt t="45795" x="1001713" y="3454400"/>
          <p14:tracePt t="45804" x="963613" y="3467100"/>
          <p14:tracePt t="45811" x="938213" y="3467100"/>
          <p14:tracePt t="45820" x="914400" y="3479800"/>
          <p14:tracePt t="45827" x="876300" y="3479800"/>
          <p14:tracePt t="45836" x="850900" y="3479800"/>
          <p14:tracePt t="45844" x="814388" y="3490913"/>
          <p14:tracePt t="45852" x="763588" y="3490913"/>
          <p14:tracePt t="45860" x="712788" y="3490913"/>
          <p14:tracePt t="45868" x="650875" y="3490913"/>
          <p14:tracePt t="45876" x="588963" y="3490913"/>
          <p14:tracePt t="45884" x="550863" y="3490913"/>
          <p14:tracePt t="45891" x="500063" y="3490913"/>
          <p14:tracePt t="45899" x="463550" y="3490913"/>
          <p14:tracePt t="45917" x="438150" y="3490913"/>
          <p14:tracePt t="46020" x="450850" y="3490913"/>
          <p14:tracePt t="46028" x="476250" y="3490913"/>
          <p14:tracePt t="46036" x="500063" y="3490913"/>
          <p14:tracePt t="46043" x="512763" y="3479800"/>
          <p14:tracePt t="46052" x="550863" y="3467100"/>
          <p14:tracePt t="46068" x="563563" y="3467100"/>
          <p14:tracePt t="46083" x="576263" y="3467100"/>
          <p14:tracePt t="46100" x="588963" y="3467100"/>
          <p14:tracePt t="46116" x="588963" y="3454400"/>
          <p14:tracePt t="46195" x="576263" y="3454400"/>
          <p14:tracePt t="46204" x="550863" y="3454400"/>
          <p14:tracePt t="46243" x="538163" y="3454400"/>
          <p14:tracePt t="46427" x="588963" y="3454400"/>
          <p14:tracePt t="46435" x="663575" y="3454400"/>
          <p14:tracePt t="46443" x="738188" y="3454400"/>
          <p14:tracePt t="46452" x="825500" y="3454400"/>
          <p14:tracePt t="46459" x="901700" y="3454400"/>
          <p14:tracePt t="46468" x="950913" y="3454400"/>
          <p14:tracePt t="46476" x="989013" y="3454400"/>
          <p14:tracePt t="46564" x="1001713" y="3454400"/>
          <p14:tracePt t="46596" x="1014413" y="3454400"/>
          <p14:tracePt t="46603" x="1027113" y="3454400"/>
          <p14:tracePt t="46643" x="1038225" y="3454400"/>
          <p14:tracePt t="46651" x="1050925" y="3454400"/>
          <p14:tracePt t="46668" x="1063625" y="3441700"/>
          <p14:tracePt t="46684" x="1089025" y="3441700"/>
          <p14:tracePt t="46692" x="1127125" y="3441700"/>
          <p14:tracePt t="46700" x="1163638" y="3441700"/>
          <p14:tracePt t="46708" x="1214438" y="3441700"/>
          <p14:tracePt t="46715" x="1252538" y="3441700"/>
          <p14:tracePt t="46723" x="1263650" y="3441700"/>
          <p14:tracePt t="46731" x="1289050" y="3441700"/>
          <p14:tracePt t="46740" x="1314450" y="3441700"/>
          <p14:tracePt t="46747" x="1352550" y="3441700"/>
          <p14:tracePt t="46756" x="1401763" y="3441700"/>
          <p14:tracePt t="46763" x="1452563" y="3441700"/>
          <p14:tracePt t="46772" x="1539875" y="3441700"/>
          <p14:tracePt t="46779" x="1589088" y="3441700"/>
          <p14:tracePt t="46788" x="1639888" y="3441700"/>
          <p14:tracePt t="46795" x="1665288" y="3441700"/>
          <p14:tracePt t="46803" x="1701800" y="3441700"/>
          <p14:tracePt t="46820" x="1714500" y="3441700"/>
          <p14:tracePt t="46851" x="1727200" y="3441700"/>
          <p14:tracePt t="46868" x="1739900" y="3441700"/>
          <p14:tracePt t="46900" x="1752600" y="3441700"/>
          <p14:tracePt t="46907" x="1778000" y="3441700"/>
          <p14:tracePt t="46915" x="1790700" y="3441700"/>
          <p14:tracePt t="46936" x="1801813" y="3441700"/>
          <p14:tracePt t="46988" x="1814513" y="3441700"/>
          <p14:tracePt t="46995" x="1827213" y="3441700"/>
          <p14:tracePt t="47012" x="1839913" y="3441700"/>
          <p14:tracePt t="47019" x="1852613" y="3441700"/>
          <p14:tracePt t="47044" x="1865313" y="3429000"/>
          <p14:tracePt t="47083" x="1878013" y="3429000"/>
          <p14:tracePt t="47091" x="1890713" y="3429000"/>
          <p14:tracePt t="47099" x="1914525" y="3429000"/>
          <p14:tracePt t="47108" x="1952625" y="3429000"/>
          <p14:tracePt t="47115" x="1990725" y="3429000"/>
          <p14:tracePt t="47124" x="2027238" y="3429000"/>
          <p14:tracePt t="47131" x="2103438" y="3429000"/>
          <p14:tracePt t="47140" x="2152650" y="3429000"/>
          <p14:tracePt t="47147" x="2239963" y="3454400"/>
          <p14:tracePt t="47156" x="2316163" y="3454400"/>
          <p14:tracePt t="47163" x="2378075" y="3454400"/>
          <p14:tracePt t="47172" x="2452688" y="3454400"/>
          <p14:tracePt t="47180" x="2503488" y="3454400"/>
          <p14:tracePt t="47187" x="2528888" y="3454400"/>
          <p14:tracePt t="47276" x="2541588" y="3454400"/>
          <p14:tracePt t="47324" x="2554288" y="3454400"/>
          <p14:tracePt t="47340" x="2565400" y="3454400"/>
          <p14:tracePt t="47372" x="2603500" y="3454400"/>
          <p14:tracePt t="47380" x="2667000" y="3441700"/>
          <p14:tracePt t="47388" x="2716213" y="3441700"/>
          <p14:tracePt t="47396" x="2767013" y="3441700"/>
          <p14:tracePt t="47404" x="2816225" y="3441700"/>
          <p14:tracePt t="47411" x="2867025" y="3416300"/>
          <p14:tracePt t="47420" x="2879725" y="3416300"/>
          <p14:tracePt t="47428" x="2903538" y="3403600"/>
          <p14:tracePt t="47444" x="2916238" y="3403600"/>
          <p14:tracePt t="47476" x="2941638" y="3403600"/>
          <p14:tracePt t="47580" x="2954338" y="3403600"/>
          <p14:tracePt t="47587" x="2967038" y="3403600"/>
          <p14:tracePt t="47612" x="2992438" y="3403600"/>
          <p14:tracePt t="47628" x="3003550" y="3390900"/>
          <p14:tracePt t="47644" x="3028950" y="3390900"/>
          <p14:tracePt t="47660" x="3054350" y="3378200"/>
          <p14:tracePt t="47676" x="3079750" y="3378200"/>
          <p14:tracePt t="47683" x="3092450" y="3367088"/>
          <p14:tracePt t="47692" x="3116263" y="3367088"/>
          <p14:tracePt t="47699" x="3128963" y="3367088"/>
          <p14:tracePt t="47707" x="3154363" y="3367088"/>
          <p14:tracePt t="47715" x="3167063" y="3354388"/>
          <p14:tracePt t="47723" x="3179763" y="3354388"/>
          <p14:tracePt t="47739" x="3192463" y="3354388"/>
          <p14:tracePt t="48107" x="3205163" y="3354388"/>
          <p14:tracePt t="48124" x="3216275" y="3354388"/>
          <p14:tracePt t="48131" x="3228975" y="3354388"/>
          <p14:tracePt t="48147" x="3241675" y="3354388"/>
          <p14:tracePt t="48155" x="3267075" y="3354388"/>
          <p14:tracePt t="48163" x="3292475" y="3354388"/>
          <p14:tracePt t="48172" x="3328988" y="3367088"/>
          <p14:tracePt t="48180" x="3341688" y="3367088"/>
          <p14:tracePt t="48187" x="3367088" y="3367088"/>
          <p14:tracePt t="48196" x="3379788" y="3367088"/>
          <p14:tracePt t="48203" x="3405188" y="3378200"/>
          <p14:tracePt t="48212" x="3429000" y="3378200"/>
          <p14:tracePt t="48219" x="3454400" y="3390900"/>
          <p14:tracePt t="48252" x="3467100" y="3390900"/>
          <p14:tracePt t="48292" x="3479800" y="3390900"/>
          <p14:tracePt t="48299" x="3492500" y="3390900"/>
          <p14:tracePt t="48323" x="3505200" y="3390900"/>
          <p14:tracePt t="48332" x="3517900" y="3390900"/>
          <p14:tracePt t="48348" x="3530600" y="3390900"/>
          <p14:tracePt t="48476" x="3541713" y="3390900"/>
          <p14:tracePt t="48508" x="3554413" y="3390900"/>
          <p14:tracePt t="48523" x="3567113" y="3390900"/>
          <p14:tracePt t="48539" x="3579813" y="3390900"/>
          <p14:tracePt t="48548" x="3605213" y="3390900"/>
          <p14:tracePt t="48556" x="3617913" y="3390900"/>
          <p14:tracePt t="48563" x="3643313" y="3390900"/>
          <p14:tracePt t="48571" x="3654425" y="3390900"/>
          <p14:tracePt t="48580" x="3679825" y="3390900"/>
          <p14:tracePt t="48587" x="3717925" y="3390900"/>
          <p14:tracePt t="48595" x="3756025" y="3390900"/>
          <p14:tracePt t="48604" x="3779838" y="3390900"/>
          <p14:tracePt t="48612" x="3830638" y="3390900"/>
          <p14:tracePt t="48619" x="3867150" y="3390900"/>
          <p14:tracePt t="48628" x="3905250" y="3390900"/>
          <p14:tracePt t="48635" x="3943350" y="3390900"/>
          <p14:tracePt t="48644" x="3992563" y="3390900"/>
          <p14:tracePt t="48652" x="4030663" y="3390900"/>
          <p14:tracePt t="48660" x="4068763" y="3390900"/>
          <p14:tracePt t="48667" x="4117975" y="3390900"/>
          <p14:tracePt t="48676" x="4156075" y="3390900"/>
          <p14:tracePt t="48684" x="4168775" y="3390900"/>
          <p14:tracePt t="48691" x="4192588" y="3390900"/>
          <p14:tracePt t="48700" x="4205288" y="3390900"/>
          <p14:tracePt t="48707" x="4217988" y="3390900"/>
          <p14:tracePt t="48715" x="4230688" y="3390900"/>
          <p14:tracePt t="48724" x="4243388" y="3390900"/>
          <p14:tracePt t="48756" x="4256088" y="3390900"/>
          <p14:tracePt t="48772" x="4256088" y="3378200"/>
          <p14:tracePt t="48788" x="4268788" y="3378200"/>
          <p14:tracePt t="48796" x="4281488" y="3378200"/>
          <p14:tracePt t="48803" x="4294188" y="3378200"/>
          <p14:tracePt t="48812" x="4318000" y="3378200"/>
          <p14:tracePt t="48828" x="4343400" y="3378200"/>
          <p14:tracePt t="48835" x="4356100" y="3378200"/>
          <p14:tracePt t="48843" x="4368800" y="3378200"/>
          <p14:tracePt t="48860" x="4381500" y="3378200"/>
          <p14:tracePt t="48876" x="4406900" y="3367088"/>
          <p14:tracePt t="48892" x="4430713" y="3367088"/>
          <p14:tracePt t="48900" x="4468813" y="3367088"/>
          <p14:tracePt t="48908" x="4494213" y="3367088"/>
          <p14:tracePt t="48916" x="4518025" y="3367088"/>
          <p14:tracePt t="48924" x="4543425" y="3367088"/>
          <p14:tracePt t="48942" x="4606925" y="3367088"/>
          <p14:tracePt t="48948" x="4619625" y="3367088"/>
          <p14:tracePt t="48955" x="4656138" y="3367088"/>
          <p14:tracePt t="48964" x="4694238" y="3378200"/>
          <p14:tracePt t="48971" x="4719638" y="3378200"/>
          <p14:tracePt t="48980" x="4756150" y="3378200"/>
          <p14:tracePt t="48987" x="4794250" y="3378200"/>
          <p14:tracePt t="48996" x="4806950" y="3378200"/>
          <p14:tracePt t="49003" x="4832350" y="3378200"/>
          <p14:tracePt t="49012" x="4843463" y="3378200"/>
          <p14:tracePt t="49019" x="4868863" y="3378200"/>
          <p14:tracePt t="49027" x="4894263" y="3378200"/>
          <p14:tracePt t="49043" x="4919663" y="3378200"/>
          <p14:tracePt t="49068" x="4932363" y="3378200"/>
          <p14:tracePt t="49164" x="4945063" y="3378200"/>
          <p14:tracePt t="49171" x="4956175" y="3378200"/>
          <p14:tracePt t="49180" x="4968875" y="3378200"/>
          <p14:tracePt t="49443" x="4981575" y="3378200"/>
          <p14:tracePt t="49451" x="5006975" y="3378200"/>
          <p14:tracePt t="49971" x="5019675" y="3367088"/>
          <p14:tracePt t="49988" x="5045075" y="3367088"/>
          <p14:tracePt t="50003" x="5057775" y="3367088"/>
          <p14:tracePt t="50036" x="5068888" y="3367088"/>
          <p14:tracePt t="50052" x="5081588" y="3367088"/>
          <p14:tracePt t="50068" x="5094288" y="3367088"/>
          <p14:tracePt t="50092" x="5106988" y="3367088"/>
          <p14:tracePt t="50116" x="5119688" y="3367088"/>
          <p14:tracePt t="50132" x="5132388" y="3367088"/>
          <p14:tracePt t="50139" x="5145088" y="3367088"/>
          <p14:tracePt t="50163" x="5157788" y="3367088"/>
          <p14:tracePt t="50171" x="5170488" y="3367088"/>
          <p14:tracePt t="50179" x="5181600" y="3367088"/>
          <p14:tracePt t="50187" x="5207000" y="3367088"/>
          <p14:tracePt t="50195" x="5232400" y="3367088"/>
          <p14:tracePt t="50212" x="5270500" y="3367088"/>
          <p14:tracePt t="50219" x="5294313" y="3367088"/>
          <p14:tracePt t="50228" x="5307013" y="3367088"/>
          <p14:tracePt t="50235" x="5332413" y="3367088"/>
          <p14:tracePt t="50243" x="5357813" y="3367088"/>
          <p14:tracePt t="50252" x="5394325" y="3367088"/>
          <p14:tracePt t="50276" x="5407025" y="3367088"/>
          <p14:tracePt t="50316" x="5419725" y="3367088"/>
          <p14:tracePt t="50323" x="5432425" y="3367088"/>
          <p14:tracePt t="50339" x="5457825" y="3367088"/>
          <p14:tracePt t="50348" x="5483225" y="3367088"/>
          <p14:tracePt t="50355" x="5507038" y="3367088"/>
          <p14:tracePt t="50363" x="5532438" y="3367088"/>
          <p14:tracePt t="50371" x="5557838" y="3367088"/>
          <p14:tracePt t="50428" x="5570538" y="3367088"/>
          <p14:tracePt t="50443" x="5583238" y="3367088"/>
          <p14:tracePt t="50451" x="5595938" y="3367088"/>
          <p14:tracePt t="50459" x="5607050" y="3367088"/>
          <p14:tracePt t="50467" x="5632450" y="3367088"/>
          <p14:tracePt t="50475" x="5645150" y="3367088"/>
          <p14:tracePt t="50484" x="5670550" y="3367088"/>
          <p14:tracePt t="50491" x="5695950" y="3367088"/>
          <p14:tracePt t="50500" x="5708650" y="3367088"/>
          <p14:tracePt t="50523" x="5719763" y="3367088"/>
          <p14:tracePt t="50556" x="5732463" y="3367088"/>
          <p14:tracePt t="50572" x="5745163" y="3367088"/>
          <p14:tracePt t="50587" x="5757863" y="3367088"/>
          <p14:tracePt t="50595" x="5783263" y="3367088"/>
          <p14:tracePt t="50604" x="5808663" y="3367088"/>
          <p14:tracePt t="50612" x="5845175" y="3367088"/>
          <p14:tracePt t="50619" x="5870575" y="3367088"/>
          <p14:tracePt t="50627" x="5895975" y="3367088"/>
          <p14:tracePt t="50635" x="5921375" y="3367088"/>
          <p14:tracePt t="50643" x="5932488" y="3367088"/>
          <p14:tracePt t="50652" x="5957888" y="3367088"/>
          <p14:tracePt t="50668" x="5970588" y="3367088"/>
          <p14:tracePt t="50675" x="5983288" y="3367088"/>
          <p14:tracePt t="50684" x="6008688" y="3367088"/>
          <p14:tracePt t="50700" x="6021388" y="3367088"/>
          <p14:tracePt t="50707" x="6034088" y="3367088"/>
          <p14:tracePt t="50723" x="6045200" y="3367088"/>
          <p14:tracePt t="50731" x="6057900" y="3367088"/>
          <p14:tracePt t="50739" x="6083300" y="3367088"/>
          <p14:tracePt t="50747" x="6096000" y="3367088"/>
          <p14:tracePt t="50755" x="6134100" y="3367088"/>
          <p14:tracePt t="50763" x="6157913" y="3367088"/>
          <p14:tracePt t="50771" x="6183313" y="3367088"/>
          <p14:tracePt t="50779" x="6196013" y="3367088"/>
          <p14:tracePt t="50787" x="6208713" y="3367088"/>
          <p14:tracePt t="50852" x="6221413" y="3367088"/>
          <p14:tracePt t="50868" x="6234113" y="3367088"/>
          <p14:tracePt t="50876" x="6259513" y="3367088"/>
          <p14:tracePt t="50900" x="6270625" y="3367088"/>
          <p14:tracePt t="50979" x="6283325" y="3367088"/>
          <p14:tracePt t="51084" x="6296025" y="3367088"/>
          <p14:tracePt t="51091" x="6334125" y="3367088"/>
          <p14:tracePt t="51099" x="6359525" y="3367088"/>
          <p14:tracePt t="51107" x="6370638" y="3367088"/>
          <p14:tracePt t="51115" x="6383338" y="3367088"/>
          <p14:tracePt t="51123" x="6408738" y="3367088"/>
          <p14:tracePt t="51139" x="6434138" y="3367088"/>
          <p14:tracePt t="51148" x="6459538" y="3378200"/>
          <p14:tracePt t="51156" x="6483350" y="3378200"/>
          <p14:tracePt t="51172" x="6496050" y="3378200"/>
          <p14:tracePt t="51227" x="6521450" y="3378200"/>
          <p14:tracePt t="51235" x="6546850" y="3378200"/>
          <p14:tracePt t="51243" x="6572250" y="3390900"/>
          <p14:tracePt t="51252" x="6584950" y="3390900"/>
          <p14:tracePt t="51259" x="6608763" y="3390900"/>
          <p14:tracePt t="51268" x="6621463" y="3390900"/>
          <p14:tracePt t="51275" x="6646863" y="3390900"/>
          <p14:tracePt t="51331" x="6659563" y="3390900"/>
          <p14:tracePt t="51339" x="6696075" y="3390900"/>
          <p14:tracePt t="51347" x="6734175" y="3390900"/>
          <p14:tracePt t="51355" x="6759575" y="3390900"/>
          <p14:tracePt t="51364" x="6808788" y="3390900"/>
          <p14:tracePt t="51372" x="6834188" y="3390900"/>
          <p14:tracePt t="51379" x="6872288" y="3390900"/>
          <p14:tracePt t="51387" x="6884988" y="3390900"/>
          <p14:tracePt t="51395" x="6897688" y="3390900"/>
          <p14:tracePt t="51403" x="6910388" y="3390900"/>
          <p14:tracePt t="51411" x="6921500" y="3403600"/>
          <p14:tracePt t="51428" x="6946900" y="3403600"/>
          <p14:tracePt t="51436" x="6985000" y="3416300"/>
          <p14:tracePt t="51452" x="7010400" y="3416300"/>
          <p14:tracePt t="51459" x="7021513" y="3416300"/>
          <p14:tracePt t="51467" x="7046913" y="3416300"/>
          <p14:tracePt t="51475" x="7059613" y="3416300"/>
          <p14:tracePt t="51500" x="7072313" y="3416300"/>
          <p14:tracePt t="51508" x="7085013" y="3416300"/>
          <p14:tracePt t="51523" x="7097713" y="3416300"/>
          <p14:tracePt t="51532" x="7123113" y="3416300"/>
          <p14:tracePt t="51539" x="7146925" y="3416300"/>
          <p14:tracePt t="51548" x="7185025" y="3416300"/>
          <p14:tracePt t="51556" x="7223125" y="3416300"/>
          <p14:tracePt t="51564" x="7272338" y="3416300"/>
          <p14:tracePt t="51571" x="7310438" y="3416300"/>
          <p14:tracePt t="51579" x="7323138" y="3416300"/>
          <p14:tracePt t="51587" x="7348538" y="3416300"/>
          <p14:tracePt t="51595" x="7359650" y="3416300"/>
          <p14:tracePt t="51604" x="7372350" y="3416300"/>
          <p14:tracePt t="51611" x="7385050" y="3416300"/>
          <p14:tracePt t="51620" x="7397750" y="3416300"/>
          <p14:tracePt t="51636" x="7410450" y="3416300"/>
          <p14:tracePt t="51643" x="7423150" y="3416300"/>
          <p14:tracePt t="51651" x="7448550" y="3416300"/>
          <p14:tracePt t="51659" x="7472363" y="3416300"/>
          <p14:tracePt t="51667" x="7485063" y="3416300"/>
          <p14:tracePt t="51675" x="7510463" y="3416300"/>
          <p14:tracePt t="51683" x="7523163" y="3416300"/>
          <p14:tracePt t="51691" x="7535863" y="3416300"/>
          <p14:tracePt t="51708" x="7548563" y="3416300"/>
          <p14:tracePt t="51739" x="7561263" y="3416300"/>
          <p14:tracePt t="51748" x="7572375" y="3416300"/>
          <p14:tracePt t="51756" x="7585075" y="3416300"/>
          <p14:tracePt t="51763" x="7597775" y="3416300"/>
          <p14:tracePt t="51771" x="7623175" y="3416300"/>
          <p14:tracePt t="51779" x="7635875" y="3416300"/>
          <p14:tracePt t="51787" x="7661275" y="3416300"/>
          <p14:tracePt t="51795" x="7673975" y="3416300"/>
          <p14:tracePt t="51804" x="7685088" y="3416300"/>
          <p14:tracePt t="51820" x="7697788" y="3416300"/>
          <p14:tracePt t="51843" x="7710488" y="3416300"/>
          <p14:tracePt t="51852" x="7723188" y="3416300"/>
          <p14:tracePt t="51859" x="7748588" y="3416300"/>
          <p14:tracePt t="51867" x="7761288" y="3416300"/>
          <p14:tracePt t="51875" x="7797800" y="3416300"/>
          <p14:tracePt t="51883" x="7823200" y="3416300"/>
          <p14:tracePt t="51891" x="7835900" y="3416300"/>
          <p14:tracePt t="51899" x="7848600" y="3416300"/>
          <p14:tracePt t="51907" x="7874000" y="3416300"/>
          <p14:tracePt t="51916" x="7886700" y="3416300"/>
          <p14:tracePt t="51923" x="7910513" y="3416300"/>
          <p14:tracePt t="51933" x="7923213" y="3416300"/>
          <p14:tracePt t="51940" x="7948613" y="3416300"/>
          <p14:tracePt t="51947" x="7961313" y="3416300"/>
          <p14:tracePt t="51955" x="7974013" y="3416300"/>
          <p14:tracePt t="51963" x="7999413" y="3390900"/>
          <p14:tracePt t="51971" x="8010525" y="3390900"/>
          <p14:tracePt t="51979" x="8035925" y="3390900"/>
          <p14:tracePt t="51995" x="8048625" y="3390900"/>
          <p14:tracePt t="52004" x="8074025" y="3390900"/>
          <p14:tracePt t="52011" x="8086725" y="3390900"/>
          <p14:tracePt t="52020" x="8099425" y="3390900"/>
          <p14:tracePt t="52027" x="8123238" y="3378200"/>
          <p14:tracePt t="52043" x="8161338" y="3378200"/>
          <p14:tracePt t="52051" x="8174038" y="3378200"/>
          <p14:tracePt t="52059" x="8199438" y="3378200"/>
          <p14:tracePt t="52068" x="8212138" y="3378200"/>
          <p14:tracePt t="52075" x="8223250" y="3378200"/>
          <p14:tracePt t="52083" x="8248650" y="3378200"/>
          <p14:tracePt t="52107" x="8261350" y="3378200"/>
          <p14:tracePt t="52140" x="8286750" y="3378200"/>
          <p14:tracePt t="52148" x="8299450" y="3378200"/>
          <p14:tracePt t="52155" x="8324850" y="3378200"/>
          <p14:tracePt t="52163" x="8335963" y="3378200"/>
          <p14:tracePt t="52172" x="8361363" y="3378200"/>
          <p14:tracePt t="52179" x="8399463" y="3378200"/>
          <p14:tracePt t="52188" x="8424863" y="3378200"/>
          <p14:tracePt t="52203" x="8435975" y="3378200"/>
          <p14:tracePt t="52219" x="8448675" y="3378200"/>
          <p14:tracePt t="52539" x="8461375" y="3378200"/>
          <p14:tracePt t="53003" x="8512175" y="3378200"/>
          <p14:tracePt t="53011" x="8561388" y="3378200"/>
          <p14:tracePt t="53019" x="8599488" y="3378200"/>
          <p14:tracePt t="53027" x="8661400" y="3378200"/>
          <p14:tracePt t="53036" x="8712200" y="3378200"/>
          <p14:tracePt t="53043" x="8799513" y="3378200"/>
          <p14:tracePt t="53051" x="8850313" y="3378200"/>
          <p14:tracePt t="53059" x="8899525" y="3378200"/>
          <p14:tracePt t="53067" x="8950325" y="3378200"/>
          <p14:tracePt t="53075" x="8975725" y="3378200"/>
          <p14:tracePt t="53083" x="9012238" y="3378200"/>
          <p14:tracePt t="53091" x="9024938" y="3378200"/>
          <p14:tracePt t="53099" x="9037638" y="3378200"/>
          <p14:tracePt t="53116" x="9050338" y="3367088"/>
          <p14:tracePt t="53235" x="9050338" y="3354388"/>
          <p14:tracePt t="53259" x="9050338" y="3341688"/>
          <p14:tracePt t="53292" x="9050338" y="3328988"/>
          <p14:tracePt t="53299" x="9050338" y="3316288"/>
          <p14:tracePt t="53332" x="9024938" y="3316288"/>
          <p14:tracePt t="53356" x="8999538" y="3316288"/>
          <p14:tracePt t="53363" x="8986838" y="3316288"/>
          <p14:tracePt t="53379" x="8975725" y="3316288"/>
          <p14:tracePt t="53395" x="8963025" y="3316288"/>
          <p14:tracePt t="53411" x="8950325" y="3316288"/>
          <p14:tracePt t="53436" x="8937625" y="3316288"/>
          <p14:tracePt t="53467" x="8912225" y="3316288"/>
          <p14:tracePt t="53483" x="8899525" y="3316288"/>
          <p14:tracePt t="53532" x="8886825" y="3316288"/>
          <p14:tracePt t="53548" x="8863013" y="3316288"/>
          <p14:tracePt t="53699" x="8912225" y="3316288"/>
          <p14:tracePt t="53707" x="8986838" y="3316288"/>
          <p14:tracePt t="53715" x="9075738" y="3316288"/>
          <p14:tracePt t="53723" x="9150350" y="3316288"/>
          <p14:tracePt t="53731" x="9224963" y="3316288"/>
          <p14:tracePt t="53739" x="9275763" y="3316288"/>
          <p14:tracePt t="53747" x="9312275" y="3316288"/>
          <p14:tracePt t="53755" x="9337675" y="3316288"/>
          <p14:tracePt t="53763" x="9350375" y="3316288"/>
          <p14:tracePt t="53908" x="9388475" y="3328988"/>
          <p14:tracePt t="53916" x="9401175" y="3341688"/>
          <p14:tracePt t="53931" x="9437688" y="3354388"/>
          <p14:tracePt t="53939" x="9450388" y="3354388"/>
          <p14:tracePt t="53947" x="9463088" y="3367088"/>
          <p14:tracePt t="53955" x="9475788" y="3367088"/>
          <p14:tracePt t="53963" x="9501188" y="3367088"/>
          <p14:tracePt t="53972" x="9525000" y="3367088"/>
          <p14:tracePt t="53979" x="9537700" y="3367088"/>
          <p14:tracePt t="53988" x="9550400" y="3367088"/>
          <p14:tracePt t="53995" x="9575800" y="3367088"/>
          <p14:tracePt t="54003" x="9601200" y="3367088"/>
          <p14:tracePt t="54019" x="9613900" y="3367088"/>
          <p14:tracePt t="54027" x="9626600" y="3367088"/>
          <p14:tracePt t="54100" x="9637713" y="3367088"/>
          <p14:tracePt t="54115" x="9663113" y="3367088"/>
          <p14:tracePt t="54123" x="9675813" y="3367088"/>
          <p14:tracePt t="54131" x="9713913" y="3367088"/>
          <p14:tracePt t="54139" x="9726613" y="3367088"/>
          <p14:tracePt t="54147" x="9763125" y="3367088"/>
          <p14:tracePt t="54156" x="9801225" y="3367088"/>
          <p14:tracePt t="54163" x="9813925" y="3367088"/>
          <p14:tracePt t="54172" x="9839325" y="3367088"/>
          <p14:tracePt t="54179" x="9852025" y="3367088"/>
          <p14:tracePt t="54187" x="9875838" y="3367088"/>
          <p14:tracePt t="54195" x="9901238" y="3367088"/>
          <p14:tracePt t="54203" x="9939338" y="3367088"/>
          <p14:tracePt t="54211" x="9975850" y="3378200"/>
          <p14:tracePt t="54219" x="10001250" y="3378200"/>
          <p14:tracePt t="54227" x="10026650" y="3378200"/>
          <p14:tracePt t="54235" x="10039350" y="3378200"/>
          <p14:tracePt t="54244" x="10064750" y="3378200"/>
          <p14:tracePt t="54251" x="10075863" y="3378200"/>
          <p14:tracePt t="54267" x="10088563" y="3378200"/>
          <p14:tracePt t="54275" x="10101263" y="3378200"/>
          <p14:tracePt t="54299" x="10113963" y="3378200"/>
          <p14:tracePt t="54323" x="10139363" y="3378200"/>
          <p14:tracePt t="54339" x="10152063" y="3378200"/>
          <p14:tracePt t="54347" x="10177463" y="3378200"/>
          <p14:tracePt t="54356" x="10188575" y="3378200"/>
          <p14:tracePt t="54363" x="10201275" y="3378200"/>
          <p14:tracePt t="54371" x="10213975" y="3378200"/>
          <p14:tracePt t="54379" x="10226675" y="3378200"/>
          <p14:tracePt t="54419" x="10239375" y="3378200"/>
          <p14:tracePt t="54452" x="10264775" y="3378200"/>
          <p14:tracePt t="54459" x="10301288" y="3378200"/>
          <p14:tracePt t="54467" x="10313988" y="3378200"/>
          <p14:tracePt t="54475" x="10339388" y="3403600"/>
          <p14:tracePt t="54483" x="10352088" y="3403600"/>
          <p14:tracePt t="54491" x="10364788" y="3403600"/>
          <p14:tracePt t="54499" x="10377488" y="3403600"/>
          <p14:tracePt t="54507" x="10390188" y="3403600"/>
          <p14:tracePt t="54563" x="10426700" y="3403600"/>
          <p14:tracePt t="54579" x="10452100" y="3403600"/>
          <p14:tracePt t="54587" x="10477500" y="3403600"/>
          <p14:tracePt t="54595" x="10502900" y="3403600"/>
          <p14:tracePt t="54667" x="10514013" y="3403600"/>
          <p14:tracePt t="54715" x="10539413" y="3416300"/>
          <p14:tracePt t="54723" x="10564813" y="3416300"/>
          <p14:tracePt t="54740" x="10577513" y="3416300"/>
          <p14:tracePt t="54747" x="10590213" y="3416300"/>
          <p14:tracePt t="54787" x="10626725" y="3416300"/>
          <p14:tracePt t="54796" x="10664825" y="3416300"/>
          <p14:tracePt t="54803" x="10690225" y="3416300"/>
          <p14:tracePt t="54812" x="10739438" y="3416300"/>
          <p14:tracePt t="54819" x="10777538" y="3416300"/>
          <p14:tracePt t="54828" x="10828338" y="3416300"/>
          <p14:tracePt t="54835" x="10852150" y="3416300"/>
          <p14:tracePt t="54843" x="10864850" y="3416300"/>
          <p14:tracePt t="54851" x="10890250" y="3416300"/>
          <p14:tracePt t="54859" x="10902950" y="3416300"/>
          <p14:tracePt t="54867" x="10915650" y="3416300"/>
          <p14:tracePt t="54875" x="10939463" y="3403600"/>
          <p14:tracePt t="54883" x="10964863" y="3403600"/>
          <p14:tracePt t="54892" x="10977563" y="3403600"/>
          <p14:tracePt t="54899" x="10990263" y="3403600"/>
          <p14:tracePt t="54908" x="11028363" y="3403600"/>
          <p14:tracePt t="54916" x="11052175" y="3390900"/>
          <p14:tracePt t="54931" x="11064875" y="3390900"/>
          <p14:tracePt t="54979" x="11077575" y="3390900"/>
          <p14:tracePt t="54987" x="11102975" y="3390900"/>
          <p14:tracePt t="54996" x="11115675" y="3390900"/>
          <p14:tracePt t="55012" x="11128375" y="3390900"/>
          <p14:tracePt t="55019" x="11141075" y="3390900"/>
          <p14:tracePt t="55035" x="11153775" y="3390900"/>
          <p14:tracePt t="55067" x="11164888" y="3390900"/>
          <p14:tracePt t="55076" x="11177588" y="3390900"/>
          <p14:tracePt t="55083" x="11190288" y="3390900"/>
          <p14:tracePt t="55091" x="11215688" y="3390900"/>
          <p14:tracePt t="55099" x="11241088" y="3390900"/>
          <p14:tracePt t="55108" x="11266488" y="3390900"/>
          <p14:tracePt t="55115" x="11303000" y="3390900"/>
          <p14:tracePt t="55123" x="11341100" y="3390900"/>
          <p14:tracePt t="55131" x="11366500" y="3390900"/>
          <p14:tracePt t="55139" x="11403013" y="3390900"/>
          <p14:tracePt t="55147" x="11415713" y="3390900"/>
          <p14:tracePt t="55155" x="11441113" y="3378200"/>
          <p14:tracePt t="55163" x="11466513" y="3367088"/>
          <p14:tracePt t="55171" x="11490325" y="3367088"/>
          <p14:tracePt t="55180" x="11503025" y="3354388"/>
          <p14:tracePt t="55187" x="11515725" y="3354388"/>
          <p14:tracePt t="55196" x="11541125" y="3341688"/>
          <p14:tracePt t="55203" x="11553825" y="3341688"/>
          <p14:tracePt t="55219" x="11566525" y="3341688"/>
          <p14:tracePt t="55227" x="11579225" y="3341688"/>
          <p14:tracePt t="55291" x="11603038" y="3341688"/>
          <p14:tracePt t="55299" x="11615738" y="3341688"/>
          <p14:tracePt t="55315" x="11641138" y="3341688"/>
          <p14:tracePt t="55323" x="11679238" y="3341688"/>
          <p14:tracePt t="55331" x="11703050" y="3341688"/>
          <p14:tracePt t="55339" x="11715750" y="3341688"/>
          <p14:tracePt t="55347" x="11728450" y="3341688"/>
          <p14:tracePt t="55355" x="11741150" y="3341688"/>
          <p14:tracePt t="55420" x="11741150" y="3328988"/>
          <p14:tracePt t="55427" x="11753850" y="3328988"/>
          <p14:tracePt t="55443" x="11779250" y="3316288"/>
          <p14:tracePt t="56979" x="11753850" y="3316288"/>
          <p14:tracePt t="56987" x="11703050" y="3316288"/>
          <p14:tracePt t="56996" x="11666538" y="3267075"/>
          <p14:tracePt t="57003" x="11628438" y="3267075"/>
          <p14:tracePt t="57011" x="11541125" y="3241675"/>
          <p14:tracePt t="57019" x="11453813" y="3203575"/>
          <p14:tracePt t="57027" x="11215688" y="3165475"/>
          <p14:tracePt t="57035" x="10790238" y="3103563"/>
          <p14:tracePt t="57044" x="10188575" y="3003550"/>
          <p14:tracePt t="57052" x="9601200" y="2941638"/>
          <p14:tracePt t="57060" x="8837613" y="2840038"/>
          <p14:tracePt t="57068" x="8110538" y="2765425"/>
          <p14:tracePt t="57076" x="7497763" y="2765425"/>
          <p14:tracePt t="57083" x="7059613" y="2765425"/>
          <p14:tracePt t="57091" x="6846888" y="2765425"/>
          <p14:tracePt t="57099" x="6646863" y="2765425"/>
          <p14:tracePt t="57107" x="6459538" y="2765425"/>
          <p14:tracePt t="57115" x="6259513" y="2765425"/>
          <p14:tracePt t="57123" x="6034088" y="2778125"/>
          <p14:tracePt t="57131" x="5821363" y="2790825"/>
          <p14:tracePt t="57139" x="5583238" y="2865438"/>
          <p14:tracePt t="57147" x="5281613" y="2916238"/>
          <p14:tracePt t="57155" x="4981575" y="3016250"/>
          <p14:tracePt t="57164" x="4606925" y="3116263"/>
          <p14:tracePt t="57171" x="4268788" y="3203575"/>
          <p14:tracePt t="57179" x="3930650" y="3278188"/>
          <p14:tracePt t="57187" x="3630613" y="3354388"/>
          <p14:tracePt t="57195" x="3429000" y="3403600"/>
          <p14:tracePt t="57203" x="3241675" y="3429000"/>
          <p14:tracePt t="57211" x="3103563" y="3441700"/>
          <p14:tracePt t="57219" x="3016250" y="3467100"/>
          <p14:tracePt t="57227" x="2928938" y="3479800"/>
          <p14:tracePt t="57236" x="2879725" y="3479800"/>
          <p14:tracePt t="57243" x="2828925" y="3490913"/>
          <p14:tracePt t="57252" x="2767013" y="3490913"/>
          <p14:tracePt t="57259" x="2690813" y="3503613"/>
          <p14:tracePt t="57267" x="2603500" y="3529013"/>
          <p14:tracePt t="57275" x="2528888" y="3541713"/>
          <p14:tracePt t="57283" x="2441575" y="3554413"/>
          <p14:tracePt t="57291" x="2339975" y="3554413"/>
          <p14:tracePt t="57299" x="2252663" y="3567113"/>
          <p14:tracePt t="57307" x="2178050" y="3590925"/>
          <p14:tracePt t="57316" x="2078038" y="3603625"/>
          <p14:tracePt t="57323" x="2027238" y="3616325"/>
          <p14:tracePt t="57331" x="1952625" y="3616325"/>
          <p14:tracePt t="57340" x="1890713" y="3629025"/>
          <p14:tracePt t="57348" x="1827213" y="3641725"/>
          <p14:tracePt t="57355" x="1752600" y="3641725"/>
          <p14:tracePt t="57364" x="1665288" y="3654425"/>
          <p14:tracePt t="57371" x="1589088" y="3654425"/>
          <p14:tracePt t="57379" x="1514475" y="3654425"/>
          <p14:tracePt t="57388" x="1427163" y="3654425"/>
          <p14:tracePt t="57395" x="1352550" y="3667125"/>
          <p14:tracePt t="57403" x="1314450" y="3679825"/>
          <p14:tracePt t="57411" x="1263650" y="3692525"/>
          <p14:tracePt t="57420" x="1252538" y="3692525"/>
          <p14:tracePt t="57427" x="1239838" y="3692525"/>
          <p14:tracePt t="57436" x="1227138" y="3703638"/>
          <p14:tracePt t="57443" x="1214438" y="3703638"/>
          <p14:tracePt t="57452" x="1201738" y="3703638"/>
          <p14:tracePt t="57459" x="1176338" y="3716338"/>
          <p14:tracePt t="57467" x="1150938" y="3716338"/>
          <p14:tracePt t="57475" x="1127125" y="3716338"/>
          <p14:tracePt t="57484" x="1076325" y="3729038"/>
          <p14:tracePt t="57491" x="1038225" y="3729038"/>
          <p14:tracePt t="57500" x="1001713" y="3741738"/>
          <p14:tracePt t="57507" x="989013" y="3741738"/>
          <p14:tracePt t="57515" x="963613" y="3741738"/>
          <p14:tracePt t="57564" x="950913" y="3741738"/>
          <p14:tracePt t="57571" x="925513" y="3741738"/>
          <p14:tracePt t="57587" x="914400" y="3741738"/>
          <p14:tracePt t="57604" x="889000" y="3741738"/>
          <p14:tracePt t="57620" x="876300" y="3741738"/>
          <p14:tracePt t="57683" x="876300" y="3729038"/>
          <p14:tracePt t="57963" x="876300" y="3716338"/>
          <p14:tracePt t="58035" x="889000" y="3703638"/>
          <p14:tracePt t="58043" x="914400" y="3703638"/>
          <p14:tracePt t="58051" x="963613" y="3703638"/>
          <p14:tracePt t="58059" x="1038225" y="3703638"/>
          <p14:tracePt t="58067" x="1127125" y="3703638"/>
          <p14:tracePt t="58075" x="1189038" y="3703638"/>
          <p14:tracePt t="58083" x="1276350" y="3692525"/>
          <p14:tracePt t="58091" x="1389063" y="3667125"/>
          <p14:tracePt t="58100" x="1501775" y="3654425"/>
          <p14:tracePt t="58107" x="1589088" y="3641725"/>
          <p14:tracePt t="58115" x="1639888" y="3641725"/>
          <p14:tracePt t="58131" x="1652588" y="3629025"/>
          <p14:tracePt t="58251" x="1665288" y="3629025"/>
          <p14:tracePt t="58291" x="1677988" y="3629025"/>
          <p14:tracePt t="58315" x="1701800" y="3629025"/>
          <p14:tracePt t="58323" x="1714500" y="3629025"/>
          <p14:tracePt t="58339" x="1727200" y="3629025"/>
          <p14:tracePt t="58347" x="1739900" y="3629025"/>
          <p14:tracePt t="58356" x="1752600" y="3629025"/>
          <p14:tracePt t="58363" x="1765300" y="3629025"/>
          <p14:tracePt t="58372" x="1790700" y="3629025"/>
          <p14:tracePt t="58379" x="1852613" y="3629025"/>
          <p14:tracePt t="58388" x="1903413" y="3629025"/>
          <p14:tracePt t="58395" x="2003425" y="3641725"/>
          <p14:tracePt t="58404" x="2078038" y="3654425"/>
          <p14:tracePt t="58411" x="2139950" y="3667125"/>
          <p14:tracePt t="58419" x="2228850" y="3679825"/>
          <p14:tracePt t="58427" x="2278063" y="3679825"/>
          <p14:tracePt t="58436" x="2316163" y="3679825"/>
          <p14:tracePt t="58443" x="2339975" y="3679825"/>
          <p14:tracePt t="58492" x="2352675" y="3679825"/>
          <p14:tracePt t="58523" x="2365375" y="3679825"/>
          <p14:tracePt t="58579" x="2378075" y="3679825"/>
          <p14:tracePt t="58651" x="2390775" y="3679825"/>
          <p14:tracePt t="58659" x="2403475" y="3679825"/>
          <p14:tracePt t="58668" x="2416175" y="3679825"/>
          <p14:tracePt t="58675" x="2428875" y="3679825"/>
          <p14:tracePt t="58683" x="2452688" y="3679825"/>
          <p14:tracePt t="58699" x="2478088" y="3679825"/>
          <p14:tracePt t="58708" x="2516188" y="3679825"/>
          <p14:tracePt t="58715" x="2554288" y="3679825"/>
          <p14:tracePt t="58724" x="2603500" y="3692525"/>
          <p14:tracePt t="58731" x="2641600" y="3692525"/>
          <p14:tracePt t="58740" x="2678113" y="3692525"/>
          <p14:tracePt t="58747" x="2728913" y="3692525"/>
          <p14:tracePt t="58756" x="2778125" y="3692525"/>
          <p14:tracePt t="58763" x="2841625" y="3692525"/>
          <p14:tracePt t="58771" x="2890838" y="3692525"/>
          <p14:tracePt t="58779" x="2941638" y="3692525"/>
          <p14:tracePt t="58787" x="2967038" y="3692525"/>
          <p14:tracePt t="58795" x="2992438" y="3692525"/>
          <p14:tracePt t="58803" x="3003550" y="3692525"/>
          <p14:tracePt t="58811" x="3016250" y="3692525"/>
          <p14:tracePt t="58851" x="3028950" y="3692525"/>
          <p14:tracePt t="58868" x="3041650" y="3692525"/>
          <p14:tracePt t="58883" x="3054350" y="3692525"/>
          <p14:tracePt t="59035" x="3067050" y="3692525"/>
          <p14:tracePt t="59099" x="3079750" y="3692525"/>
          <p14:tracePt t="59115" x="3092450" y="3692525"/>
          <p14:tracePt t="59124" x="3103563" y="3692525"/>
          <p14:tracePt t="59131" x="3116263" y="3679825"/>
          <p14:tracePt t="59139" x="3141663" y="3679825"/>
          <p14:tracePt t="59147" x="3154363" y="3667125"/>
          <p14:tracePt t="59155" x="3192463" y="3667125"/>
          <p14:tracePt t="59163" x="3216275" y="3667125"/>
          <p14:tracePt t="59171" x="3228975" y="3654425"/>
          <p14:tracePt t="59179" x="3267075" y="3654425"/>
          <p14:tracePt t="59187" x="3292475" y="3641725"/>
          <p14:tracePt t="59195" x="3305175" y="3629025"/>
          <p14:tracePt t="59203" x="3317875" y="3629025"/>
          <p14:tracePt t="59220" x="3328988" y="3629025"/>
          <p14:tracePt t="59227" x="3341688" y="3629025"/>
          <p14:tracePt t="59259" x="3354388" y="3616325"/>
          <p14:tracePt t="59291" x="3367088" y="3616325"/>
          <p14:tracePt t="59308" x="3379788" y="3616325"/>
          <p14:tracePt t="59339" x="3392488" y="3616325"/>
          <p14:tracePt t="59419" x="3405188" y="3616325"/>
          <p14:tracePt t="59436" x="3417888" y="3616325"/>
          <p14:tracePt t="59483" x="3429000" y="3616325"/>
          <p14:tracePt t="59947" x="3454400" y="3616325"/>
          <p14:tracePt t="59955" x="3505200" y="3616325"/>
          <p14:tracePt t="59963" x="3530600" y="3616325"/>
          <p14:tracePt t="59971" x="3567113" y="3616325"/>
          <p14:tracePt t="59979" x="3605213" y="3616325"/>
          <p14:tracePt t="59995" x="3617913" y="3616325"/>
          <p14:tracePt t="60044" x="3643313" y="3616325"/>
          <p14:tracePt t="60139" x="3654425" y="3616325"/>
          <p14:tracePt t="60171" x="3679825" y="3603625"/>
          <p14:tracePt t="60179" x="3692525" y="3590925"/>
          <p14:tracePt t="60283" x="3717925" y="3590925"/>
          <p14:tracePt t="60331" x="3730625" y="3590925"/>
          <p14:tracePt t="60347" x="3756025" y="3590925"/>
          <p14:tracePt t="60356" x="3767138" y="3590925"/>
          <p14:tracePt t="60363" x="3792538" y="3590925"/>
          <p14:tracePt t="60371" x="3830638" y="3590925"/>
          <p14:tracePt t="60379" x="3856038" y="3590925"/>
          <p14:tracePt t="60387" x="3892550" y="3590925"/>
          <p14:tracePt t="60395" x="3930650" y="3590925"/>
          <p14:tracePt t="60403" x="3979863" y="3590925"/>
          <p14:tracePt t="60411" x="4005263" y="3590925"/>
          <p14:tracePt t="60419" x="4056063" y="3590925"/>
          <p14:tracePt t="60428" x="4117975" y="3590925"/>
          <p14:tracePt t="60435" x="4156075" y="3590925"/>
          <p14:tracePt t="60444" x="4230688" y="3590925"/>
          <p14:tracePt t="60451" x="4281488" y="3590925"/>
          <p14:tracePt t="60459" x="4356100" y="3590925"/>
          <p14:tracePt t="60467" x="4418013" y="3590925"/>
          <p14:tracePt t="60475" x="4468813" y="3590925"/>
          <p14:tracePt t="60483" x="4518025" y="3590925"/>
          <p14:tracePt t="60491" x="4556125" y="3590925"/>
          <p14:tracePt t="60499" x="4581525" y="3590925"/>
          <p14:tracePt t="60507" x="4594225" y="3603625"/>
          <p14:tracePt t="60515" x="4606925" y="3603625"/>
          <p14:tracePt t="60747" x="4619625" y="3603625"/>
          <p14:tracePt t="60755" x="4656138" y="3603625"/>
          <p14:tracePt t="60763" x="4681538" y="3616325"/>
          <p14:tracePt t="60771" x="4706938" y="3629025"/>
          <p14:tracePt t="60779" x="4768850" y="3641725"/>
          <p14:tracePt t="60787" x="4856163" y="3667125"/>
          <p14:tracePt t="60796" x="4906963" y="3692525"/>
          <p14:tracePt t="60803" x="4956175" y="3692525"/>
          <p14:tracePt t="60812" x="4981575" y="3692525"/>
          <p14:tracePt t="60851" x="4906963" y="3692525"/>
          <p14:tracePt t="61243" x="4945063" y="3692525"/>
          <p14:tracePt t="61251" x="4994275" y="3692525"/>
          <p14:tracePt t="61259" x="5019675" y="3692525"/>
          <p14:tracePt t="61267" x="5068888" y="3692525"/>
          <p14:tracePt t="61275" x="5119688" y="3692525"/>
          <p14:tracePt t="61283" x="5170488" y="3692525"/>
          <p14:tracePt t="61292" x="5219700" y="3692525"/>
          <p14:tracePt t="61299" x="5270500" y="3692525"/>
          <p14:tracePt t="61307" x="5332413" y="3692525"/>
          <p14:tracePt t="61315" x="5383213" y="3692525"/>
          <p14:tracePt t="61323" x="5432425" y="3692525"/>
          <p14:tracePt t="61331" x="5470525" y="3703638"/>
          <p14:tracePt t="61339" x="5519738" y="3703638"/>
          <p14:tracePt t="61347" x="5570538" y="3703638"/>
          <p14:tracePt t="61355" x="5619750" y="3703638"/>
          <p14:tracePt t="61364" x="5670550" y="3703638"/>
          <p14:tracePt t="61371" x="5719763" y="3703638"/>
          <p14:tracePt t="61379" x="5795963" y="3703638"/>
          <p14:tracePt t="61387" x="5845175" y="3703638"/>
          <p14:tracePt t="61395" x="5895975" y="3703638"/>
          <p14:tracePt t="61403" x="5945188" y="3703638"/>
          <p14:tracePt t="61411" x="5970588" y="3703638"/>
          <p14:tracePt t="61427" x="5983288" y="3703638"/>
          <p14:tracePt t="61908" x="6008688" y="3703638"/>
          <p14:tracePt t="61923" x="6021388" y="3692525"/>
          <p14:tracePt t="61948" x="6034088" y="3679825"/>
          <p14:tracePt t="61995" x="6034088" y="3667125"/>
          <p14:tracePt t="62003" x="6034088" y="3654425"/>
          <p14:tracePt t="62131" x="6045200" y="3654425"/>
          <p14:tracePt t="62139" x="6108700" y="3641725"/>
          <p14:tracePt t="62147" x="6170613" y="3641725"/>
          <p14:tracePt t="62155" x="6234113" y="3641725"/>
          <p14:tracePt t="62163" x="6296025" y="3641725"/>
          <p14:tracePt t="62171" x="6396038" y="3641725"/>
          <p14:tracePt t="62179" x="6521450" y="3641725"/>
          <p14:tracePt t="62187" x="6634163" y="3641725"/>
          <p14:tracePt t="62195" x="6746875" y="3641725"/>
          <p14:tracePt t="62203" x="6872288" y="3641725"/>
          <p14:tracePt t="62211" x="6972300" y="3641725"/>
          <p14:tracePt t="62219" x="7034213" y="3641725"/>
          <p14:tracePt t="62228" x="7059613" y="3641725"/>
          <p14:tracePt t="62235" x="7072313" y="3641725"/>
          <p14:tracePt t="62307" x="7085013" y="3641725"/>
          <p14:tracePt t="62323" x="7097713" y="3629025"/>
          <p14:tracePt t="62379" x="7110413" y="3629025"/>
          <p14:tracePt t="62835" x="7123113" y="3629025"/>
          <p14:tracePt t="62883" x="7134225" y="3629025"/>
          <p14:tracePt t="62899" x="7146925" y="3629025"/>
          <p14:tracePt t="62907" x="7159625" y="3629025"/>
          <p14:tracePt t="62915" x="7172325" y="3629025"/>
          <p14:tracePt t="62923" x="7197725" y="3629025"/>
          <p14:tracePt t="62939" x="7246938" y="3629025"/>
          <p14:tracePt t="62947" x="7297738" y="3629025"/>
          <p14:tracePt t="62955" x="7348538" y="3629025"/>
          <p14:tracePt t="62963" x="7397750" y="3629025"/>
          <p14:tracePt t="62971" x="7448550" y="3629025"/>
          <p14:tracePt t="62980" x="7497763" y="3629025"/>
          <p14:tracePt t="62987" x="7548563" y="3629025"/>
          <p14:tracePt t="62995" x="7585075" y="3629025"/>
          <p14:tracePt t="63003" x="7635875" y="3629025"/>
          <p14:tracePt t="63011" x="7661275" y="3629025"/>
          <p14:tracePt t="63019" x="7673975" y="3629025"/>
          <p14:tracePt t="63323" x="7685088" y="3616325"/>
          <p14:tracePt t="63331" x="7710488" y="3616325"/>
          <p14:tracePt t="63339" x="7735888" y="3616325"/>
          <p14:tracePt t="63347" x="7761288" y="3616325"/>
          <p14:tracePt t="63355" x="7810500" y="3616325"/>
          <p14:tracePt t="63363" x="7861300" y="3616325"/>
          <p14:tracePt t="63371" x="7910513" y="3616325"/>
          <p14:tracePt t="63379" x="7974013" y="3616325"/>
          <p14:tracePt t="63387" x="8035925" y="3616325"/>
          <p14:tracePt t="63395" x="8135938" y="3616325"/>
          <p14:tracePt t="63403" x="8212138" y="3616325"/>
          <p14:tracePt t="63411" x="8286750" y="3616325"/>
          <p14:tracePt t="63420" x="8335963" y="3616325"/>
          <p14:tracePt t="63427" x="8374063" y="3616325"/>
          <p14:tracePt t="63436" x="8399463" y="3616325"/>
          <p14:tracePt t="63827" x="8412163" y="3616325"/>
          <p14:tracePt t="63835" x="8424863" y="3616325"/>
          <p14:tracePt t="63843" x="8461375" y="3616325"/>
          <p14:tracePt t="63851" x="8486775" y="3616325"/>
          <p14:tracePt t="63859" x="8512175" y="3629025"/>
          <p14:tracePt t="63867" x="8561388" y="3629025"/>
          <p14:tracePt t="63875" x="8624888" y="3629025"/>
          <p14:tracePt t="63883" x="8724900" y="3641725"/>
          <p14:tracePt t="63891" x="8863013" y="3679825"/>
          <p14:tracePt t="63899" x="8986838" y="3692525"/>
          <p14:tracePt t="63907" x="9137650" y="3703638"/>
          <p14:tracePt t="63916" x="9288463" y="3703638"/>
          <p14:tracePt t="63934" x="9537700" y="3703638"/>
          <p14:tracePt t="63939" x="9650413" y="3703638"/>
          <p14:tracePt t="63947" x="9713913" y="3703638"/>
          <p14:tracePt t="63955" x="9726613" y="3703638"/>
          <p14:tracePt t="64139" x="9688513" y="3703638"/>
          <p14:tracePt t="64147" x="9637713" y="3692525"/>
          <p14:tracePt t="64155" x="9626600" y="3692525"/>
          <p14:tracePt t="64163" x="9588500" y="3692525"/>
          <p14:tracePt t="64172" x="9575800" y="3679825"/>
          <p14:tracePt t="64179" x="9563100" y="3679825"/>
          <p14:tracePt t="64188" x="9550400" y="3667125"/>
          <p14:tracePt t="64195" x="9537700" y="3667125"/>
          <p14:tracePt t="64211" x="9525000" y="3667125"/>
          <p14:tracePt t="64219" x="9513888" y="3667125"/>
          <p14:tracePt t="64227" x="9501188" y="3667125"/>
          <p14:tracePt t="64243" x="9488488" y="3667125"/>
          <p14:tracePt t="64251" x="9463088" y="3667125"/>
          <p14:tracePt t="64267" x="9450388" y="3667125"/>
          <p14:tracePt t="64275" x="9437688" y="3667125"/>
          <p14:tracePt t="64291" x="9424988" y="3667125"/>
          <p14:tracePt t="64307" x="9413875" y="3667125"/>
          <p14:tracePt t="64323" x="9401175" y="3667125"/>
          <p14:tracePt t="64411" x="9388475" y="3667125"/>
          <p14:tracePt t="64683" x="9413875" y="3667125"/>
          <p14:tracePt t="64691" x="9424988" y="3667125"/>
          <p14:tracePt t="64699" x="9450388" y="3667125"/>
          <p14:tracePt t="64707" x="9463088" y="3667125"/>
          <p14:tracePt t="64715" x="9501188" y="3667125"/>
          <p14:tracePt t="64723" x="9550400" y="3667125"/>
          <p14:tracePt t="64731" x="9601200" y="3667125"/>
          <p14:tracePt t="64740" x="9688513" y="3667125"/>
          <p14:tracePt t="64747" x="9763125" y="3667125"/>
          <p14:tracePt t="64755" x="9852025" y="3667125"/>
          <p14:tracePt t="64763" x="9939338" y="3667125"/>
          <p14:tracePt t="64771" x="10026650" y="3641725"/>
          <p14:tracePt t="64779" x="10075863" y="3629025"/>
          <p14:tracePt t="64787" x="10101263" y="3629025"/>
          <p14:tracePt t="64795" x="10139363" y="3629025"/>
          <p14:tracePt t="65027" x="10164763" y="3629025"/>
          <p14:tracePt t="65035" x="10177463" y="3629025"/>
          <p14:tracePt t="65043" x="10188575" y="3629025"/>
          <p14:tracePt t="65051" x="10213975" y="3629025"/>
          <p14:tracePt t="65059" x="10239375" y="3629025"/>
          <p14:tracePt t="65067" x="10264775" y="3629025"/>
          <p14:tracePt t="65075" x="10277475" y="3629025"/>
          <p14:tracePt t="65083" x="10288588" y="3629025"/>
          <p14:tracePt t="65091" x="10301288" y="3629025"/>
          <p14:tracePt t="65179" x="10313988" y="3629025"/>
          <p14:tracePt t="65187" x="10326688" y="3629025"/>
          <p14:tracePt t="65195" x="10352088" y="3629025"/>
          <p14:tracePt t="65283" x="10364788" y="3629025"/>
          <p14:tracePt t="65299" x="10377488" y="3629025"/>
          <p14:tracePt t="65308" x="10390188" y="3629025"/>
          <p14:tracePt t="65324" x="10401300" y="3641725"/>
          <p14:tracePt t="65355" x="10414000" y="3641725"/>
          <p14:tracePt t="65363" x="10426700" y="3641725"/>
          <p14:tracePt t="65371" x="10426700" y="3654425"/>
          <p14:tracePt t="65419" x="10439400" y="3654425"/>
          <p14:tracePt t="65427" x="10452100" y="3654425"/>
          <p14:tracePt t="65531" x="10464800" y="3679825"/>
          <p14:tracePt t="65555" x="10477500" y="3692525"/>
          <p14:tracePt t="65563" x="10477500" y="3716338"/>
          <p14:tracePt t="65571" x="10490200" y="3716338"/>
          <p14:tracePt t="65587" x="10502900" y="3729038"/>
          <p14:tracePt t="65603" x="10514013" y="3741738"/>
          <p14:tracePt t="65619" x="10514013" y="3754438"/>
          <p14:tracePt t="65643" x="10526713" y="3767138"/>
          <p14:tracePt t="65739" x="10539413" y="3779838"/>
          <p14:tracePt t="66011" x="10539413" y="3792538"/>
          <p14:tracePt t="66075" x="10526713" y="3803650"/>
          <p14:tracePt t="66123" x="10514013" y="3803650"/>
          <p14:tracePt t="66139" x="10502900" y="3803650"/>
          <p14:tracePt t="66171" x="10490200" y="3803650"/>
          <p14:tracePt t="66179" x="10490200" y="3754438"/>
          <p14:tracePt t="66187" x="10490200" y="3729038"/>
          <p14:tracePt t="66195" x="10490200" y="3703638"/>
          <p14:tracePt t="66203" x="10490200" y="3692525"/>
          <p14:tracePt t="66211" x="10490200" y="3667125"/>
          <p14:tracePt t="66219" x="10490200" y="3654425"/>
          <p14:tracePt t="66443" x="10490200" y="3641725"/>
          <p14:tracePt t="66491" x="10526713" y="3641725"/>
          <p14:tracePt t="66499" x="10552113" y="3641725"/>
          <p14:tracePt t="66507" x="10590213" y="3641725"/>
          <p14:tracePt t="66515" x="10664825" y="3641725"/>
          <p14:tracePt t="66524" x="10752138" y="3654425"/>
          <p14:tracePt t="66531" x="10839450" y="3667125"/>
          <p14:tracePt t="66540" x="10890250" y="3667125"/>
          <p14:tracePt t="66547" x="10939463" y="3667125"/>
          <p14:tracePt t="66555" x="10977563" y="3667125"/>
          <p14:tracePt t="66563" x="10990263" y="3667125"/>
          <p14:tracePt t="66571" x="11002963" y="3667125"/>
          <p14:tracePt t="66675" x="11015663" y="3667125"/>
          <p14:tracePt t="66683" x="11028363" y="3667125"/>
          <p14:tracePt t="66747" x="11041063" y="3667125"/>
          <p14:tracePt t="67091" x="11052175" y="3667125"/>
          <p14:tracePt t="67147" x="11077575" y="3667125"/>
          <p14:tracePt t="67179" x="11090275" y="3667125"/>
          <p14:tracePt t="67187" x="11128375" y="3667125"/>
          <p14:tracePt t="67196" x="11164888" y="3667125"/>
          <p14:tracePt t="67203" x="11228388" y="3667125"/>
          <p14:tracePt t="67211" x="11290300" y="3667125"/>
          <p14:tracePt t="67219" x="11366500" y="3667125"/>
          <p14:tracePt t="67227" x="11466513" y="3667125"/>
          <p14:tracePt t="67235" x="11528425" y="3667125"/>
          <p14:tracePt t="67243" x="11591925" y="3667125"/>
          <p14:tracePt t="67251" x="11628438" y="3654425"/>
          <p14:tracePt t="67260" x="11666538" y="3654425"/>
          <p14:tracePt t="67267" x="11691938" y="3641725"/>
          <p14:tracePt t="67275" x="11715750" y="3641725"/>
          <p14:tracePt t="67283" x="11741150" y="3616325"/>
          <p14:tracePt t="67292" x="11753850" y="3616325"/>
          <p14:tracePt t="67299" x="11766550" y="3616325"/>
          <p14:tracePt t="67724" x="11753850" y="3616325"/>
          <p14:tracePt t="67731" x="11703050" y="3616325"/>
          <p14:tracePt t="67739" x="11591925" y="3616325"/>
          <p14:tracePt t="67748" x="11390313" y="3616325"/>
          <p14:tracePt t="67755" x="10952163" y="3616325"/>
          <p14:tracePt t="67763" x="10301288" y="3629025"/>
          <p14:tracePt t="67771" x="9613900" y="3703638"/>
          <p14:tracePt t="67779" x="8886825" y="3779838"/>
          <p14:tracePt t="67787" x="8199438" y="3803650"/>
          <p14:tracePt t="67795" x="7485063" y="3803650"/>
          <p14:tracePt t="67803" x="6784975" y="3803650"/>
          <p14:tracePt t="67811" x="6170613" y="3803650"/>
          <p14:tracePt t="67819" x="5557838" y="3803650"/>
          <p14:tracePt t="67827" x="5057775" y="3803650"/>
          <p14:tracePt t="67835" x="4606925" y="3803650"/>
          <p14:tracePt t="67844" x="4268788" y="3803650"/>
          <p14:tracePt t="67851" x="4030663" y="3803650"/>
          <p14:tracePt t="67860" x="3892550" y="3803650"/>
          <p14:tracePt t="67867" x="3743325" y="3816350"/>
          <p14:tracePt t="67875" x="3605213" y="3841750"/>
          <p14:tracePt t="67883" x="3479800" y="3854450"/>
          <p14:tracePt t="67891" x="3341688" y="3879850"/>
          <p14:tracePt t="67899" x="3205163" y="3879850"/>
          <p14:tracePt t="67907" x="3092450" y="3879850"/>
          <p14:tracePt t="67915" x="2954338" y="3879850"/>
          <p14:tracePt t="67928" x="2841625" y="3879850"/>
          <p14:tracePt t="67932" x="2728913" y="3905250"/>
          <p14:tracePt t="67939" x="2603500" y="3905250"/>
          <p14:tracePt t="67947" x="2465388" y="3905250"/>
          <p14:tracePt t="67955" x="2352675" y="3905250"/>
          <p14:tracePt t="67963" x="2239963" y="3905250"/>
          <p14:tracePt t="67971" x="2116138" y="3905250"/>
          <p14:tracePt t="67979" x="2039938" y="3905250"/>
          <p14:tracePt t="67987" x="1965325" y="3916363"/>
          <p14:tracePt t="67995" x="1878013" y="3916363"/>
          <p14:tracePt t="68003" x="1814513" y="3916363"/>
          <p14:tracePt t="68011" x="1778000" y="3916363"/>
          <p14:tracePt t="68019" x="1727200" y="3916363"/>
          <p14:tracePt t="68027" x="1714500" y="3916363"/>
          <p14:tracePt t="68035" x="1677988" y="3916363"/>
          <p14:tracePt t="68044" x="1652588" y="3916363"/>
          <p14:tracePt t="68051" x="1639888" y="3916363"/>
          <p14:tracePt t="68059" x="1627188" y="3916363"/>
          <p14:tracePt t="68075" x="1614488" y="3916363"/>
          <p14:tracePt t="68083" x="1601788" y="3916363"/>
          <p14:tracePt t="68091" x="1589088" y="3916363"/>
          <p14:tracePt t="68107" x="1565275" y="3916363"/>
          <p14:tracePt t="68116" x="1552575" y="3916363"/>
          <p14:tracePt t="68123" x="1539875" y="3916363"/>
          <p14:tracePt t="68132" x="1514475" y="3916363"/>
          <p14:tracePt t="68139" x="1476375" y="3916363"/>
          <p14:tracePt t="68147" x="1465263" y="3916363"/>
          <p14:tracePt t="68155" x="1452563" y="3916363"/>
          <p14:tracePt t="68163" x="1427163" y="3916363"/>
          <p14:tracePt t="68171" x="1414463" y="3905250"/>
          <p14:tracePt t="68187" x="1401763" y="3905250"/>
          <p14:tracePt t="68475" x="1389063" y="3892550"/>
          <p14:tracePt t="68787" x="1389063" y="3879850"/>
          <p14:tracePt t="70739" x="1414463" y="3879850"/>
          <p14:tracePt t="70747" x="1427163" y="3892550"/>
          <p14:tracePt t="70755" x="1439863" y="3916363"/>
          <p14:tracePt t="70763" x="1439863" y="3954463"/>
          <p14:tracePt t="70771" x="1439863" y="3967163"/>
          <p14:tracePt t="70779" x="1439863" y="3992563"/>
          <p14:tracePt t="70787" x="1439863" y="4017963"/>
          <p14:tracePt t="70795" x="1439863" y="4041775"/>
          <p14:tracePt t="70803" x="1439863" y="4054475"/>
          <p14:tracePt t="70811" x="1427163" y="4079875"/>
          <p14:tracePt t="70820" x="1427163" y="4092575"/>
          <p14:tracePt t="70827" x="1414463" y="4092575"/>
          <p14:tracePt t="70835" x="1401763" y="4105275"/>
          <p14:tracePt t="70843" x="1389063" y="4117975"/>
          <p14:tracePt t="70852" x="1389063" y="4129088"/>
          <p14:tracePt t="70867" x="1363663" y="4154488"/>
          <p14:tracePt t="70875" x="1363663" y="4167188"/>
          <p14:tracePt t="70883" x="1352550" y="4179888"/>
          <p14:tracePt t="70891" x="1327150" y="4179888"/>
          <p14:tracePt t="70899" x="1314450" y="4192588"/>
          <p14:tracePt t="70907" x="1289050" y="4205288"/>
          <p14:tracePt t="70915" x="1263650" y="4217988"/>
          <p14:tracePt t="70924" x="1252538" y="4230688"/>
          <p14:tracePt t="70936" x="1239838" y="4230688"/>
          <p14:tracePt t="70939" x="1214438" y="4241800"/>
          <p14:tracePt t="70947" x="1201738" y="4254500"/>
          <p14:tracePt t="70955" x="1189038" y="4254500"/>
          <p14:tracePt t="70963" x="1139825" y="4279900"/>
          <p14:tracePt t="70971" x="1076325" y="4318000"/>
          <p14:tracePt t="70979" x="1027113" y="4330700"/>
          <p14:tracePt t="70987" x="1014413" y="4330700"/>
          <p14:tracePt t="70995" x="989013" y="4330700"/>
          <p14:tracePt t="71003" x="938213" y="4354513"/>
          <p14:tracePt t="71011" x="876300" y="4367213"/>
          <p14:tracePt t="71027" x="863600" y="4367213"/>
          <p14:tracePt t="71036" x="838200" y="4367213"/>
          <p14:tracePt t="71043" x="825500" y="4367213"/>
          <p14:tracePt t="71051" x="788988" y="4367213"/>
          <p14:tracePt t="71059" x="750888" y="4367213"/>
          <p14:tracePt t="71075" x="738188" y="4367213"/>
          <p14:tracePt t="71091" x="725488" y="4379913"/>
          <p14:tracePt t="71108" x="712788" y="4379913"/>
          <p14:tracePt t="71227" x="725488" y="4379913"/>
          <p14:tracePt t="71243" x="738188" y="4379913"/>
          <p14:tracePt t="71283" x="750888" y="4379913"/>
          <p14:tracePt t="71299" x="763588" y="4379913"/>
          <p14:tracePt t="71308" x="788988" y="4379913"/>
          <p14:tracePt t="71323" x="788988" y="4367213"/>
          <p14:tracePt t="71339" x="801688" y="4367213"/>
          <p14:tracePt t="71347" x="814388" y="4367213"/>
          <p14:tracePt t="71355" x="825500" y="4367213"/>
          <p14:tracePt t="71403" x="838200" y="4367213"/>
          <p14:tracePt t="71420" x="850900" y="4367213"/>
          <p14:tracePt t="71467" x="863600" y="4367213"/>
          <p14:tracePt t="71483" x="876300" y="4367213"/>
          <p14:tracePt t="71499" x="889000" y="4367213"/>
          <p14:tracePt t="71523" x="901700" y="4367213"/>
          <p14:tracePt t="71531" x="914400" y="4367213"/>
          <p14:tracePt t="71539" x="925513" y="4354513"/>
          <p14:tracePt t="71563" x="938213" y="4354513"/>
          <p14:tracePt t="71571" x="963613" y="4354513"/>
          <p14:tracePt t="71587" x="989013" y="4354513"/>
          <p14:tracePt t="71595" x="1014413" y="4354513"/>
          <p14:tracePt t="71604" x="1050925" y="4354513"/>
          <p14:tracePt t="71611" x="1101725" y="4354513"/>
          <p14:tracePt t="71619" x="1176338" y="4354513"/>
          <p14:tracePt t="71627" x="1276350" y="4354513"/>
          <p14:tracePt t="71635" x="1376363" y="4354513"/>
          <p14:tracePt t="71643" x="1465263" y="4354513"/>
          <p14:tracePt t="71651" x="1527175" y="4354513"/>
          <p14:tracePt t="71659" x="1565275" y="4354513"/>
          <p14:tracePt t="71667" x="1601788" y="4354513"/>
          <p14:tracePt t="71676" x="1614488" y="4354513"/>
          <p14:tracePt t="71683" x="1627188" y="4354513"/>
          <p14:tracePt t="71692" x="1652588" y="4341813"/>
          <p14:tracePt t="71723" x="1652588" y="4330700"/>
          <p14:tracePt t="71739" x="1665288" y="4330700"/>
          <p14:tracePt t="71755" x="1677988" y="4330700"/>
          <p14:tracePt t="71771" x="1689100" y="4330700"/>
          <p14:tracePt t="71787" x="1701800" y="4318000"/>
          <p14:tracePt t="71931" x="1714500" y="4318000"/>
          <p14:tracePt t="71939" x="1727200" y="4318000"/>
          <p14:tracePt t="71955" x="1752600" y="4318000"/>
          <p14:tracePt t="71963" x="1765300" y="4318000"/>
          <p14:tracePt t="71971" x="1778000" y="4305300"/>
          <p14:tracePt t="71979" x="1790700" y="4292600"/>
          <p14:tracePt t="71995" x="1801813" y="4292600"/>
          <p14:tracePt t="72011" x="1814513" y="4292600"/>
          <p14:tracePt t="72019" x="1827213" y="4292600"/>
          <p14:tracePt t="72027" x="1852613" y="4292600"/>
          <p14:tracePt t="72051" x="1865313" y="4292600"/>
          <p14:tracePt t="72060" x="1878013" y="4292600"/>
          <p14:tracePt t="72075" x="1890713" y="4292600"/>
          <p14:tracePt t="72107" x="1903413" y="4279900"/>
          <p14:tracePt t="72123" x="1914525" y="4279900"/>
          <p14:tracePt t="72147" x="1927225" y="4279900"/>
          <p14:tracePt t="72155" x="1939925" y="4279900"/>
          <p14:tracePt t="72163" x="1952625" y="4279900"/>
          <p14:tracePt t="72179" x="1965325" y="4279900"/>
          <p14:tracePt t="72187" x="1978025" y="4279900"/>
          <p14:tracePt t="72203" x="1990725" y="4279900"/>
          <p14:tracePt t="72212" x="2003425" y="4279900"/>
          <p14:tracePt t="72219" x="2027238" y="4279900"/>
          <p14:tracePt t="72235" x="2039938" y="4279900"/>
          <p14:tracePt t="72244" x="2065338" y="4279900"/>
          <p14:tracePt t="72251" x="2078038" y="4279900"/>
          <p14:tracePt t="72267" x="2103438" y="4279900"/>
          <p14:tracePt t="72283" x="2116138" y="4279900"/>
          <p14:tracePt t="72299" x="2127250" y="4279900"/>
          <p14:tracePt t="72307" x="2152650" y="4279900"/>
          <p14:tracePt t="72315" x="2165350" y="4279900"/>
          <p14:tracePt t="72323" x="2178050" y="4279900"/>
          <p14:tracePt t="72331" x="2203450" y="4279900"/>
          <p14:tracePt t="72339" x="2228850" y="4279900"/>
          <p14:tracePt t="72347" x="2239963" y="4279900"/>
          <p14:tracePt t="72356" x="2278063" y="4292600"/>
          <p14:tracePt t="72363" x="2303463" y="4292600"/>
          <p14:tracePt t="72371" x="2328863" y="4292600"/>
          <p14:tracePt t="72379" x="2352675" y="4305300"/>
          <p14:tracePt t="72387" x="2378075" y="4305300"/>
          <p14:tracePt t="72395" x="2390775" y="4305300"/>
          <p14:tracePt t="72403" x="2416175" y="4305300"/>
          <p14:tracePt t="72419" x="2441575" y="4305300"/>
          <p14:tracePt t="72428" x="2452688" y="4305300"/>
          <p14:tracePt t="72443" x="2465388" y="4305300"/>
          <p14:tracePt t="72451" x="2478088" y="4305300"/>
          <p14:tracePt t="72459" x="2490788" y="4305300"/>
          <p14:tracePt t="72467" x="2516188" y="4305300"/>
          <p14:tracePt t="72475" x="2541588" y="4305300"/>
          <p14:tracePt t="72483" x="2565400" y="4305300"/>
          <p14:tracePt t="72491" x="2578100" y="4305300"/>
          <p14:tracePt t="72499" x="2590800" y="4305300"/>
          <p14:tracePt t="72507" x="2603500" y="4305300"/>
          <p14:tracePt t="72555" x="2616200" y="4305300"/>
          <p14:tracePt t="72571" x="2628900" y="4305300"/>
          <p14:tracePt t="72635" x="2641600" y="4305300"/>
          <p14:tracePt t="72843" x="2667000" y="4305300"/>
          <p14:tracePt t="72851" x="2728913" y="4305300"/>
          <p14:tracePt t="72859" x="2803525" y="4305300"/>
          <p14:tracePt t="72867" x="2867025" y="4305300"/>
          <p14:tracePt t="72875" x="2967038" y="4305300"/>
          <p14:tracePt t="72883" x="3041650" y="4305300"/>
          <p14:tracePt t="72891" x="3116263" y="4305300"/>
          <p14:tracePt t="72899" x="3192463" y="4305300"/>
          <p14:tracePt t="72908" x="3254375" y="4305300"/>
          <p14:tracePt t="72915" x="3292475" y="4305300"/>
          <p14:tracePt t="72923" x="3317875" y="4305300"/>
          <p14:tracePt t="72942" x="3341688" y="4305300"/>
          <p14:tracePt t="72979" x="3354388" y="4305300"/>
          <p14:tracePt t="73131" x="3379788" y="4305300"/>
          <p14:tracePt t="73155" x="3392488" y="4305300"/>
          <p14:tracePt t="73163" x="3417888" y="4305300"/>
          <p14:tracePt t="73180" x="3429000" y="4305300"/>
          <p14:tracePt t="73196" x="3454400" y="4305300"/>
          <p14:tracePt t="73203" x="3467100" y="4305300"/>
          <p14:tracePt t="73211" x="3492500" y="4305300"/>
          <p14:tracePt t="73219" x="3505200" y="4305300"/>
          <p14:tracePt t="73227" x="3541713" y="4305300"/>
          <p14:tracePt t="73235" x="3579813" y="4305300"/>
          <p14:tracePt t="73243" x="3605213" y="4305300"/>
          <p14:tracePt t="73251" x="3643313" y="4305300"/>
          <p14:tracePt t="73259" x="3692525" y="4305300"/>
          <p14:tracePt t="73267" x="3730625" y="4305300"/>
          <p14:tracePt t="73275" x="3767138" y="4305300"/>
          <p14:tracePt t="73283" x="3779838" y="4305300"/>
          <p14:tracePt t="73292" x="3830638" y="4292600"/>
          <p14:tracePt t="73299" x="3843338" y="4292600"/>
          <p14:tracePt t="73307" x="3856038" y="4292600"/>
          <p14:tracePt t="73315" x="3867150" y="4292600"/>
          <p14:tracePt t="73475" x="3879850" y="4292600"/>
          <p14:tracePt t="73507" x="3892550" y="4292600"/>
          <p14:tracePt t="73515" x="3905250" y="4292600"/>
          <p14:tracePt t="73531" x="3930650" y="4279900"/>
          <p14:tracePt t="73539" x="3943350" y="4279900"/>
          <p14:tracePt t="73548" x="3979863" y="4279900"/>
          <p14:tracePt t="73564" x="3992563" y="4279900"/>
          <p14:tracePt t="73603" x="3943350" y="4279900"/>
          <p14:tracePt t="73611" x="3779838" y="4279900"/>
          <p14:tracePt t="73619" x="3730625" y="4279900"/>
          <p14:tracePt t="73627" x="3705225" y="4279900"/>
          <p14:tracePt t="74019" x="3692525" y="4279900"/>
          <p14:tracePt t="74027" x="3630613" y="4254500"/>
          <p14:tracePt t="74044" x="3630613" y="4230688"/>
          <p14:tracePt t="74051" x="3605213" y="4217988"/>
          <p14:tracePt t="74067" x="3605213" y="4205288"/>
          <p14:tracePt t="74115" x="3605213" y="4192588"/>
          <p14:tracePt t="74123" x="3643313" y="4192588"/>
          <p14:tracePt t="74131" x="3679825" y="4192588"/>
          <p14:tracePt t="74139" x="3705225" y="4192588"/>
          <p14:tracePt t="74147" x="3756025" y="4179888"/>
          <p14:tracePt t="74155" x="3867150" y="4179888"/>
          <p14:tracePt t="74163" x="3956050" y="4179888"/>
          <p14:tracePt t="74171" x="4056063" y="4179888"/>
          <p14:tracePt t="74179" x="4156075" y="4179888"/>
          <p14:tracePt t="74187" x="4243388" y="4205288"/>
          <p14:tracePt t="74195" x="4343400" y="4230688"/>
          <p14:tracePt t="74203" x="4456113" y="4241800"/>
          <p14:tracePt t="74211" x="4556125" y="4267200"/>
          <p14:tracePt t="74219" x="4630738" y="4292600"/>
          <p14:tracePt t="74228" x="4681538" y="4305300"/>
          <p14:tracePt t="74235" x="4732338" y="4330700"/>
          <p14:tracePt t="74243" x="4768850" y="4341813"/>
          <p14:tracePt t="74267" x="4781550" y="4341813"/>
          <p14:tracePt t="74499" x="4806950" y="4341813"/>
          <p14:tracePt t="74507" x="4881563" y="4341813"/>
          <p14:tracePt t="74515" x="4919663" y="4341813"/>
          <p14:tracePt t="74523" x="4981575" y="4341813"/>
          <p14:tracePt t="74531" x="5057775" y="4330700"/>
          <p14:tracePt t="74539" x="5106988" y="4330700"/>
          <p14:tracePt t="74547" x="5181600" y="4330700"/>
          <p14:tracePt t="74555" x="5207000" y="4330700"/>
          <p14:tracePt t="74563" x="5245100" y="4330700"/>
          <p14:tracePt t="74571" x="5281613" y="4318000"/>
          <p14:tracePt t="74579" x="5294313" y="4318000"/>
          <p14:tracePt t="74587" x="5319713" y="4305300"/>
          <p14:tracePt t="74596" x="5332413" y="4305300"/>
          <p14:tracePt t="74691" x="5345113" y="4305300"/>
          <p14:tracePt t="75731" x="5370513" y="4305300"/>
          <p14:tracePt t="75755" x="5383213" y="4305300"/>
          <p14:tracePt t="75763" x="5394325" y="4305300"/>
          <p14:tracePt t="75771" x="5407025" y="4305300"/>
          <p14:tracePt t="75779" x="5419725" y="4305300"/>
          <p14:tracePt t="75787" x="5432425" y="4305300"/>
          <p14:tracePt t="75795" x="5483225" y="4305300"/>
          <p14:tracePt t="75804" x="5557838" y="4305300"/>
          <p14:tracePt t="75811" x="5619750" y="4305300"/>
          <p14:tracePt t="75819" x="5708650" y="4305300"/>
          <p14:tracePt t="75827" x="5795963" y="4305300"/>
          <p14:tracePt t="75835" x="5857875" y="4305300"/>
          <p14:tracePt t="75843" x="5908675" y="4305300"/>
          <p14:tracePt t="75851" x="5945188" y="4305300"/>
          <p14:tracePt t="75859" x="5957888" y="4305300"/>
          <p14:tracePt t="76140" x="5995988" y="4305300"/>
          <p14:tracePt t="76147" x="6057900" y="4292600"/>
          <p14:tracePt t="76155" x="6108700" y="4292600"/>
          <p14:tracePt t="76163" x="6208713" y="4292600"/>
          <p14:tracePt t="76172" x="6283325" y="4292600"/>
          <p14:tracePt t="76179" x="6370638" y="4292600"/>
          <p14:tracePt t="76187" x="6459538" y="4292600"/>
          <p14:tracePt t="76195" x="6521450" y="4292600"/>
          <p14:tracePt t="76203" x="6572250" y="4292600"/>
          <p14:tracePt t="76211" x="6621463" y="4279900"/>
          <p14:tracePt t="76443" x="6608763" y="4279900"/>
          <p14:tracePt t="76451" x="6596063" y="4279900"/>
          <p14:tracePt t="76467" x="6572250" y="4279900"/>
          <p14:tracePt t="76475" x="6546850" y="4279900"/>
          <p14:tracePt t="76484" x="6534150" y="4279900"/>
          <p14:tracePt t="76491" x="6521450" y="4292600"/>
          <p14:tracePt t="76499" x="6496050" y="4292600"/>
          <p14:tracePt t="76515" x="6483350" y="4292600"/>
          <p14:tracePt t="76531" x="6459538" y="4292600"/>
          <p14:tracePt t="76587" x="6434138" y="4292600"/>
          <p14:tracePt t="76635" x="6421438" y="4305300"/>
          <p14:tracePt t="77179" x="6434138" y="4305300"/>
          <p14:tracePt t="77187" x="6472238" y="4305300"/>
          <p14:tracePt t="77195" x="6534150" y="4305300"/>
          <p14:tracePt t="77203" x="6621463" y="4305300"/>
          <p14:tracePt t="77211" x="6672263" y="4305300"/>
          <p14:tracePt t="77220" x="6721475" y="4305300"/>
          <p14:tracePt t="77227" x="6772275" y="4305300"/>
          <p14:tracePt t="77235" x="6808788" y="4305300"/>
          <p14:tracePt t="77243" x="6834188" y="4305300"/>
          <p14:tracePt t="77299" x="6846888" y="4305300"/>
          <p14:tracePt t="77315" x="6872288" y="4305300"/>
          <p14:tracePt t="77331" x="6884988" y="4305300"/>
          <p14:tracePt t="77339" x="6897688" y="4305300"/>
          <p14:tracePt t="77347" x="6910388" y="4305300"/>
          <p14:tracePt t="77523" x="6921500" y="4305300"/>
          <p14:tracePt t="77539" x="6934200" y="4305300"/>
          <p14:tracePt t="77547" x="6959600" y="4292600"/>
          <p14:tracePt t="77611" x="6972300" y="4292600"/>
          <p14:tracePt t="77619" x="7021513" y="4292600"/>
          <p14:tracePt t="77627" x="7046913" y="4292600"/>
          <p14:tracePt t="77635" x="7085013" y="4292600"/>
          <p14:tracePt t="77643" x="7097713" y="4292600"/>
          <p14:tracePt t="77651" x="7123113" y="4292600"/>
          <p14:tracePt t="77659" x="7159625" y="4292600"/>
          <p14:tracePt t="77667" x="7185025" y="4292600"/>
          <p14:tracePt t="77676" x="7210425" y="4292600"/>
          <p14:tracePt t="77683" x="7246938" y="4292600"/>
          <p14:tracePt t="77691" x="7259638" y="4292600"/>
          <p14:tracePt t="77699" x="7297738" y="4292600"/>
          <p14:tracePt t="77707" x="7323138" y="4292600"/>
          <p14:tracePt t="77715" x="7359650" y="4292600"/>
          <p14:tracePt t="77723" x="7372350" y="4279900"/>
          <p14:tracePt t="77731" x="7385050" y="4279900"/>
          <p14:tracePt t="77739" x="7410450" y="4279900"/>
          <p14:tracePt t="77747" x="7423150" y="4267200"/>
          <p14:tracePt t="77755" x="7435850" y="4267200"/>
          <p14:tracePt t="77771" x="7448550" y="4267200"/>
          <p14:tracePt t="77779" x="7459663" y="4267200"/>
          <p14:tracePt t="77788" x="7472363" y="4267200"/>
          <p14:tracePt t="77819" x="7485063" y="4267200"/>
          <p14:tracePt t="77851" x="7497763" y="4267200"/>
          <p14:tracePt t="77876" x="7523163" y="4241800"/>
          <p14:tracePt t="77891" x="7535863" y="4241800"/>
          <p14:tracePt t="77907" x="7548563" y="4241800"/>
          <p14:tracePt t="77947" x="7561263" y="4241800"/>
          <p14:tracePt t="77979" x="7572375" y="4241800"/>
          <p14:tracePt t="78611" x="7597775" y="4241800"/>
          <p14:tracePt t="78619" x="7635875" y="4241800"/>
          <p14:tracePt t="78628" x="7685088" y="4241800"/>
          <p14:tracePt t="78635" x="7735888" y="4241800"/>
          <p14:tracePt t="78643" x="7810500" y="4241800"/>
          <p14:tracePt t="78651" x="7910513" y="4241800"/>
          <p14:tracePt t="78659" x="7974013" y="4241800"/>
          <p14:tracePt t="78667" x="8061325" y="4241800"/>
          <p14:tracePt t="78675" x="8148638" y="4241800"/>
          <p14:tracePt t="78683" x="8212138" y="4241800"/>
          <p14:tracePt t="78691" x="8248650" y="4241800"/>
          <p14:tracePt t="78699" x="8286750" y="4241800"/>
          <p14:tracePt t="78707" x="8299450" y="4241800"/>
          <p14:tracePt t="78715" x="8335963" y="4241800"/>
          <p14:tracePt t="78747" x="8348663" y="4241800"/>
          <p14:tracePt t="78787" x="8348663" y="4230688"/>
          <p14:tracePt t="79059" x="8374063" y="4230688"/>
          <p14:tracePt t="79067" x="8386763" y="4230688"/>
          <p14:tracePt t="79075" x="8424863" y="4230688"/>
          <p14:tracePt t="79091" x="8435975" y="4230688"/>
          <p14:tracePt t="79099" x="8448675" y="4230688"/>
          <p14:tracePt t="79107" x="8461375" y="4230688"/>
          <p14:tracePt t="79243" x="8474075" y="4230688"/>
          <p14:tracePt t="79635" x="8486775" y="4230688"/>
          <p14:tracePt t="79643" x="8537575" y="4241800"/>
          <p14:tracePt t="79651" x="8586788" y="4241800"/>
          <p14:tracePt t="79659" x="8637588" y="4241800"/>
          <p14:tracePt t="79667" x="8712200" y="4241800"/>
          <p14:tracePt t="79675" x="8774113" y="4241800"/>
          <p14:tracePt t="79683" x="8863013" y="4241800"/>
          <p14:tracePt t="79691" x="8950325" y="4241800"/>
          <p14:tracePt t="79699" x="9024938" y="4241800"/>
          <p14:tracePt t="79707" x="9099550" y="4241800"/>
          <p14:tracePt t="79715" x="9150350" y="4241800"/>
          <p14:tracePt t="79723" x="9188450" y="4241800"/>
          <p14:tracePt t="79732" x="9212263" y="4241800"/>
          <p14:tracePt t="79739" x="9224963" y="4241800"/>
          <p14:tracePt t="79748" x="9250363" y="4241800"/>
          <p14:tracePt t="79779" x="9263063" y="4241800"/>
          <p14:tracePt t="79795" x="9275763" y="4241800"/>
          <p14:tracePt t="79803" x="9288463" y="4241800"/>
          <p14:tracePt t="79891" x="9301163" y="4241800"/>
          <p14:tracePt t="79899" x="9312275" y="4230688"/>
          <p14:tracePt t="79915" x="9324975" y="4230688"/>
          <p14:tracePt t="79932" x="9350375" y="4230688"/>
          <p14:tracePt t="79944" x="9363075" y="4230688"/>
          <p14:tracePt t="79947" x="9375775" y="4230688"/>
          <p14:tracePt t="79955" x="9401175" y="4230688"/>
          <p14:tracePt t="79963" x="9424988" y="4230688"/>
          <p14:tracePt t="79979" x="9437688" y="4230688"/>
          <p14:tracePt t="79987" x="9463088" y="4230688"/>
          <p14:tracePt t="79995" x="9475788" y="4230688"/>
          <p14:tracePt t="80003" x="9488488" y="4230688"/>
          <p14:tracePt t="80011" x="9513888" y="4230688"/>
          <p14:tracePt t="80019" x="9537700" y="4230688"/>
          <p14:tracePt t="80035" x="9550400" y="4230688"/>
          <p14:tracePt t="81411" x="9501188" y="4230688"/>
          <p14:tracePt t="81420" x="9450388" y="4230688"/>
          <p14:tracePt t="81427" x="9324975" y="4230688"/>
          <p14:tracePt t="81435" x="9188450" y="4230688"/>
          <p14:tracePt t="81443" x="8975725" y="4230688"/>
          <p14:tracePt t="81451" x="8574088" y="4230688"/>
          <p14:tracePt t="81459" x="8099425" y="4230688"/>
          <p14:tracePt t="81467" x="7685088" y="4241800"/>
          <p14:tracePt t="81475" x="7372350" y="4241800"/>
          <p14:tracePt t="81483" x="7172325" y="4241800"/>
          <p14:tracePt t="81491" x="6959600" y="4241800"/>
          <p14:tracePt t="81499" x="6759575" y="4241800"/>
          <p14:tracePt t="81507" x="6621463" y="4241800"/>
          <p14:tracePt t="81515" x="6483350" y="4241800"/>
          <p14:tracePt t="81523" x="6408738" y="4241800"/>
          <p14:tracePt t="81531" x="6283325" y="4267200"/>
          <p14:tracePt t="81539" x="6170613" y="4267200"/>
          <p14:tracePt t="81547" x="6045200" y="4279900"/>
          <p14:tracePt t="81555" x="5945188" y="4292600"/>
          <p14:tracePt t="81563" x="5783263" y="4330700"/>
          <p14:tracePt t="81571" x="5645150" y="4341813"/>
          <p14:tracePt t="81579" x="5545138" y="4354513"/>
          <p14:tracePt t="81587" x="5419725" y="4367213"/>
          <p14:tracePt t="81595" x="5319713" y="4367213"/>
          <p14:tracePt t="81603" x="5257800" y="4367213"/>
          <p14:tracePt t="81611" x="5181600" y="4392613"/>
          <p14:tracePt t="81620" x="5145088" y="4392613"/>
          <p14:tracePt t="81627" x="5094288" y="4392613"/>
          <p14:tracePt t="81635" x="5045075" y="4392613"/>
          <p14:tracePt t="81643" x="4968875" y="4392613"/>
          <p14:tracePt t="81651" x="4906963" y="4392613"/>
          <p14:tracePt t="81659" x="4819650" y="4392613"/>
          <p14:tracePt t="81667" x="4743450" y="4392613"/>
          <p14:tracePt t="81675" x="4668838" y="4392613"/>
          <p14:tracePt t="81683" x="4581525" y="4392613"/>
          <p14:tracePt t="81691" x="4530725" y="4405313"/>
          <p14:tracePt t="81699" x="4506913" y="4405313"/>
          <p14:tracePt t="81707" x="4481513" y="4405313"/>
          <p14:tracePt t="81715" x="4468813" y="4418013"/>
          <p14:tracePt t="81843" x="4556125" y="4418013"/>
          <p14:tracePt t="81851" x="4906963" y="4418013"/>
          <p14:tracePt t="81859" x="5219700" y="4418013"/>
          <p14:tracePt t="81867" x="5695950" y="4418013"/>
          <p14:tracePt t="81875" x="6196013" y="4418013"/>
          <p14:tracePt t="81883" x="6708775" y="4418013"/>
          <p14:tracePt t="81891" x="7285038" y="4443413"/>
          <p14:tracePt t="81899" x="7935913" y="4443413"/>
          <p14:tracePt t="81907" x="8512175" y="4443413"/>
          <p14:tracePt t="81916" x="8950325" y="4443413"/>
          <p14:tracePt t="81923" x="9388475" y="4443413"/>
          <p14:tracePt t="81931" x="9663113" y="4443413"/>
          <p14:tracePt t="81950" x="9975850" y="4392613"/>
          <p14:tracePt t="81955" x="10088563" y="4379913"/>
          <p14:tracePt t="81963" x="10152063" y="4379913"/>
          <p14:tracePt t="81971" x="10213975" y="4367213"/>
          <p14:tracePt t="81979" x="10264775" y="4367213"/>
          <p14:tracePt t="81988" x="10301288" y="4354513"/>
          <p14:tracePt t="81995" x="10364788" y="4341813"/>
          <p14:tracePt t="82003" x="10390188" y="4341813"/>
          <p14:tracePt t="82011" x="10426700" y="4341813"/>
          <p14:tracePt t="82019" x="10452100" y="4330700"/>
          <p14:tracePt t="82067" x="10464800" y="4330700"/>
          <p14:tracePt t="82075" x="10502900" y="4330700"/>
          <p14:tracePt t="82091" x="10526713" y="4330700"/>
          <p14:tracePt t="82099" x="10552113" y="4330700"/>
          <p14:tracePt t="82107" x="10590213" y="4330700"/>
          <p14:tracePt t="82115" x="10639425" y="4330700"/>
          <p14:tracePt t="82123" x="10677525" y="4330700"/>
          <p14:tracePt t="82131" x="10702925" y="4330700"/>
          <p14:tracePt t="82139" x="10726738" y="4330700"/>
          <p14:tracePt t="82155" x="10739438" y="4330700"/>
          <p14:tracePt t="82411" x="10752138" y="4330700"/>
          <p14:tracePt t="82443" x="10764838" y="4330700"/>
          <p14:tracePt t="82451" x="10764838" y="4341813"/>
          <p14:tracePt t="82483" x="10764838" y="4367213"/>
          <p14:tracePt t="82507" x="10752138" y="4379913"/>
          <p14:tracePt t="82523" x="10739438" y="4379913"/>
          <p14:tracePt t="82539" x="10726738" y="4379913"/>
          <p14:tracePt t="82556" x="10715625" y="4379913"/>
          <p14:tracePt t="82563" x="10702925" y="4354513"/>
          <p14:tracePt t="82571" x="10690225" y="4330700"/>
          <p14:tracePt t="82579" x="10677525" y="4305300"/>
          <p14:tracePt t="82587" x="10677525" y="4292600"/>
          <p14:tracePt t="82595" x="10664825" y="4267200"/>
          <p14:tracePt t="82603" x="10626725" y="4230688"/>
          <p14:tracePt t="82619" x="10602913" y="4205288"/>
          <p14:tracePt t="82627" x="10590213" y="4192588"/>
          <p14:tracePt t="82643" x="10590213" y="4179888"/>
          <p14:tracePt t="82651" x="10577513" y="4179888"/>
          <p14:tracePt t="82683" x="10564813" y="4179888"/>
          <p14:tracePt t="82699" x="10552113" y="4179888"/>
          <p14:tracePt t="82715" x="10526713" y="4179888"/>
          <p14:tracePt t="82723" x="10514013" y="4179888"/>
          <p14:tracePt t="82731" x="10502900" y="4179888"/>
          <p14:tracePt t="82740" x="10490200" y="4179888"/>
          <p14:tracePt t="82747" x="10477500" y="4179888"/>
          <p14:tracePt t="82755" x="10464800" y="4192588"/>
          <p14:tracePt t="82771" x="10452100" y="4205288"/>
          <p14:tracePt t="82795" x="10452100" y="4230688"/>
          <p14:tracePt t="82811" x="10452100" y="4241800"/>
          <p14:tracePt t="82819" x="10452100" y="4254500"/>
          <p14:tracePt t="82827" x="10452100" y="4267200"/>
          <p14:tracePt t="82835" x="10464800" y="4279900"/>
          <p14:tracePt t="82843" x="10477500" y="4279900"/>
          <p14:tracePt t="82859" x="10490200" y="4292600"/>
          <p14:tracePt t="82867" x="10539413" y="4318000"/>
          <p14:tracePt t="82875" x="10564813" y="4318000"/>
          <p14:tracePt t="82883" x="10602913" y="4318000"/>
          <p14:tracePt t="82891" x="10639425" y="4318000"/>
          <p14:tracePt t="82899" x="10690225" y="4318000"/>
          <p14:tracePt t="82907" x="10777538" y="4330700"/>
          <p14:tracePt t="82915" x="10828338" y="4330700"/>
          <p14:tracePt t="82935" x="10928350" y="4330700"/>
          <p14:tracePt t="82940" x="10964863" y="4330700"/>
          <p14:tracePt t="82947" x="10990263" y="4330700"/>
          <p14:tracePt t="82955" x="11028363" y="4330700"/>
          <p14:tracePt t="82963" x="11041063" y="4330700"/>
          <p14:tracePt t="82979" x="11064875" y="4330700"/>
          <p14:tracePt t="82987" x="11090275" y="4330700"/>
          <p14:tracePt t="82995" x="11102975" y="4330700"/>
          <p14:tracePt t="83003" x="11141075" y="4318000"/>
          <p14:tracePt t="83011" x="11153775" y="4318000"/>
          <p14:tracePt t="83027" x="11164888" y="4318000"/>
          <p14:tracePt t="83036" x="11164888" y="4305300"/>
          <p14:tracePt t="83043" x="11190288" y="4305300"/>
          <p14:tracePt t="83067" x="11202988" y="4305300"/>
          <p14:tracePt t="83083" x="11228388" y="4305300"/>
          <p14:tracePt t="83099" x="11253788" y="4305300"/>
          <p14:tracePt t="83108" x="11290300" y="4279900"/>
          <p14:tracePt t="83124" x="11315700" y="4279900"/>
          <p14:tracePt t="83131" x="11328400" y="4279900"/>
          <p14:tracePt t="83179" x="11341100" y="4279900"/>
          <p14:tracePt t="83187" x="11353800" y="4279900"/>
          <p14:tracePt t="83195" x="11366500" y="4279900"/>
          <p14:tracePt t="83203" x="11390313" y="4267200"/>
          <p14:tracePt t="83211" x="11403013" y="4267200"/>
          <p14:tracePt t="83220" x="11441113" y="4267200"/>
          <p14:tracePt t="83227" x="11479213" y="4267200"/>
          <p14:tracePt t="83235" x="11528425" y="4267200"/>
          <p14:tracePt t="83243" x="11553825" y="4267200"/>
          <p14:tracePt t="83251" x="11603038" y="4254500"/>
          <p14:tracePt t="83259" x="11653838" y="4230688"/>
          <p14:tracePt t="83267" x="11703050" y="4230688"/>
          <p14:tracePt t="83275" x="11741150" y="4217988"/>
          <p14:tracePt t="83283" x="11779250" y="4205288"/>
          <p14:tracePt t="83292" x="11804650" y="4192588"/>
          <p14:tracePt t="83299" x="11828463" y="4179888"/>
          <p14:tracePt t="83308" x="11841163" y="4167188"/>
          <p14:tracePt t="83315" x="11853863" y="4167188"/>
          <p14:tracePt t="83379" x="11866563" y="4167188"/>
          <p14:tracePt t="83723" x="11866563" y="4179888"/>
          <p14:tracePt t="83731" x="11866563" y="4205288"/>
          <p14:tracePt t="83747" x="11866563" y="4217988"/>
          <p14:tracePt t="83755" x="11866563" y="4230688"/>
          <p14:tracePt t="83763" x="11866563" y="4241800"/>
          <p14:tracePt t="83787" x="11866563" y="4254500"/>
          <p14:tracePt t="84091" x="11879263" y="4254500"/>
          <p14:tracePt t="84419" x="11804650" y="4254500"/>
          <p14:tracePt t="84428" x="11728450" y="4254500"/>
          <p14:tracePt t="84435" x="11628438" y="4254500"/>
          <p14:tracePt t="84443" x="11479213" y="4254500"/>
          <p14:tracePt t="84451" x="11153775" y="4254500"/>
          <p14:tracePt t="84459" x="10390188" y="4341813"/>
          <p14:tracePt t="84467" x="9675813" y="4379913"/>
          <p14:tracePt t="84475" x="8950325" y="4454525"/>
          <p14:tracePt t="84483" x="8274050" y="4454525"/>
          <p14:tracePt t="84491" x="7561263" y="4454525"/>
          <p14:tracePt t="84499" x="6808788" y="4454525"/>
          <p14:tracePt t="84507" x="6134100" y="4454525"/>
          <p14:tracePt t="84515" x="5557838" y="4454525"/>
          <p14:tracePt t="84523" x="5081588" y="4454525"/>
          <p14:tracePt t="84531" x="4706938" y="4454525"/>
          <p14:tracePt t="84540" x="4330700" y="4454525"/>
          <p14:tracePt t="84547" x="4092575" y="4454525"/>
          <p14:tracePt t="84555" x="3817938" y="4454525"/>
          <p14:tracePt t="84563" x="3579813" y="4454525"/>
          <p14:tracePt t="84571" x="3341688" y="4454525"/>
          <p14:tracePt t="84579" x="3103563" y="4454525"/>
          <p14:tracePt t="84587" x="2890838" y="4454525"/>
          <p14:tracePt t="84595" x="2690813" y="4454525"/>
          <p14:tracePt t="84603" x="2528888" y="4454525"/>
          <p14:tracePt t="84612" x="2339975" y="4454525"/>
          <p14:tracePt t="84619" x="2203450" y="4454525"/>
          <p14:tracePt t="84627" x="2078038" y="4454525"/>
          <p14:tracePt t="84635" x="1978025" y="4454525"/>
          <p14:tracePt t="84643" x="1878013" y="4454525"/>
          <p14:tracePt t="84651" x="1778000" y="4454525"/>
          <p14:tracePt t="84659" x="1677988" y="4454525"/>
          <p14:tracePt t="84667" x="1577975" y="4454525"/>
          <p14:tracePt t="84675" x="1476375" y="4454525"/>
          <p14:tracePt t="84683" x="1352550" y="4454525"/>
          <p14:tracePt t="84691" x="1227138" y="4454525"/>
          <p14:tracePt t="84699" x="1101725" y="4454525"/>
          <p14:tracePt t="84707" x="989013" y="4479925"/>
          <p14:tracePt t="84715" x="889000" y="4479925"/>
          <p14:tracePt t="84724" x="801688" y="4479925"/>
          <p14:tracePt t="84731" x="738188" y="4479925"/>
          <p14:tracePt t="84739" x="663575" y="4479925"/>
          <p14:tracePt t="84747" x="612775" y="4492625"/>
          <p14:tracePt t="84755" x="563563" y="4492625"/>
          <p14:tracePt t="84763" x="500063" y="4505325"/>
          <p14:tracePt t="84771" x="463550" y="4518025"/>
          <p14:tracePt t="84779" x="450850" y="4530725"/>
          <p14:tracePt t="84787" x="412750" y="4530725"/>
          <p14:tracePt t="84796" x="387350" y="4530725"/>
          <p14:tracePt t="84803" x="363538" y="4530725"/>
          <p14:tracePt t="85011" x="376238" y="4530725"/>
          <p14:tracePt t="85019" x="376238" y="4543425"/>
          <p14:tracePt t="85035" x="412750" y="4554538"/>
          <p14:tracePt t="85043" x="425450" y="4554538"/>
          <p14:tracePt t="85051" x="450850" y="4567238"/>
          <p14:tracePt t="85059" x="512763" y="4579938"/>
          <p14:tracePt t="85067" x="563563" y="4592638"/>
          <p14:tracePt t="85075" x="638175" y="4630738"/>
          <p14:tracePt t="85083" x="701675" y="4630738"/>
          <p14:tracePt t="85092" x="788988" y="4643438"/>
          <p14:tracePt t="85099" x="876300" y="4643438"/>
          <p14:tracePt t="85107" x="976313" y="4656138"/>
          <p14:tracePt t="85115" x="1038225" y="4656138"/>
          <p14:tracePt t="85123" x="1114425" y="4656138"/>
          <p14:tracePt t="85131" x="1201738" y="4656138"/>
          <p14:tracePt t="85139" x="1252538" y="4656138"/>
          <p14:tracePt t="85147" x="1276350" y="4656138"/>
          <p14:tracePt t="85155" x="1301750" y="4656138"/>
          <p14:tracePt t="85163" x="1314450" y="4656138"/>
          <p14:tracePt t="85180" x="1327150" y="4656138"/>
          <p14:tracePt t="85203" x="1339850" y="4656138"/>
          <p14:tracePt t="85211" x="1352550" y="4656138"/>
          <p14:tracePt t="85219" x="1363663" y="4656138"/>
          <p14:tracePt t="85227" x="1401763" y="4643438"/>
          <p14:tracePt t="85235" x="1414463" y="4630738"/>
          <p14:tracePt t="85243" x="1427163" y="4630738"/>
          <p14:tracePt t="85251" x="1465263" y="4630738"/>
          <p14:tracePt t="85259" x="1489075" y="4630738"/>
          <p14:tracePt t="85267" x="1501775" y="4630738"/>
          <p14:tracePt t="85291" x="1514475" y="4630738"/>
          <p14:tracePt t="85307" x="1527175" y="4630738"/>
          <p14:tracePt t="85323" x="1539875" y="4618038"/>
          <p14:tracePt t="85339" x="1565275" y="4592638"/>
          <p14:tracePt t="85347" x="1577975" y="4592638"/>
          <p14:tracePt t="85355" x="1589088" y="4592638"/>
          <p14:tracePt t="85364" x="1601788" y="4592638"/>
          <p14:tracePt t="85371" x="1627188" y="4592638"/>
          <p14:tracePt t="85379" x="1639888" y="4592638"/>
          <p14:tracePt t="85387" x="1665288" y="4592638"/>
          <p14:tracePt t="85403" x="1677988" y="4592638"/>
          <p14:tracePt t="85411" x="1689100" y="4579938"/>
          <p14:tracePt t="85475" x="1701800" y="4579938"/>
          <p14:tracePt t="85491" x="1714500" y="4567238"/>
          <p14:tracePt t="85499" x="1727200" y="4567238"/>
          <p14:tracePt t="85507" x="1739900" y="4567238"/>
          <p14:tracePt t="85515" x="1752600" y="4567238"/>
          <p14:tracePt t="85843" x="1739900" y="4567238"/>
          <p14:tracePt t="86171" x="1752600" y="4567238"/>
          <p14:tracePt t="86179" x="1778000" y="4567238"/>
          <p14:tracePt t="86187" x="1801813" y="4567238"/>
          <p14:tracePt t="86195" x="1852613" y="4567238"/>
          <p14:tracePt t="86203" x="1952625" y="4567238"/>
          <p14:tracePt t="86211" x="2014538" y="4567238"/>
          <p14:tracePt t="86219" x="2090738" y="4567238"/>
          <p14:tracePt t="86228" x="2178050" y="4567238"/>
          <p14:tracePt t="86235" x="2239963" y="4567238"/>
          <p14:tracePt t="86243" x="2303463" y="4567238"/>
          <p14:tracePt t="86251" x="2339975" y="4567238"/>
          <p14:tracePt t="86259" x="2390775" y="4567238"/>
          <p14:tracePt t="86267" x="2403475" y="4567238"/>
          <p14:tracePt t="86275" x="2416175" y="4567238"/>
          <p14:tracePt t="86467" x="2428875" y="4567238"/>
          <p14:tracePt t="86475" x="2441575" y="4567238"/>
          <p14:tracePt t="86483" x="2452688" y="4567238"/>
          <p14:tracePt t="86539" x="2465388" y="4567238"/>
          <p14:tracePt t="86555" x="2490788" y="4567238"/>
          <p14:tracePt t="86563" x="2528888" y="4567238"/>
          <p14:tracePt t="86571" x="2554288" y="4567238"/>
          <p14:tracePt t="86579" x="2590800" y="4567238"/>
          <p14:tracePt t="86587" x="2616200" y="4567238"/>
          <p14:tracePt t="86596" x="2641600" y="4567238"/>
          <p14:tracePt t="86603" x="2654300" y="4567238"/>
          <p14:tracePt t="86611" x="2678113" y="4567238"/>
          <p14:tracePt t="86619" x="2690813" y="4567238"/>
          <p14:tracePt t="86627" x="2703513" y="4567238"/>
          <p14:tracePt t="86635" x="2741613" y="4567238"/>
          <p14:tracePt t="86643" x="2778125" y="4592638"/>
          <p14:tracePt t="86651" x="2816225" y="4592638"/>
          <p14:tracePt t="86659" x="2854325" y="4592638"/>
          <p14:tracePt t="86668" x="2879725" y="4592638"/>
          <p14:tracePt t="86675" x="2903538" y="4592638"/>
          <p14:tracePt t="86684" x="2941638" y="4592638"/>
          <p14:tracePt t="86691" x="2967038" y="4592638"/>
          <p14:tracePt t="86707" x="2992438" y="4592638"/>
          <p14:tracePt t="86715" x="3016250" y="4592638"/>
          <p14:tracePt t="86731" x="3028950" y="4592638"/>
          <p14:tracePt t="86739" x="3054350" y="4592638"/>
          <p14:tracePt t="86755" x="3079750" y="4592638"/>
          <p14:tracePt t="86763" x="3092450" y="4592638"/>
          <p14:tracePt t="86819" x="3103563" y="4592638"/>
          <p14:tracePt t="86835" x="3116263" y="4592638"/>
          <p14:tracePt t="86843" x="3128963" y="4592638"/>
          <p14:tracePt t="86883" x="3141663" y="4592638"/>
          <p14:tracePt t="86891" x="3154363" y="4592638"/>
          <p14:tracePt t="86915" x="3167063" y="4592638"/>
          <p14:tracePt t="86923" x="3179763" y="4592638"/>
          <p14:tracePt t="86931" x="3205163" y="4592638"/>
          <p14:tracePt t="86947" x="3228975" y="4592638"/>
          <p14:tracePt t="86955" x="3241675" y="4592638"/>
          <p14:tracePt t="86963" x="3267075" y="4592638"/>
          <p14:tracePt t="86971" x="3279775" y="4592638"/>
          <p14:tracePt t="86987" x="3305175" y="4592638"/>
          <p14:tracePt t="86995" x="3317875" y="4592638"/>
          <p14:tracePt t="87003" x="3317875" y="4605338"/>
          <p14:tracePt t="87019" x="3341688" y="4605338"/>
          <p14:tracePt t="87027" x="3354388" y="4605338"/>
          <p14:tracePt t="87043" x="3379788" y="4618038"/>
          <p14:tracePt t="87052" x="3417888" y="4618038"/>
          <p14:tracePt t="87059" x="3454400" y="4618038"/>
          <p14:tracePt t="87067" x="3492500" y="4618038"/>
          <p14:tracePt t="87075" x="3530600" y="4630738"/>
          <p14:tracePt t="87083" x="3567113" y="4630738"/>
          <p14:tracePt t="87091" x="3592513" y="4630738"/>
          <p14:tracePt t="87099" x="3630613" y="4630738"/>
          <p14:tracePt t="87107" x="3643313" y="4630738"/>
          <p14:tracePt t="87115" x="3667125" y="4630738"/>
          <p14:tracePt t="87123" x="3692525" y="4630738"/>
          <p14:tracePt t="87131" x="3705225" y="4630738"/>
          <p14:tracePt t="87139" x="3717925" y="4630738"/>
          <p14:tracePt t="87147" x="3743325" y="4630738"/>
          <p14:tracePt t="87164" x="3756025" y="4630738"/>
          <p14:tracePt t="87171" x="3767138" y="4630738"/>
          <p14:tracePt t="87179" x="3779838" y="4618038"/>
          <p14:tracePt t="87195" x="3805238" y="4605338"/>
          <p14:tracePt t="87203" x="3817938" y="4605338"/>
          <p14:tracePt t="87219" x="3830638" y="4605338"/>
          <p14:tracePt t="87227" x="3856038" y="4592638"/>
          <p14:tracePt t="87236" x="3867150" y="4592638"/>
          <p14:tracePt t="87243" x="3879850" y="4592638"/>
          <p14:tracePt t="87259" x="3892550" y="4592638"/>
          <p14:tracePt t="87315" x="3905250" y="4579938"/>
          <p14:tracePt t="87355" x="3917950" y="4579938"/>
          <p14:tracePt t="87411" x="3917950" y="4554538"/>
          <p14:tracePt t="87515" x="3943350" y="4543425"/>
          <p14:tracePt t="89571" x="3943350" y="4530725"/>
          <p14:tracePt t="89579" x="3956050" y="4518025"/>
          <p14:tracePt t="89587" x="3979863" y="4518025"/>
          <p14:tracePt t="89595" x="4043363" y="4518025"/>
          <p14:tracePt t="89603" x="4105275" y="4518025"/>
          <p14:tracePt t="89611" x="4156075" y="4518025"/>
          <p14:tracePt t="89619" x="4243388" y="4530725"/>
          <p14:tracePt t="89627" x="4305300" y="4543425"/>
          <p14:tracePt t="89635" x="4381500" y="4543425"/>
          <p14:tracePt t="89643" x="4506913" y="4554538"/>
          <p14:tracePt t="89651" x="4543425" y="4592638"/>
          <p14:tracePt t="89659" x="4581525" y="4605338"/>
          <p14:tracePt t="89667" x="4630738" y="4605338"/>
          <p14:tracePt t="89676" x="4668838" y="4605338"/>
          <p14:tracePt t="89683" x="4719638" y="4605338"/>
          <p14:tracePt t="89691" x="4756150" y="4605338"/>
          <p14:tracePt t="89699" x="4781550" y="4605338"/>
          <p14:tracePt t="89707" x="4819650" y="4605338"/>
          <p14:tracePt t="89715" x="4856163" y="4605338"/>
          <p14:tracePt t="89723" x="4881563" y="4605338"/>
          <p14:tracePt t="89731" x="4906963" y="4605338"/>
          <p14:tracePt t="89739" x="4932363" y="4605338"/>
          <p14:tracePt t="89747" x="4945063" y="4605338"/>
          <p14:tracePt t="89755" x="4968875" y="4605338"/>
          <p14:tracePt t="89891" x="4981575" y="4605338"/>
          <p14:tracePt t="89899" x="5019675" y="4592638"/>
          <p14:tracePt t="89907" x="5032375" y="4592638"/>
          <p14:tracePt t="89915" x="5057775" y="4579938"/>
          <p14:tracePt t="89923" x="5081588" y="4567238"/>
          <p14:tracePt t="89931" x="5119688" y="4554538"/>
          <p14:tracePt t="89939" x="5145088" y="4543425"/>
          <p14:tracePt t="89947" x="5170488" y="4543425"/>
          <p14:tracePt t="89955" x="5194300" y="4530725"/>
          <p14:tracePt t="89963" x="5245100" y="4518025"/>
          <p14:tracePt t="89972" x="5307013" y="4505325"/>
          <p14:tracePt t="89979" x="5357813" y="4492625"/>
          <p14:tracePt t="89987" x="5419725" y="4467225"/>
          <p14:tracePt t="89995" x="5507038" y="4443413"/>
          <p14:tracePt t="90003" x="5545138" y="4430713"/>
          <p14:tracePt t="90011" x="5583238" y="4418013"/>
          <p14:tracePt t="90019" x="5619750" y="4418013"/>
          <p14:tracePt t="90027" x="5632450" y="4418013"/>
          <p14:tracePt t="90035" x="5670550" y="4418013"/>
          <p14:tracePt t="90044" x="5719763" y="4418013"/>
          <p14:tracePt t="90051" x="5795963" y="4418013"/>
          <p14:tracePt t="90059" x="5832475" y="4418013"/>
          <p14:tracePt t="90067" x="5883275" y="4418013"/>
          <p14:tracePt t="90531" x="5883275" y="4392613"/>
          <p14:tracePt t="90539" x="5883275" y="4341813"/>
          <p14:tracePt t="90547" x="5883275" y="4292600"/>
          <p14:tracePt t="90555" x="5883275" y="4230688"/>
          <p14:tracePt t="90563" x="5908675" y="4167188"/>
          <p14:tracePt t="90571" x="5932488" y="4117975"/>
          <p14:tracePt t="90579" x="5945188" y="4105275"/>
          <p14:tracePt t="90587" x="5983288" y="4092575"/>
          <p14:tracePt t="90595" x="6021388" y="4092575"/>
          <p14:tracePt t="90603" x="6034088" y="4092575"/>
          <p14:tracePt t="90612" x="6070600" y="4092575"/>
          <p14:tracePt t="90619" x="6083300" y="4092575"/>
          <p14:tracePt t="90627" x="6096000" y="4092575"/>
          <p14:tracePt t="90635" x="6108700" y="4092575"/>
          <p14:tracePt t="90643" x="6170613" y="4117975"/>
          <p14:tracePt t="90651" x="6196013" y="4117975"/>
          <p14:tracePt t="90659" x="6221413" y="4129088"/>
          <p14:tracePt t="90667" x="6259513" y="4154488"/>
          <p14:tracePt t="90675" x="6308725" y="4167188"/>
          <p14:tracePt t="90683" x="6359525" y="4192588"/>
          <p14:tracePt t="90691" x="6396038" y="4217988"/>
          <p14:tracePt t="90699" x="6459538" y="4241800"/>
          <p14:tracePt t="90707" x="6496050" y="4241800"/>
          <p14:tracePt t="90715" x="6534150" y="4279900"/>
          <p14:tracePt t="90724" x="6584950" y="4292600"/>
          <p14:tracePt t="90731" x="6646863" y="4330700"/>
          <p14:tracePt t="90739" x="6672263" y="4330700"/>
          <p14:tracePt t="90748" x="6672263" y="4341813"/>
          <p14:tracePt t="90755" x="6696075" y="4354513"/>
          <p14:tracePt t="90763" x="6708775" y="4367213"/>
          <p14:tracePt t="90771" x="6721475" y="4379913"/>
          <p14:tracePt t="90787" x="6734175" y="4392613"/>
          <p14:tracePt t="90812" x="6734175" y="4405313"/>
          <p14:tracePt t="90819" x="6734175" y="4418013"/>
          <p14:tracePt t="90843" x="6734175" y="4430713"/>
          <p14:tracePt t="90859" x="6734175" y="4443413"/>
          <p14:tracePt t="90875" x="6734175" y="4467225"/>
          <p14:tracePt t="90883" x="6721475" y="4492625"/>
          <p14:tracePt t="90899" x="6708775" y="4505325"/>
          <p14:tracePt t="90908" x="6708775" y="4518025"/>
          <p14:tracePt t="90915" x="6684963" y="4530725"/>
          <p14:tracePt t="91123" x="6684963" y="4543425"/>
          <p14:tracePt t="91139" x="6721475" y="4543425"/>
          <p14:tracePt t="91147" x="6759575" y="4543425"/>
          <p14:tracePt t="91155" x="6797675" y="4543425"/>
          <p14:tracePt t="91163" x="6821488" y="4543425"/>
          <p14:tracePt t="91171" x="6859588" y="4567238"/>
          <p14:tracePt t="91180" x="6872288" y="4567238"/>
          <p14:tracePt t="91187" x="6884988" y="4567238"/>
          <p14:tracePt t="91195" x="6910388" y="4567238"/>
          <p14:tracePt t="91203" x="6934200" y="4567238"/>
          <p14:tracePt t="91219" x="6959600" y="4567238"/>
          <p14:tracePt t="91227" x="6972300" y="4567238"/>
          <p14:tracePt t="91243" x="6997700" y="4567238"/>
          <p14:tracePt t="91251" x="7010400" y="4567238"/>
          <p14:tracePt t="91259" x="7021513" y="4567238"/>
          <p14:tracePt t="91299" x="7034213" y="4567238"/>
          <p14:tracePt t="91363" x="7046913" y="4567238"/>
          <p14:tracePt t="91379" x="7059613" y="4567238"/>
          <p14:tracePt t="91387" x="7072313" y="4567238"/>
          <p14:tracePt t="91403" x="7085013" y="4567238"/>
          <p14:tracePt t="91419" x="7097713" y="4567238"/>
          <p14:tracePt t="91451" x="7123113" y="4567238"/>
          <p14:tracePt t="91475" x="7134225" y="4567238"/>
          <p14:tracePt t="91491" x="7159625" y="4567238"/>
          <p14:tracePt t="91499" x="7185025" y="4567238"/>
          <p14:tracePt t="91507" x="7210425" y="4567238"/>
          <p14:tracePt t="91515" x="7223125" y="4579938"/>
          <p14:tracePt t="91523" x="7246938" y="4579938"/>
          <p14:tracePt t="91531" x="7272338" y="4592638"/>
          <p14:tracePt t="91539" x="7285038" y="4592638"/>
          <p14:tracePt t="91548" x="7310438" y="4592638"/>
          <p14:tracePt t="91555" x="7335838" y="4592638"/>
          <p14:tracePt t="91563" x="7359650" y="4605338"/>
          <p14:tracePt t="91571" x="7385050" y="4605338"/>
          <p14:tracePt t="91579" x="7397750" y="4605338"/>
          <p14:tracePt t="91587" x="7423150" y="4605338"/>
          <p14:tracePt t="91595" x="7448550" y="4618038"/>
          <p14:tracePt t="91603" x="7459663" y="4618038"/>
          <p14:tracePt t="91619" x="7472363" y="4618038"/>
          <p14:tracePt t="91627" x="7485063" y="4618038"/>
          <p14:tracePt t="91635" x="7497763" y="4618038"/>
          <p14:tracePt t="91643" x="7510463" y="4618038"/>
          <p14:tracePt t="91651" x="7535863" y="4618038"/>
          <p14:tracePt t="91660" x="7561263" y="4618038"/>
          <p14:tracePt t="91667" x="7597775" y="4618038"/>
          <p14:tracePt t="91675" x="7648575" y="4618038"/>
          <p14:tracePt t="91683" x="7697788" y="4618038"/>
          <p14:tracePt t="91691" x="7761288" y="4618038"/>
          <p14:tracePt t="91699" x="7823200" y="4618038"/>
          <p14:tracePt t="91707" x="7874000" y="4618038"/>
          <p14:tracePt t="91715" x="7923213" y="4618038"/>
          <p14:tracePt t="91723" x="7948613" y="4618038"/>
          <p14:tracePt t="91732" x="7961313" y="4618038"/>
          <p14:tracePt t="91763" x="7974013" y="4618038"/>
          <p14:tracePt t="91779" x="7986713" y="4618038"/>
          <p14:tracePt t="91795" x="7999413" y="4618038"/>
          <p14:tracePt t="91811" x="8023225" y="4618038"/>
          <p14:tracePt t="91899" x="8035925" y="4618038"/>
          <p14:tracePt t="91915" x="8061325" y="4618038"/>
          <p14:tracePt t="91923" x="8086725" y="4618038"/>
          <p14:tracePt t="91932" x="8110538" y="4618038"/>
          <p14:tracePt t="91939" x="8123238" y="4618038"/>
          <p14:tracePt t="91947" x="8135938" y="4618038"/>
          <p14:tracePt t="91955" x="8148638" y="4618038"/>
          <p14:tracePt t="91979" x="8161338" y="4618038"/>
          <p14:tracePt t="91995" x="8186738" y="4618038"/>
          <p14:tracePt t="92011" x="8199438" y="4618038"/>
          <p14:tracePt t="92019" x="8212138" y="4618038"/>
          <p14:tracePt t="92027" x="8223250" y="4618038"/>
          <p14:tracePt t="92043" x="8235950" y="4618038"/>
          <p14:tracePt t="92051" x="8248650" y="4618038"/>
          <p14:tracePt t="92059" x="8261350" y="4618038"/>
          <p14:tracePt t="92075" x="8286750" y="4618038"/>
          <p14:tracePt t="92083" x="8299450" y="4618038"/>
          <p14:tracePt t="92107" x="8312150" y="4618038"/>
          <p14:tracePt t="92123" x="8324850" y="4618038"/>
          <p14:tracePt t="92155" x="8335963" y="4605338"/>
          <p14:tracePt t="92171" x="8348663" y="4605338"/>
          <p14:tracePt t="92179" x="8361363" y="4605338"/>
          <p14:tracePt t="92187" x="8374063" y="4605338"/>
          <p14:tracePt t="92203" x="8386763" y="4605338"/>
          <p14:tracePt t="92219" x="8399463" y="4605338"/>
          <p14:tracePt t="92251" x="8412163" y="4605338"/>
          <p14:tracePt t="92275" x="8424863" y="4592638"/>
          <p14:tracePt t="92283" x="8435975" y="4592638"/>
          <p14:tracePt t="92291" x="8448675" y="4592638"/>
          <p14:tracePt t="92315" x="8461375" y="4592638"/>
          <p14:tracePt t="92323" x="8461375" y="4579938"/>
          <p14:tracePt t="92331" x="8474075" y="4579938"/>
          <p14:tracePt t="92347" x="8486775" y="4579938"/>
          <p14:tracePt t="92363" x="8499475" y="4579938"/>
          <p14:tracePt t="92371" x="8524875" y="4579938"/>
          <p14:tracePt t="92387" x="8548688" y="4579938"/>
          <p14:tracePt t="92395" x="8561388" y="4579938"/>
          <p14:tracePt t="92403" x="8574088" y="4579938"/>
          <p14:tracePt t="92412" x="8612188" y="4579938"/>
          <p14:tracePt t="92427" x="8637588" y="4579938"/>
          <p14:tracePt t="92435" x="8661400" y="4579938"/>
          <p14:tracePt t="92443" x="8686800" y="4579938"/>
          <p14:tracePt t="92451" x="8699500" y="4579938"/>
          <p14:tracePt t="92459" x="8712200" y="4579938"/>
          <p14:tracePt t="92467" x="8724900" y="4579938"/>
          <p14:tracePt t="92483" x="8737600" y="4579938"/>
          <p14:tracePt t="92491" x="8750300" y="4579938"/>
          <p14:tracePt t="92499" x="8763000" y="4579938"/>
          <p14:tracePt t="92515" x="8774113" y="4579938"/>
          <p14:tracePt t="92523" x="8799513" y="4579938"/>
          <p14:tracePt t="92531" x="8812213" y="4579938"/>
          <p14:tracePt t="92539" x="8824913" y="4579938"/>
          <p14:tracePt t="92547" x="8850313" y="4579938"/>
          <p14:tracePt t="92563" x="8874125" y="4579938"/>
          <p14:tracePt t="92571" x="8899525" y="4579938"/>
          <p14:tracePt t="92579" x="8912225" y="4579938"/>
          <p14:tracePt t="92587" x="8924925" y="4579938"/>
          <p14:tracePt t="92596" x="8937625" y="4579938"/>
          <p14:tracePt t="92603" x="8950325" y="4579938"/>
          <p14:tracePt t="92611" x="8963025" y="4579938"/>
          <p14:tracePt t="92619" x="8975725" y="4579938"/>
          <p14:tracePt t="92627" x="8986838" y="4579938"/>
          <p14:tracePt t="92643" x="8999538" y="4579938"/>
          <p14:tracePt t="92651" x="9012238" y="4579938"/>
          <p14:tracePt t="92659" x="9024938" y="4579938"/>
          <p14:tracePt t="92812" x="9037638" y="4579938"/>
          <p14:tracePt t="92819" x="9050338" y="4579938"/>
          <p14:tracePt t="92883" x="9063038" y="4579938"/>
          <p14:tracePt t="92891" x="9075738" y="4579938"/>
          <p14:tracePt t="92899" x="9088438" y="4579938"/>
          <p14:tracePt t="92907" x="9099550" y="4579938"/>
          <p14:tracePt t="92923" x="9112250" y="4579938"/>
          <p14:tracePt t="92931" x="9137650" y="4579938"/>
          <p14:tracePt t="92947" x="9150350" y="4579938"/>
          <p14:tracePt t="92955" x="9163050" y="4579938"/>
          <p14:tracePt t="92963" x="9175750" y="4579938"/>
          <p14:tracePt t="92979" x="9188450" y="4579938"/>
          <p14:tracePt t="92987" x="9212263" y="4579938"/>
          <p14:tracePt t="93003" x="9224963" y="4579938"/>
          <p14:tracePt t="93011" x="9237663" y="4579938"/>
          <p14:tracePt t="93019" x="9250363" y="4579938"/>
          <p14:tracePt t="93036" x="9263063" y="4579938"/>
          <p14:tracePt t="93052" x="9288463" y="4579938"/>
          <p14:tracePt t="93059" x="9301163" y="4579938"/>
          <p14:tracePt t="93075" x="9324975" y="4579938"/>
          <p14:tracePt t="93091" x="9337675" y="4579938"/>
          <p14:tracePt t="93107" x="9363075" y="4579938"/>
          <p14:tracePt t="93139" x="9375775" y="4579938"/>
          <p14:tracePt t="93163" x="9401175" y="4579938"/>
          <p14:tracePt t="93179" x="9413875" y="4579938"/>
          <p14:tracePt t="93187" x="9437688" y="4579938"/>
          <p14:tracePt t="93195" x="9450388" y="4579938"/>
          <p14:tracePt t="93211" x="9475788" y="4579938"/>
          <p14:tracePt t="93227" x="9488488" y="4579938"/>
          <p14:tracePt t="93243" x="9513888" y="4579938"/>
          <p14:tracePt t="93259" x="9525000" y="4579938"/>
          <p14:tracePt t="93267" x="9550400" y="4579938"/>
          <p14:tracePt t="93275" x="9563100" y="4579938"/>
          <p14:tracePt t="93291" x="9601200" y="4579938"/>
          <p14:tracePt t="93299" x="9626600" y="4579938"/>
          <p14:tracePt t="93307" x="9650413" y="4579938"/>
          <p14:tracePt t="93315" x="9675813" y="4579938"/>
          <p14:tracePt t="93331" x="9688513" y="4579938"/>
          <p14:tracePt t="93339" x="9713913" y="4579938"/>
          <p14:tracePt t="93355" x="9726613" y="4579938"/>
          <p14:tracePt t="93395" x="9750425" y="4579938"/>
          <p14:tracePt t="93403" x="9763125" y="4579938"/>
          <p14:tracePt t="93411" x="9788525" y="4579938"/>
          <p14:tracePt t="93420" x="9801225" y="4579938"/>
          <p14:tracePt t="93427" x="9826625" y="4579938"/>
          <p14:tracePt t="93435" x="9839325" y="4579938"/>
          <p14:tracePt t="93443" x="9852025" y="4579938"/>
          <p14:tracePt t="93451" x="9863138" y="4579938"/>
          <p14:tracePt t="93459" x="9888538" y="4579938"/>
          <p14:tracePt t="93483" x="9901238" y="4579938"/>
          <p14:tracePt t="93499" x="9913938" y="4579938"/>
          <p14:tracePt t="93515" x="9926638" y="4579938"/>
          <p14:tracePt t="93523" x="9952038" y="4579938"/>
          <p14:tracePt t="93539" x="9963150" y="4579938"/>
          <p14:tracePt t="93547" x="9988550" y="4579938"/>
          <p14:tracePt t="93555" x="10001250" y="4579938"/>
          <p14:tracePt t="93571" x="10013950" y="4579938"/>
          <p14:tracePt t="93587" x="10026650" y="4579938"/>
          <p14:tracePt t="93611" x="10039350" y="4579938"/>
          <p14:tracePt t="93619" x="10052050" y="4567238"/>
          <p14:tracePt t="93627" x="10075863" y="4567238"/>
          <p14:tracePt t="93635" x="10101263" y="4567238"/>
          <p14:tracePt t="93643" x="10113963" y="4567238"/>
          <p14:tracePt t="93651" x="10126663" y="4567238"/>
          <p14:tracePt t="93659" x="10139363" y="4567238"/>
          <p14:tracePt t="93667" x="10164763" y="4567238"/>
          <p14:tracePt t="93675" x="10177463" y="4567238"/>
          <p14:tracePt t="93691" x="10188575" y="4567238"/>
          <p14:tracePt t="93715" x="10201275" y="4567238"/>
          <p14:tracePt t="93723" x="10213975" y="4567238"/>
          <p14:tracePt t="93731" x="10226675" y="4567238"/>
          <p14:tracePt t="93747" x="10239375" y="4567238"/>
          <p14:tracePt t="93755" x="10264775" y="4567238"/>
          <p14:tracePt t="93763" x="10277475" y="4567238"/>
          <p14:tracePt t="93771" x="10301288" y="4567238"/>
          <p14:tracePt t="93779" x="10313988" y="4567238"/>
          <p14:tracePt t="93788" x="10339388" y="4567238"/>
          <p14:tracePt t="93795" x="10377488" y="4567238"/>
          <p14:tracePt t="93803" x="10401300" y="4567238"/>
          <p14:tracePt t="93811" x="10426700" y="4567238"/>
          <p14:tracePt t="93819" x="10439400" y="4567238"/>
          <p14:tracePt t="93827" x="10452100" y="4567238"/>
          <p14:tracePt t="93835" x="10477500" y="4567238"/>
          <p14:tracePt t="93843" x="10490200" y="4567238"/>
          <p14:tracePt t="93851" x="10502900" y="4567238"/>
          <p14:tracePt t="93859" x="10514013" y="4567238"/>
          <p14:tracePt t="93867" x="10526713" y="4567238"/>
          <p14:tracePt t="93875" x="10552113" y="4567238"/>
          <p14:tracePt t="93891" x="10577513" y="4567238"/>
          <p14:tracePt t="93899" x="10602913" y="4567238"/>
          <p14:tracePt t="93917" x="10614025" y="4567238"/>
          <p14:tracePt t="93923" x="10652125" y="4567238"/>
          <p14:tracePt t="93931" x="10677525" y="4567238"/>
          <p14:tracePt t="93939" x="10690225" y="4567238"/>
          <p14:tracePt t="93947" x="10702925" y="4567238"/>
          <p14:tracePt t="93955" x="10726738" y="4567238"/>
          <p14:tracePt t="93963" x="10752138" y="4567238"/>
          <p14:tracePt t="93971" x="10764838" y="4567238"/>
          <p14:tracePt t="93979" x="10777538" y="4567238"/>
          <p14:tracePt t="93987" x="10790238" y="4567238"/>
          <p14:tracePt t="93995" x="10802938" y="4567238"/>
          <p14:tracePt t="94003" x="10815638" y="4567238"/>
          <p14:tracePt t="94011" x="10839450" y="4567238"/>
          <p14:tracePt t="94027" x="10852150" y="4567238"/>
          <p14:tracePt t="94035" x="10877550" y="4567238"/>
          <p14:tracePt t="94051" x="10890250" y="4567238"/>
          <p14:tracePt t="94067" x="10902950" y="4567238"/>
          <p14:tracePt t="94075" x="10915650" y="4567238"/>
          <p14:tracePt t="94107" x="10928350" y="4567238"/>
          <p14:tracePt t="94123" x="10939463" y="4567238"/>
          <p14:tracePt t="94147" x="10952163" y="4567238"/>
          <p14:tracePt t="94155" x="10977563" y="4567238"/>
          <p14:tracePt t="94171" x="11002963" y="4567238"/>
          <p14:tracePt t="94179" x="11028363" y="4567238"/>
          <p14:tracePt t="94195" x="11052175" y="4567238"/>
          <p14:tracePt t="94203" x="11077575" y="4567238"/>
          <p14:tracePt t="94219" x="11090275" y="4567238"/>
          <p14:tracePt t="94227" x="11102975" y="4567238"/>
          <p14:tracePt t="94235" x="11115675" y="4567238"/>
          <p14:tracePt t="94243" x="11128375" y="4567238"/>
          <p14:tracePt t="94251" x="11141075" y="4567238"/>
          <p14:tracePt t="94259" x="11153775" y="4567238"/>
          <p14:tracePt t="94283" x="11164888" y="4567238"/>
          <p14:tracePt t="95075" x="11190288" y="4567238"/>
          <p14:tracePt t="95083" x="11228388" y="4579938"/>
          <p14:tracePt t="95091" x="11241088" y="4579938"/>
          <p14:tracePt t="95099" x="11277600" y="4579938"/>
          <p14:tracePt t="95108" x="11328400" y="4579938"/>
          <p14:tracePt t="95115" x="11377613" y="4579938"/>
          <p14:tracePt t="95123" x="11428413" y="4579938"/>
          <p14:tracePt t="95131" x="11479213" y="4579938"/>
          <p14:tracePt t="95139" x="11541125" y="4579938"/>
          <p14:tracePt t="95147" x="11591925" y="4579938"/>
          <p14:tracePt t="95155" x="11628438" y="4579938"/>
          <p14:tracePt t="95163" x="11641138" y="4579938"/>
          <p14:tracePt t="95171" x="11666538" y="4579938"/>
          <p14:tracePt t="95179" x="11679238" y="4579938"/>
          <p14:tracePt t="95195" x="11691938" y="4579938"/>
          <p14:tracePt t="95387" x="11703050" y="4579938"/>
          <p14:tracePt t="95395" x="11741150" y="4579938"/>
          <p14:tracePt t="95403" x="11791950" y="4579938"/>
          <p14:tracePt t="95411" x="11815763" y="4579938"/>
          <p14:tracePt t="95419" x="11853863" y="4579938"/>
          <p14:tracePt t="95427" x="11879263" y="4579938"/>
          <p14:tracePt t="95435" x="11917363" y="4579938"/>
          <p14:tracePt t="95443" x="11953875" y="4579938"/>
          <p14:tracePt t="95451" x="11991975" y="4579938"/>
          <p14:tracePt t="95459" x="12004675" y="4567238"/>
          <p14:tracePt t="95467" x="12028488" y="4567238"/>
          <p14:tracePt t="95483" x="12041188" y="4567238"/>
          <p14:tracePt t="95659" x="12041188" y="4554538"/>
          <p14:tracePt t="95747" x="12041188" y="4543425"/>
          <p14:tracePt t="95819" x="12028488" y="4543425"/>
          <p14:tracePt t="95827" x="11991975" y="4543425"/>
          <p14:tracePt t="95835" x="11879263" y="4543425"/>
          <p14:tracePt t="95843" x="11741150" y="4543425"/>
          <p14:tracePt t="95851" x="11466513" y="4543425"/>
          <p14:tracePt t="95860" x="10939463" y="4567238"/>
          <p14:tracePt t="95867" x="10364788" y="4567238"/>
          <p14:tracePt t="95875" x="9688513" y="4618038"/>
          <p14:tracePt t="95883" x="8674100" y="4805363"/>
          <p14:tracePt t="95891" x="7585075" y="4943475"/>
          <p14:tracePt t="95899" x="6746875" y="5068888"/>
          <p14:tracePt t="95907" x="5995988" y="5143500"/>
          <p14:tracePt t="95915" x="5370513" y="5218113"/>
          <p14:tracePt t="95923" x="4794250" y="5218113"/>
          <p14:tracePt t="95931" x="4318000" y="5218113"/>
          <p14:tracePt t="95939" x="3879850" y="5218113"/>
          <p14:tracePt t="95947" x="3567113" y="5218113"/>
          <p14:tracePt t="95955" x="3392488" y="5218113"/>
          <p14:tracePt t="95963" x="3154363" y="5218113"/>
          <p14:tracePt t="95972" x="2954338" y="5218113"/>
          <p14:tracePt t="95979" x="2741613" y="5218113"/>
          <p14:tracePt t="95987" x="2578100" y="5218113"/>
          <p14:tracePt t="95995" x="2378075" y="5218113"/>
          <p14:tracePt t="96003" x="2216150" y="5218113"/>
          <p14:tracePt t="96011" x="2052638" y="5218113"/>
          <p14:tracePt t="96019" x="1903413" y="5218113"/>
          <p14:tracePt t="96027" x="1752600" y="5218113"/>
          <p14:tracePt t="96035" x="1627188" y="5218113"/>
          <p14:tracePt t="96043" x="1552575" y="5218113"/>
          <p14:tracePt t="96051" x="1452563" y="5218113"/>
          <p14:tracePt t="96059" x="1376363" y="5218113"/>
          <p14:tracePt t="96067" x="1327150" y="5218113"/>
          <p14:tracePt t="96075" x="1263650" y="5218113"/>
          <p14:tracePt t="96083" x="1227138" y="5205413"/>
          <p14:tracePt t="96091" x="1189038" y="5205413"/>
          <p14:tracePt t="96099" x="1163638" y="5194300"/>
          <p14:tracePt t="96107" x="1150938" y="5194300"/>
          <p14:tracePt t="96115" x="1127125" y="5168900"/>
          <p14:tracePt t="96123" x="1114425" y="5168900"/>
          <p14:tracePt t="96131" x="1101725" y="5156200"/>
          <p14:tracePt t="96139" x="1076325" y="5143500"/>
          <p14:tracePt t="96147" x="1076325" y="5118100"/>
          <p14:tracePt t="96156" x="1076325" y="5081588"/>
          <p14:tracePt t="96163" x="1050925" y="5043488"/>
          <p14:tracePt t="96171" x="1050925" y="4992688"/>
          <p14:tracePt t="96179" x="1038225" y="4968875"/>
          <p14:tracePt t="96187" x="1038225" y="4930775"/>
          <p14:tracePt t="96195" x="1038225" y="4905375"/>
          <p14:tracePt t="96203" x="1038225" y="4892675"/>
          <p14:tracePt t="96211" x="1038225" y="4856163"/>
          <p14:tracePt t="96227" x="1038225" y="4843463"/>
          <p14:tracePt t="96355" x="1014413" y="4843463"/>
          <p14:tracePt t="96715" x="1038225" y="4843463"/>
          <p14:tracePt t="96723" x="1089025" y="4843463"/>
          <p14:tracePt t="96731" x="1163638" y="4856163"/>
          <p14:tracePt t="96739" x="1301750" y="4868863"/>
          <p14:tracePt t="96747" x="1414463" y="4868863"/>
          <p14:tracePt t="96755" x="1539875" y="4868863"/>
          <p14:tracePt t="96763" x="1639888" y="4868863"/>
          <p14:tracePt t="96771" x="1739900" y="4868863"/>
          <p14:tracePt t="96779" x="1801813" y="4868863"/>
          <p14:tracePt t="96787" x="1878013" y="4868863"/>
          <p14:tracePt t="96796" x="1914525" y="4868863"/>
          <p14:tracePt t="96811" x="1927225" y="4868863"/>
          <p14:tracePt t="97635" x="1939925" y="4868863"/>
          <p14:tracePt t="97643" x="1952625" y="4879975"/>
          <p14:tracePt t="97651" x="1978025" y="4879975"/>
          <p14:tracePt t="97659" x="1990725" y="4892675"/>
          <p14:tracePt t="97675" x="2014538" y="4892675"/>
          <p14:tracePt t="97683" x="2052638" y="4905375"/>
          <p14:tracePt t="97691" x="2090738" y="4918075"/>
          <p14:tracePt t="97699" x="2127250" y="4918075"/>
          <p14:tracePt t="97715" x="2178050" y="4943475"/>
          <p14:tracePt t="97723" x="2203450" y="4943475"/>
          <p14:tracePt t="97731" x="2252663" y="4943475"/>
          <p14:tracePt t="97739" x="2278063" y="4956175"/>
          <p14:tracePt t="97747" x="2303463" y="4956175"/>
          <p14:tracePt t="97755" x="2339975" y="4956175"/>
          <p14:tracePt t="97771" x="2352675" y="4956175"/>
          <p14:tracePt t="97779" x="2378075" y="4956175"/>
          <p14:tracePt t="97827" x="2390775" y="4956175"/>
          <p14:tracePt t="97859" x="2416175" y="4956175"/>
          <p14:tracePt t="97883" x="2428875" y="4956175"/>
          <p14:tracePt t="97923" x="2441575" y="4956175"/>
          <p14:tracePt t="97947" x="2452688" y="4956175"/>
          <p14:tracePt t="97963" x="2465388" y="4956175"/>
          <p14:tracePt t="97979" x="2478088" y="4943475"/>
          <p14:tracePt t="97987" x="2490788" y="4943475"/>
          <p14:tracePt t="98011" x="2503488" y="4943475"/>
          <p14:tracePt t="98051" x="2516188" y="4943475"/>
          <p14:tracePt t="98083" x="2528888" y="4930775"/>
          <p14:tracePt t="98403" x="2554288" y="4930775"/>
          <p14:tracePt t="98411" x="2554288" y="4918075"/>
          <p14:tracePt t="98419" x="2565400" y="4918075"/>
          <p14:tracePt t="98435" x="2578100" y="4905375"/>
          <p14:tracePt t="98451" x="2590800" y="4905375"/>
          <p14:tracePt t="98459" x="2603500" y="4905375"/>
          <p14:tracePt t="98475" x="2628900" y="4905375"/>
          <p14:tracePt t="98483" x="2654300" y="4905375"/>
          <p14:tracePt t="98491" x="2703513" y="4905375"/>
          <p14:tracePt t="98499" x="2754313" y="4892675"/>
          <p14:tracePt t="98507" x="2790825" y="4892675"/>
          <p14:tracePt t="98515" x="2828925" y="4892675"/>
          <p14:tracePt t="98523" x="2854325" y="4892675"/>
          <p14:tracePt t="98531" x="2890838" y="4892675"/>
          <p14:tracePt t="98539" x="2916238" y="4892675"/>
          <p14:tracePt t="98547" x="2941638" y="4892675"/>
          <p14:tracePt t="98603" x="2954338" y="4892675"/>
          <p14:tracePt t="98619" x="2967038" y="4879975"/>
          <p14:tracePt t="98627" x="2979738" y="4879975"/>
          <p14:tracePt t="98659" x="2992438" y="4879975"/>
          <p14:tracePt t="98699" x="3003550" y="4879975"/>
          <p14:tracePt t="98731" x="3016250" y="4879975"/>
          <p14:tracePt t="98739" x="3067050" y="4879975"/>
          <p14:tracePt t="98747" x="3092450" y="4879975"/>
          <p14:tracePt t="98755" x="3103563" y="4879975"/>
          <p14:tracePt t="98763" x="3141663" y="4879975"/>
          <p14:tracePt t="98771" x="3154363" y="4879975"/>
          <p14:tracePt t="98779" x="3179763" y="4879975"/>
          <p14:tracePt t="98787" x="3192463" y="4879975"/>
          <p14:tracePt t="98811" x="3205163" y="4879975"/>
          <p14:tracePt t="98843" x="3216275" y="4879975"/>
          <p14:tracePt t="98859" x="3228975" y="4868863"/>
          <p14:tracePt t="98875" x="3241675" y="4868863"/>
          <p14:tracePt t="98883" x="3254375" y="4868863"/>
          <p14:tracePt t="98891" x="3267075" y="4868863"/>
          <p14:tracePt t="98899" x="3292475" y="4856163"/>
          <p14:tracePt t="98947" x="3305175" y="4856163"/>
          <p14:tracePt t="98971" x="3317875" y="4856163"/>
          <p14:tracePt t="98987" x="3328988" y="4856163"/>
          <p14:tracePt t="98995" x="3341688" y="4856163"/>
          <p14:tracePt t="99019" x="3354388" y="4856163"/>
          <p14:tracePt t="99027" x="3367088" y="4856163"/>
          <p14:tracePt t="99035" x="3379788" y="4856163"/>
          <p14:tracePt t="99052" x="3405188" y="4856163"/>
          <p14:tracePt t="99059" x="3417888" y="4856163"/>
          <p14:tracePt t="99099" x="3429000" y="4856163"/>
          <p14:tracePt t="99155" x="3454400" y="4856163"/>
          <p14:tracePt t="99475" x="3441700" y="4856163"/>
          <p14:tracePt t="99491" x="3429000" y="4856163"/>
          <p14:tracePt t="99507" x="3417888" y="4856163"/>
          <p14:tracePt t="99523" x="3405188" y="4856163"/>
          <p14:tracePt t="99651" x="3454400" y="4856163"/>
          <p14:tracePt t="99659" x="3479800" y="4856163"/>
          <p14:tracePt t="99667" x="3530600" y="4856163"/>
          <p14:tracePt t="99675" x="3592513" y="4856163"/>
          <p14:tracePt t="99683" x="3654425" y="4856163"/>
          <p14:tracePt t="99691" x="3717925" y="4856163"/>
          <p14:tracePt t="99699" x="3779838" y="4856163"/>
          <p14:tracePt t="99707" x="3830638" y="4856163"/>
          <p14:tracePt t="99716" x="3867150" y="4856163"/>
          <p14:tracePt t="99723" x="3905250" y="4856163"/>
          <p14:tracePt t="99731" x="3917950" y="4856163"/>
          <p14:tracePt t="99739" x="3930650" y="4856163"/>
          <p14:tracePt t="99747" x="3943350" y="4856163"/>
          <p14:tracePt t="100083" x="3968750" y="4856163"/>
          <p14:tracePt t="100091" x="3979863" y="4856163"/>
          <p14:tracePt t="100099" x="3992563" y="4856163"/>
          <p14:tracePt t="100107" x="4005263" y="4856163"/>
          <p14:tracePt t="100115" x="4043363" y="4856163"/>
          <p14:tracePt t="100123" x="4056063" y="4856163"/>
          <p14:tracePt t="100131" x="4068763" y="4856163"/>
          <p14:tracePt t="100139" x="4081463" y="4856163"/>
          <p14:tracePt t="100147" x="4105275" y="4856163"/>
          <p14:tracePt t="100155" x="4130675" y="4856163"/>
          <p14:tracePt t="100163" x="4143375" y="4856163"/>
          <p14:tracePt t="100171" x="4156075" y="4856163"/>
          <p14:tracePt t="100187" x="4168775" y="4856163"/>
          <p14:tracePt t="100195" x="4181475" y="4843463"/>
          <p14:tracePt t="100259" x="4192588" y="4843463"/>
          <p14:tracePt t="100331" x="4205288" y="4843463"/>
          <p14:tracePt t="100339" x="4217988" y="4843463"/>
          <p14:tracePt t="100347" x="4230688" y="4843463"/>
          <p14:tracePt t="100363" x="4256088" y="4843463"/>
          <p14:tracePt t="100371" x="4268788" y="4843463"/>
          <p14:tracePt t="100379" x="4305300" y="4843463"/>
          <p14:tracePt t="100387" x="4318000" y="4843463"/>
          <p14:tracePt t="100395" x="4343400" y="4843463"/>
          <p14:tracePt t="100403" x="4356100" y="4843463"/>
          <p14:tracePt t="100411" x="4381500" y="4843463"/>
          <p14:tracePt t="100419" x="4418013" y="4843463"/>
          <p14:tracePt t="100427" x="4443413" y="4843463"/>
          <p14:tracePt t="100435" x="4481513" y="4843463"/>
          <p14:tracePt t="100451" x="4494213" y="4843463"/>
          <p14:tracePt t="100459" x="4530725" y="4843463"/>
          <p14:tracePt t="100467" x="4568825" y="4843463"/>
          <p14:tracePt t="100475" x="4581525" y="4843463"/>
          <p14:tracePt t="100483" x="4606925" y="4843463"/>
          <p14:tracePt t="100491" x="4619625" y="4843463"/>
          <p14:tracePt t="100499" x="4630738" y="4843463"/>
          <p14:tracePt t="100507" x="4656138" y="4843463"/>
          <p14:tracePt t="100515" x="4668838" y="4843463"/>
          <p14:tracePt t="100523" x="4681538" y="4843463"/>
          <p14:tracePt t="100531" x="4694238" y="4843463"/>
          <p14:tracePt t="100539" x="4706938" y="4843463"/>
          <p14:tracePt t="100555" x="4719638" y="4843463"/>
          <p14:tracePt t="100563" x="4732338" y="4843463"/>
          <p14:tracePt t="100571" x="4743450" y="4843463"/>
          <p14:tracePt t="100587" x="4756150" y="4843463"/>
          <p14:tracePt t="100603" x="4768850" y="4843463"/>
          <p14:tracePt t="100923" x="4781550" y="4843463"/>
          <p14:tracePt t="100931" x="4794250" y="4843463"/>
          <p14:tracePt t="100939" x="4819650" y="4843463"/>
          <p14:tracePt t="100947" x="4832350" y="4856163"/>
          <p14:tracePt t="100955" x="4843463" y="4868863"/>
          <p14:tracePt t="100963" x="4868863" y="4868863"/>
          <p14:tracePt t="100971" x="4881563" y="4879975"/>
          <p14:tracePt t="100979" x="4894263" y="4879975"/>
          <p14:tracePt t="100987" x="4919663" y="4879975"/>
          <p14:tracePt t="100995" x="4932363" y="4879975"/>
          <p14:tracePt t="101003" x="4945063" y="4879975"/>
          <p14:tracePt t="101011" x="4968875" y="4879975"/>
          <p14:tracePt t="101035" x="4981575" y="4879975"/>
          <p14:tracePt t="101043" x="5006975" y="4879975"/>
          <p14:tracePt t="101067" x="5019675" y="4879975"/>
          <p14:tracePt t="101099" x="5045075" y="4879975"/>
          <p14:tracePt t="101124" x="5057775" y="4879975"/>
          <p14:tracePt t="101171" x="5068888" y="4879975"/>
          <p14:tracePt t="101203" x="5081588" y="4879975"/>
          <p14:tracePt t="101211" x="5094288" y="4879975"/>
          <p14:tracePt t="101235" x="5119688" y="4879975"/>
          <p14:tracePt t="101251" x="5157788" y="4879975"/>
          <p14:tracePt t="101259" x="5181600" y="4879975"/>
          <p14:tracePt t="101267" x="5207000" y="4879975"/>
          <p14:tracePt t="101275" x="5245100" y="4892675"/>
          <p14:tracePt t="101283" x="5270500" y="4892675"/>
          <p14:tracePt t="101291" x="5307013" y="4892675"/>
          <p14:tracePt t="101299" x="5319713" y="4905375"/>
          <p14:tracePt t="101307" x="5357813" y="4905375"/>
          <p14:tracePt t="101315" x="5383213" y="4905375"/>
          <p14:tracePt t="101323" x="5419725" y="4930775"/>
          <p14:tracePt t="101331" x="5432425" y="4943475"/>
          <p14:tracePt t="101347" x="5445125" y="4943475"/>
          <p14:tracePt t="101355" x="5457825" y="4943475"/>
          <p14:tracePt t="101371" x="5470525" y="4943475"/>
          <p14:tracePt t="101403" x="5483225" y="4943475"/>
          <p14:tracePt t="101467" x="5495925" y="4943475"/>
          <p14:tracePt t="101475" x="5507038" y="4943475"/>
          <p14:tracePt t="101483" x="5532438" y="4943475"/>
          <p14:tracePt t="101491" x="5557838" y="4943475"/>
          <p14:tracePt t="101507" x="5595938" y="4943475"/>
          <p14:tracePt t="101515" x="5607050" y="4943475"/>
          <p14:tracePt t="101523" x="5645150" y="4943475"/>
          <p14:tracePt t="101531" x="5657850" y="4943475"/>
          <p14:tracePt t="101539" x="5670550" y="4943475"/>
          <p14:tracePt t="101547" x="5695950" y="4918075"/>
          <p14:tracePt t="101571" x="5719763" y="4905375"/>
          <p14:tracePt t="101587" x="5732463" y="4905375"/>
          <p14:tracePt t="101603" x="5745163" y="4879975"/>
          <p14:tracePt t="101619" x="5757863" y="4868863"/>
          <p14:tracePt t="101627" x="5770563" y="4856163"/>
          <p14:tracePt t="101635" x="5783263" y="4843463"/>
          <p14:tracePt t="101643" x="5783263" y="4830763"/>
          <p14:tracePt t="101651" x="5795963" y="4805363"/>
          <p14:tracePt t="101659" x="5795963" y="4792663"/>
          <p14:tracePt t="101667" x="5808663" y="4768850"/>
          <p14:tracePt t="101676" x="5821363" y="4756150"/>
          <p14:tracePt t="101683" x="5821363" y="4730750"/>
          <p14:tracePt t="101691" x="5821363" y="4705350"/>
          <p14:tracePt t="101699" x="5821363" y="4679950"/>
          <p14:tracePt t="101715" x="5821363" y="4667250"/>
          <p14:tracePt t="101723" x="5821363" y="4656138"/>
          <p14:tracePt t="101731" x="5832475" y="4643438"/>
          <p14:tracePt t="101763" x="5845175" y="4630738"/>
          <p14:tracePt t="101971" x="5870575" y="4630738"/>
          <p14:tracePt t="101979" x="5895975" y="4630738"/>
          <p14:tracePt t="101987" x="5932488" y="4656138"/>
          <p14:tracePt t="101995" x="5995988" y="4692650"/>
          <p14:tracePt t="102011" x="6057900" y="4730750"/>
          <p14:tracePt t="102019" x="6083300" y="4730750"/>
          <p14:tracePt t="102027" x="6121400" y="4743450"/>
          <p14:tracePt t="102035" x="6134100" y="4756150"/>
          <p14:tracePt t="102044" x="6170613" y="4768850"/>
          <p14:tracePt t="102059" x="6183313" y="4779963"/>
          <p14:tracePt t="102099" x="6208713" y="4779963"/>
          <p14:tracePt t="102107" x="6221413" y="4779963"/>
          <p14:tracePt t="102115" x="6234113" y="4779963"/>
          <p14:tracePt t="102123" x="6246813" y="4792663"/>
          <p14:tracePt t="102203" x="6270625" y="4792663"/>
          <p14:tracePt t="102219" x="6296025" y="4792663"/>
          <p14:tracePt t="102227" x="6321425" y="4818063"/>
          <p14:tracePt t="102235" x="6346825" y="4818063"/>
          <p14:tracePt t="102243" x="6396038" y="4830763"/>
          <p14:tracePt t="102251" x="6421438" y="4830763"/>
          <p14:tracePt t="102259" x="6446838" y="4830763"/>
          <p14:tracePt t="102267" x="6472238" y="4830763"/>
          <p14:tracePt t="102275" x="6483350" y="4843463"/>
          <p14:tracePt t="102307" x="6496050" y="4843463"/>
          <p14:tracePt t="102363" x="6508750" y="4843463"/>
          <p14:tracePt t="102379" x="6521450" y="4843463"/>
          <p14:tracePt t="102387" x="6534150" y="4843463"/>
          <p14:tracePt t="102395" x="6546850" y="4843463"/>
          <p14:tracePt t="102403" x="6559550" y="4843463"/>
          <p14:tracePt t="102411" x="6572250" y="4843463"/>
          <p14:tracePt t="102419" x="6608763" y="4830763"/>
          <p14:tracePt t="102428" x="6634163" y="4805363"/>
          <p14:tracePt t="102435" x="6672263" y="4768850"/>
          <p14:tracePt t="102443" x="6684963" y="4743450"/>
          <p14:tracePt t="102451" x="6721475" y="4718050"/>
          <p14:tracePt t="102459" x="6721475" y="4692650"/>
          <p14:tracePt t="102467" x="6759575" y="4667250"/>
          <p14:tracePt t="102475" x="6759575" y="4643438"/>
          <p14:tracePt t="102483" x="6797675" y="4618038"/>
          <p14:tracePt t="102499" x="6797675" y="4592638"/>
          <p14:tracePt t="102603" x="6808788" y="4592638"/>
          <p14:tracePt t="102612" x="6846888" y="4592638"/>
          <p14:tracePt t="102619" x="6884988" y="4605338"/>
          <p14:tracePt t="102627" x="6921500" y="4643438"/>
          <p14:tracePt t="102635" x="6972300" y="4667250"/>
          <p14:tracePt t="102643" x="7059613" y="4705350"/>
          <p14:tracePt t="102651" x="7110413" y="4705350"/>
          <p14:tracePt t="102659" x="7185025" y="4718050"/>
          <p14:tracePt t="102667" x="7235825" y="4743450"/>
          <p14:tracePt t="102675" x="7310438" y="4756150"/>
          <p14:tracePt t="102683" x="7348538" y="4756150"/>
          <p14:tracePt t="102691" x="7385050" y="4756150"/>
          <p14:tracePt t="102699" x="7397750" y="4756150"/>
          <p14:tracePt t="102707" x="7410450" y="4756150"/>
          <p14:tracePt t="102715" x="7423150" y="4756150"/>
          <p14:tracePt t="102947" x="7435850" y="4768850"/>
          <p14:tracePt t="102955" x="7459663" y="4768850"/>
          <p14:tracePt t="102963" x="7485063" y="4768850"/>
          <p14:tracePt t="102971" x="7523163" y="4792663"/>
          <p14:tracePt t="102979" x="7523163" y="4805363"/>
          <p14:tracePt t="102987" x="7561263" y="4805363"/>
          <p14:tracePt t="102995" x="7597775" y="4818063"/>
          <p14:tracePt t="103003" x="7623175" y="4830763"/>
          <p14:tracePt t="103011" x="7661275" y="4843463"/>
          <p14:tracePt t="103027" x="7697788" y="4856163"/>
          <p14:tracePt t="103131" x="7710488" y="4856163"/>
          <p14:tracePt t="103139" x="7735888" y="4879975"/>
          <p14:tracePt t="103155" x="7773988" y="4892675"/>
          <p14:tracePt t="103171" x="7785100" y="4905375"/>
          <p14:tracePt t="103179" x="7835900" y="4930775"/>
          <p14:tracePt t="103195" x="7861300" y="4930775"/>
          <p14:tracePt t="103203" x="7874000" y="4943475"/>
          <p14:tracePt t="103211" x="7910513" y="4943475"/>
          <p14:tracePt t="103219" x="7948613" y="4943475"/>
          <p14:tracePt t="103227" x="7974013" y="4943475"/>
          <p14:tracePt t="103235" x="8010525" y="4943475"/>
          <p14:tracePt t="103243" x="8048625" y="4943475"/>
          <p14:tracePt t="103251" x="8061325" y="4943475"/>
          <p14:tracePt t="103259" x="8086725" y="4943475"/>
          <p14:tracePt t="103267" x="8099425" y="4943475"/>
          <p14:tracePt t="103283" x="8110538" y="4943475"/>
          <p14:tracePt t="103299" x="8123238" y="4943475"/>
          <p14:tracePt t="103315" x="8135938" y="4918075"/>
          <p14:tracePt t="103331" x="8135938" y="4892675"/>
          <p14:tracePt t="103339" x="8135938" y="4879975"/>
          <p14:tracePt t="103347" x="8135938" y="4856163"/>
          <p14:tracePt t="103355" x="8135938" y="4830763"/>
          <p14:tracePt t="103363" x="8135938" y="4792663"/>
          <p14:tracePt t="103371" x="8135938" y="4768850"/>
          <p14:tracePt t="103379" x="8148638" y="4756150"/>
          <p14:tracePt t="103387" x="8148638" y="4730750"/>
          <p14:tracePt t="103395" x="8148638" y="4705350"/>
          <p14:tracePt t="103411" x="8161338" y="4692650"/>
          <p14:tracePt t="103419" x="8161338" y="4679950"/>
          <p14:tracePt t="103427" x="8161338" y="4667250"/>
          <p14:tracePt t="103539" x="8174038" y="4692650"/>
          <p14:tracePt t="103548" x="8186738" y="4756150"/>
          <p14:tracePt t="103555" x="8186738" y="4779963"/>
          <p14:tracePt t="103563" x="8199438" y="4805363"/>
          <p14:tracePt t="103571" x="8212138" y="4830763"/>
          <p14:tracePt t="103579" x="8223250" y="4843463"/>
          <p14:tracePt t="103587" x="8235950" y="4868863"/>
          <p14:tracePt t="103603" x="8248650" y="4868863"/>
          <p14:tracePt t="103683" x="8261350" y="4868863"/>
          <p14:tracePt t="103691" x="8261350" y="4879975"/>
          <p14:tracePt t="103723" x="8286750" y="4879975"/>
          <p14:tracePt t="103731" x="8335963" y="4905375"/>
          <p14:tracePt t="103739" x="8348663" y="4905375"/>
          <p14:tracePt t="103747" x="8374063" y="4905375"/>
          <p14:tracePt t="103755" x="8386763" y="4905375"/>
          <p14:tracePt t="103763" x="8399463" y="4905375"/>
          <p14:tracePt t="103771" x="8424863" y="4905375"/>
          <p14:tracePt t="103779" x="8448675" y="4905375"/>
          <p14:tracePt t="103787" x="8486775" y="4905375"/>
          <p14:tracePt t="103795" x="8537575" y="4905375"/>
          <p14:tracePt t="103803" x="8574088" y="4905375"/>
          <p14:tracePt t="103811" x="8612188" y="4905375"/>
          <p14:tracePt t="103819" x="8650288" y="4905375"/>
          <p14:tracePt t="103827" x="8661400" y="4905375"/>
          <p14:tracePt t="103835" x="8674100" y="4905375"/>
          <p14:tracePt t="103843" x="8686800" y="4905375"/>
          <p14:tracePt t="103859" x="8699500" y="4892675"/>
          <p14:tracePt t="103891" x="8712200" y="4892675"/>
          <p14:tracePt t="103971" x="8724900" y="4892675"/>
          <p14:tracePt t="103979" x="8737600" y="4892675"/>
          <p14:tracePt t="103987" x="8774113" y="4892675"/>
          <p14:tracePt t="103995" x="8799513" y="4879975"/>
          <p14:tracePt t="104003" x="8837613" y="4856163"/>
          <p14:tracePt t="104011" x="8886825" y="4843463"/>
          <p14:tracePt t="104019" x="8924925" y="4843463"/>
          <p14:tracePt t="104028" x="8986838" y="4805363"/>
          <p14:tracePt t="104035" x="8999538" y="4792663"/>
          <p14:tracePt t="104051" x="9012238" y="4779963"/>
          <p14:tracePt t="104067" x="9024938" y="4756150"/>
          <p14:tracePt t="104099" x="9024938" y="4730750"/>
          <p14:tracePt t="104107" x="9037638" y="4730750"/>
          <p14:tracePt t="106571" x="9037638" y="4718050"/>
          <p14:tracePt t="106635" x="9024938" y="4718050"/>
          <p14:tracePt t="106651" x="8999538" y="4718050"/>
          <p14:tracePt t="106659" x="8986838" y="4718050"/>
          <p14:tracePt t="106667" x="8950325" y="4718050"/>
          <p14:tracePt t="106675" x="8912225" y="4718050"/>
          <p14:tracePt t="106683" x="8874125" y="4718050"/>
          <p14:tracePt t="106691" x="8850313" y="4718050"/>
          <p14:tracePt t="106699" x="8799513" y="4718050"/>
          <p14:tracePt t="106707" x="8712200" y="4718050"/>
          <p14:tracePt t="106715" x="8650288" y="4718050"/>
          <p14:tracePt t="106723" x="8548688" y="4718050"/>
          <p14:tracePt t="106731" x="8424863" y="4718050"/>
          <p14:tracePt t="106739" x="8312150" y="4718050"/>
          <p14:tracePt t="106747" x="8035925" y="4718050"/>
          <p14:tracePt t="106755" x="7459663" y="4718050"/>
          <p14:tracePt t="106763" x="6808788" y="4718050"/>
          <p14:tracePt t="106771" x="6234113" y="4718050"/>
          <p14:tracePt t="106779" x="5557838" y="4718050"/>
          <p14:tracePt t="106787" x="4819650" y="4718050"/>
          <p14:tracePt t="106795" x="4092575" y="4792663"/>
          <p14:tracePt t="106803" x="3367088" y="4892675"/>
          <p14:tracePt t="106811" x="2803525" y="4992688"/>
          <p14:tracePt t="106819" x="2328863" y="4992688"/>
          <p14:tracePt t="106827" x="1990725" y="4992688"/>
          <p14:tracePt t="106835" x="1814513" y="4992688"/>
          <p14:tracePt t="106843" x="1565275" y="4992688"/>
          <p14:tracePt t="106851" x="1389063" y="4992688"/>
          <p14:tracePt t="106859" x="1239838" y="4992688"/>
          <p14:tracePt t="106867" x="1089025" y="4992688"/>
          <p14:tracePt t="106875" x="950913" y="4992688"/>
          <p14:tracePt t="106883" x="825500" y="4992688"/>
          <p14:tracePt t="106891" x="701675" y="4992688"/>
          <p14:tracePt t="106899" x="588963" y="5018088"/>
          <p14:tracePt t="106907" x="463550" y="5043488"/>
          <p14:tracePt t="106915" x="387350" y="5068888"/>
          <p14:tracePt t="106935" x="263525" y="5092700"/>
          <p14:tracePt t="106939" x="250825" y="5092700"/>
          <p14:tracePt t="107059" x="225425" y="5105400"/>
          <p14:tracePt t="107099" x="225425" y="5118100"/>
          <p14:tracePt t="107131" x="225425" y="5130800"/>
          <p14:tracePt t="107139" x="238125" y="5168900"/>
          <p14:tracePt t="107147" x="263525" y="5194300"/>
          <p14:tracePt t="107155" x="350838" y="5205413"/>
          <p14:tracePt t="107163" x="425450" y="5243513"/>
          <p14:tracePt t="107171" x="488950" y="5256213"/>
          <p14:tracePt t="107179" x="576263" y="5268913"/>
          <p14:tracePt t="107187" x="663575" y="5281613"/>
          <p14:tracePt t="107195" x="763588" y="5281613"/>
          <p14:tracePt t="107203" x="850900" y="5305425"/>
          <p14:tracePt t="107211" x="914400" y="5305425"/>
          <p14:tracePt t="107220" x="976313" y="5305425"/>
          <p14:tracePt t="107227" x="1027113" y="5305425"/>
          <p14:tracePt t="107235" x="1063625" y="5305425"/>
          <p14:tracePt t="107243" x="1089025" y="5305425"/>
          <p14:tracePt t="107250" x="1101725" y="5305425"/>
          <p14:tracePt t="107259" x="1114425" y="5305425"/>
          <p14:tracePt t="107266" x="1127125" y="5305425"/>
          <p14:tracePt t="107275" x="1139825" y="5305425"/>
          <p14:tracePt t="107282" x="1150938" y="5305425"/>
          <p14:tracePt t="107291" x="1163638" y="5305425"/>
          <p14:tracePt t="107299" x="1176338" y="5305425"/>
          <p14:tracePt t="107315" x="1189038" y="5305425"/>
          <p14:tracePt t="107363" x="1214438" y="5305425"/>
          <p14:tracePt t="107371" x="1227138" y="5305425"/>
          <p14:tracePt t="107379" x="1239838" y="5305425"/>
          <p14:tracePt t="107387" x="1301750" y="5294313"/>
          <p14:tracePt t="107395" x="1327150" y="5294313"/>
          <p14:tracePt t="107404" x="1352550" y="5294313"/>
          <p14:tracePt t="107411" x="1389063" y="5294313"/>
          <p14:tracePt t="107427" x="1414463" y="5294313"/>
          <p14:tracePt t="107435" x="1427163" y="5294313"/>
          <p14:tracePt t="107443" x="1439863" y="5294313"/>
          <p14:tracePt t="107451" x="1465263" y="5294313"/>
          <p14:tracePt t="107459" x="1489075" y="5294313"/>
          <p14:tracePt t="107467" x="1527175" y="5294313"/>
          <p14:tracePt t="107475" x="1565275" y="5268913"/>
          <p14:tracePt t="107482" x="1589088" y="5268913"/>
          <p14:tracePt t="107491" x="1639888" y="5256213"/>
          <p14:tracePt t="107499" x="1689100" y="5256213"/>
          <p14:tracePt t="107507" x="1727200" y="5256213"/>
          <p14:tracePt t="107515" x="1790700" y="5256213"/>
          <p14:tracePt t="107523" x="1839913" y="5256213"/>
          <p14:tracePt t="107531" x="1878013" y="5256213"/>
          <p14:tracePt t="107555" x="1890713" y="5243513"/>
          <p14:tracePt t="107563" x="1814513" y="5218113"/>
          <p14:tracePt t="107571" x="1752600" y="5205413"/>
          <p14:tracePt t="108107" x="1752600" y="5194300"/>
          <p14:tracePt t="108139" x="1778000" y="5194300"/>
          <p14:tracePt t="108147" x="1801813" y="5181600"/>
          <p14:tracePt t="108171" x="1827213" y="5181600"/>
          <p14:tracePt t="108179" x="1839913" y="5181600"/>
          <p14:tracePt t="108187" x="1865313" y="5181600"/>
          <p14:tracePt t="108195" x="1903413" y="5181600"/>
          <p14:tracePt t="108203" x="1939925" y="5181600"/>
          <p14:tracePt t="108211" x="1978025" y="5181600"/>
          <p14:tracePt t="108219" x="2014538" y="5181600"/>
          <p14:tracePt t="108235" x="2052638" y="5168900"/>
          <p14:tracePt t="108251" x="2065338" y="5168900"/>
          <p14:tracePt t="108259" x="2090738" y="5168900"/>
          <p14:tracePt t="108275" x="2116138" y="5168900"/>
          <p14:tracePt t="108283" x="2139950" y="5168900"/>
          <p14:tracePt t="108291" x="2178050" y="5168900"/>
          <p14:tracePt t="108307" x="2203450" y="5168900"/>
          <p14:tracePt t="108315" x="2228850" y="5168900"/>
          <p14:tracePt t="108323" x="2252663" y="5168900"/>
          <p14:tracePt t="108339" x="2278063" y="5168900"/>
          <p14:tracePt t="108347" x="2290763" y="5168900"/>
          <p14:tracePt t="108363" x="2316163" y="5168900"/>
          <p14:tracePt t="108379" x="2339975" y="5181600"/>
          <p14:tracePt t="108395" x="2352675" y="5181600"/>
          <p14:tracePt t="108403" x="2365375" y="5181600"/>
          <p14:tracePt t="108412" x="2378075" y="5194300"/>
          <p14:tracePt t="108419" x="2390775" y="5194300"/>
          <p14:tracePt t="108427" x="2416175" y="5194300"/>
          <p14:tracePt t="108443" x="2441575" y="5205413"/>
          <p14:tracePt t="108451" x="2452688" y="5205413"/>
          <p14:tracePt t="108459" x="2465388" y="5205413"/>
          <p14:tracePt t="108467" x="2490788" y="5205413"/>
          <p14:tracePt t="108475" x="2503488" y="5218113"/>
          <p14:tracePt t="108491" x="2528888" y="5218113"/>
          <p14:tracePt t="108587" x="2541588" y="5218113"/>
          <p14:tracePt t="108603" x="2565400" y="5218113"/>
          <p14:tracePt t="108627" x="2578100" y="5218113"/>
          <p14:tracePt t="108827" x="2603500" y="5218113"/>
          <p14:tracePt t="109091" x="2616200" y="5218113"/>
          <p14:tracePt t="109139" x="2628900" y="5218113"/>
          <p14:tracePt t="109155" x="2654300" y="5218113"/>
          <p14:tracePt t="109180" x="2678113" y="5218113"/>
          <p14:tracePt t="109187" x="2690813" y="5230813"/>
          <p14:tracePt t="109195" x="2703513" y="5230813"/>
          <p14:tracePt t="109203" x="2728913" y="5243513"/>
          <p14:tracePt t="109211" x="2754313" y="5243513"/>
          <p14:tracePt t="109219" x="2790825" y="5256213"/>
          <p14:tracePt t="109227" x="2828925" y="5256213"/>
          <p14:tracePt t="109235" x="2879725" y="5268913"/>
          <p14:tracePt t="109243" x="2928938" y="5268913"/>
          <p14:tracePt t="109251" x="2979738" y="5281613"/>
          <p14:tracePt t="109259" x="3054350" y="5281613"/>
          <p14:tracePt t="109267" x="3154363" y="5305425"/>
          <p14:tracePt t="109275" x="3216275" y="5305425"/>
          <p14:tracePt t="109283" x="3292475" y="5305425"/>
          <p14:tracePt t="109291" x="3392488" y="5305425"/>
          <p14:tracePt t="109299" x="3479800" y="5305425"/>
          <p14:tracePt t="109307" x="3554413" y="5305425"/>
          <p14:tracePt t="109315" x="3630613" y="5305425"/>
          <p14:tracePt t="109322" x="3692525" y="5305425"/>
          <p14:tracePt t="109331" x="3730625" y="5305425"/>
          <p14:tracePt t="109339" x="3767138" y="5305425"/>
          <p14:tracePt t="109347" x="3792538" y="5305425"/>
          <p14:tracePt t="109355" x="3817938" y="5305425"/>
          <p14:tracePt t="109371" x="3830638" y="5305425"/>
          <p14:tracePt t="109435" x="3843338" y="5305425"/>
          <p14:tracePt t="109443" x="3867150" y="5305425"/>
          <p14:tracePt t="109451" x="3892550" y="5305425"/>
          <p14:tracePt t="109459" x="3905250" y="5305425"/>
          <p14:tracePt t="109475" x="3917950" y="5305425"/>
          <p14:tracePt t="109483" x="3930650" y="5305425"/>
          <p14:tracePt t="109490" x="3943350" y="5305425"/>
          <p14:tracePt t="109499" x="3956050" y="5305425"/>
          <p14:tracePt t="109507" x="3992563" y="5305425"/>
          <p14:tracePt t="109515" x="4030663" y="5305425"/>
          <p14:tracePt t="109522" x="4056063" y="5305425"/>
          <p14:tracePt t="109531" x="4092575" y="5305425"/>
          <p14:tracePt t="109538" x="4130675" y="5305425"/>
          <p14:tracePt t="109548" x="4181475" y="5305425"/>
          <p14:tracePt t="109555" x="4217988" y="5305425"/>
          <p14:tracePt t="109563" x="4230688" y="5305425"/>
          <p14:tracePt t="109571" x="4256088" y="5305425"/>
          <p14:tracePt t="109579" x="4268788" y="5305425"/>
          <p14:tracePt t="109643" x="4281488" y="5305425"/>
          <p14:tracePt t="109651" x="4305300" y="5305425"/>
          <p14:tracePt t="109659" x="4330700" y="5305425"/>
          <p14:tracePt t="109667" x="4343400" y="5305425"/>
          <p14:tracePt t="109675" x="4356100" y="5305425"/>
          <p14:tracePt t="109683" x="4368800" y="5305425"/>
          <p14:tracePt t="109771" x="4381500" y="5305425"/>
          <p14:tracePt t="109779" x="4394200" y="5305425"/>
          <p14:tracePt t="109787" x="4406900" y="5305425"/>
          <p14:tracePt t="109795" x="4418013" y="5305425"/>
          <p14:tracePt t="109803" x="4430713" y="5305425"/>
          <p14:tracePt t="109811" x="4456113" y="5305425"/>
          <p14:tracePt t="109819" x="4468813" y="5305425"/>
          <p14:tracePt t="109827" x="4481513" y="5305425"/>
          <p14:tracePt t="109835" x="4494213" y="5305425"/>
          <p14:tracePt t="109843" x="4518025" y="5305425"/>
          <p14:tracePt t="109851" x="4543425" y="5305425"/>
          <p14:tracePt t="109867" x="4581525" y="5305425"/>
          <p14:tracePt t="109875" x="4594225" y="5305425"/>
          <p14:tracePt t="109883" x="4606925" y="5305425"/>
          <p14:tracePt t="109890" x="4619625" y="5305425"/>
          <p14:tracePt t="109899" x="4630738" y="5305425"/>
          <p14:tracePt t="109907" x="4643438" y="5305425"/>
          <p14:tracePt t="109931" x="4656138" y="5305425"/>
          <p14:tracePt t="109947" x="4668838" y="5294313"/>
          <p14:tracePt t="109963" x="4681538" y="5294313"/>
          <p14:tracePt t="109971" x="4706938" y="5281613"/>
          <p14:tracePt t="109987" x="4719638" y="5281613"/>
          <p14:tracePt t="109995" x="4732338" y="5268913"/>
          <p14:tracePt t="110043" x="4732338" y="5256213"/>
          <p14:tracePt t="110051" x="4743450" y="5256213"/>
          <p14:tracePt t="110059" x="4743450" y="5243513"/>
          <p14:tracePt t="110083" x="4743450" y="5230813"/>
          <p14:tracePt t="110091" x="4743450" y="5205413"/>
          <p14:tracePt t="110115" x="4743450" y="5194300"/>
          <p14:tracePt t="110139" x="4743450" y="5168900"/>
          <p14:tracePt t="110251" x="4732338" y="5168900"/>
          <p14:tracePt t="110267" x="4719638" y="5168900"/>
          <p14:tracePt t="110283" x="4706938" y="5168900"/>
          <p14:tracePt t="110331" x="4694238" y="5168900"/>
          <p14:tracePt t="110387" x="4668838" y="5168900"/>
          <p14:tracePt t="110675" x="4668838" y="5181600"/>
          <p14:tracePt t="110683" x="4706938" y="5181600"/>
          <p14:tracePt t="110691" x="4743450" y="5194300"/>
          <p14:tracePt t="110699" x="4781550" y="5205413"/>
          <p14:tracePt t="110707" x="4832350" y="5205413"/>
          <p14:tracePt t="110715" x="4906963" y="5218113"/>
          <p14:tracePt t="110723" x="4968875" y="5230813"/>
          <p14:tracePt t="110731" x="5045075" y="5230813"/>
          <p14:tracePt t="110739" x="5132388" y="5256213"/>
          <p14:tracePt t="110747" x="5181600" y="5256213"/>
          <p14:tracePt t="110755" x="5232400" y="5256213"/>
          <p14:tracePt t="110763" x="5257800" y="5256213"/>
          <p14:tracePt t="110771" x="5281613" y="5256213"/>
          <p14:tracePt t="110779" x="5294313" y="5256213"/>
          <p14:tracePt t="110843" x="5319713" y="5256213"/>
          <p14:tracePt t="110851" x="5345113" y="5256213"/>
          <p14:tracePt t="110859" x="5370513" y="5256213"/>
          <p14:tracePt t="110867" x="5383213" y="5256213"/>
          <p14:tracePt t="110875" x="5394325" y="5256213"/>
          <p14:tracePt t="110883" x="5419725" y="5256213"/>
          <p14:tracePt t="110891" x="5419725" y="5243513"/>
          <p14:tracePt t="110907" x="5432425" y="5243513"/>
          <p14:tracePt t="110955" x="5445125" y="5243513"/>
          <p14:tracePt t="111035" x="5457825" y="5230813"/>
          <p14:tracePt t="111075" x="5470525" y="5230813"/>
          <p14:tracePt t="111523" x="5470525" y="5243513"/>
          <p14:tracePt t="111531" x="5470525" y="5256213"/>
          <p14:tracePt t="111555" x="5470525" y="5268913"/>
          <p14:tracePt t="111563" x="5470525" y="5281613"/>
          <p14:tracePt t="111699" x="5470525" y="5294313"/>
          <p14:tracePt t="111747" x="5483225" y="5294313"/>
          <p14:tracePt t="111755" x="5532438" y="5294313"/>
          <p14:tracePt t="111763" x="5545138" y="5294313"/>
          <p14:tracePt t="111771" x="5583238" y="5294313"/>
          <p14:tracePt t="111779" x="5619750" y="5294313"/>
          <p14:tracePt t="111787" x="5632450" y="5294313"/>
          <p14:tracePt t="111795" x="5670550" y="5294313"/>
          <p14:tracePt t="111803" x="5708650" y="5294313"/>
          <p14:tracePt t="111811" x="5719763" y="5294313"/>
          <p14:tracePt t="111819" x="5732463" y="5294313"/>
          <p14:tracePt t="111827" x="5745163" y="5294313"/>
          <p14:tracePt t="111835" x="5770563" y="5294313"/>
          <p14:tracePt t="111843" x="5783263" y="5294313"/>
          <p14:tracePt t="111851" x="5795963" y="5294313"/>
          <p14:tracePt t="111867" x="5808663" y="5294313"/>
          <p14:tracePt t="111875" x="5821363" y="5294313"/>
          <p14:tracePt t="111882" x="5832475" y="5294313"/>
          <p14:tracePt t="111891" x="5845175" y="5294313"/>
          <p14:tracePt t="111907" x="5857875" y="5294313"/>
          <p14:tracePt t="111933" x="5870575" y="5305425"/>
          <p14:tracePt t="111939" x="5883275" y="5305425"/>
          <p14:tracePt t="111946" x="5895975" y="5305425"/>
          <p14:tracePt t="111962" x="5908675" y="5305425"/>
          <p14:tracePt t="111971" x="5921375" y="5305425"/>
          <p14:tracePt t="111978" x="5932488" y="5305425"/>
          <p14:tracePt t="111987" x="5945188" y="5305425"/>
          <p14:tracePt t="111995" x="5957888" y="5305425"/>
          <p14:tracePt t="112003" x="5983288" y="5305425"/>
          <p14:tracePt t="112010" x="5995988" y="5305425"/>
          <p14:tracePt t="112019" x="6021388" y="5305425"/>
          <p14:tracePt t="112027" x="6034088" y="5330825"/>
          <p14:tracePt t="112035" x="6070600" y="5330825"/>
          <p14:tracePt t="112043" x="6083300" y="5330825"/>
          <p14:tracePt t="112051" x="6096000" y="5330825"/>
          <p14:tracePt t="112059" x="6108700" y="5330825"/>
          <p14:tracePt t="112067" x="6121400" y="5330825"/>
          <p14:tracePt t="112075" x="6146800" y="5330825"/>
          <p14:tracePt t="112083" x="6157913" y="5330825"/>
          <p14:tracePt t="112091" x="6183313" y="5330825"/>
          <p14:tracePt t="112099" x="6196013" y="5330825"/>
          <p14:tracePt t="112107" x="6221413" y="5330825"/>
          <p14:tracePt t="112123" x="6246813" y="5330825"/>
          <p14:tracePt t="112131" x="6270625" y="5330825"/>
          <p14:tracePt t="112147" x="6308725" y="5330825"/>
          <p14:tracePt t="112163" x="6321425" y="5318125"/>
          <p14:tracePt t="112171" x="6346825" y="5318125"/>
          <p14:tracePt t="112179" x="6359525" y="5318125"/>
          <p14:tracePt t="112195" x="6383338" y="5294313"/>
          <p14:tracePt t="112203" x="6396038" y="5294313"/>
          <p14:tracePt t="112227" x="6421438" y="5281613"/>
          <p14:tracePt t="112251" x="6434138" y="5268913"/>
          <p14:tracePt t="112283" x="6446838" y="5268913"/>
          <p14:tracePt t="112299" x="6459538" y="5268913"/>
          <p14:tracePt t="112363" x="6472238" y="5268913"/>
          <p14:tracePt t="112371" x="6508750" y="5268913"/>
          <p14:tracePt t="112379" x="6521450" y="5268913"/>
          <p14:tracePt t="112395" x="6546850" y="5268913"/>
          <p14:tracePt t="112403" x="6559550" y="5268913"/>
          <p14:tracePt t="112419" x="6584950" y="5268913"/>
          <p14:tracePt t="112427" x="6596063" y="5256213"/>
          <p14:tracePt t="112499" x="6608763" y="5256213"/>
          <p14:tracePt t="113843" x="6621463" y="5256213"/>
          <p14:tracePt t="113851" x="6746875" y="5256213"/>
          <p14:tracePt t="113859" x="6897688" y="5281613"/>
          <p14:tracePt t="113867" x="7034213" y="5294313"/>
          <p14:tracePt t="113875" x="7185025" y="5318125"/>
          <p14:tracePt t="113882" x="7297738" y="5330825"/>
          <p14:tracePt t="113891" x="7435850" y="5343525"/>
          <p14:tracePt t="113899" x="7561263" y="5356225"/>
          <p14:tracePt t="113907" x="7623175" y="5381625"/>
          <p14:tracePt t="113922" x="7697788" y="5381625"/>
          <p14:tracePt t="113923" x="7723188" y="5381625"/>
          <p14:tracePt t="113931" x="7761288" y="5394325"/>
          <p14:tracePt t="114179" x="7785100" y="5394325"/>
          <p14:tracePt t="114187" x="7797800" y="5394325"/>
          <p14:tracePt t="114203" x="7810500" y="5394325"/>
          <p14:tracePt t="114315" x="7835900" y="5394325"/>
          <p14:tracePt t="114395" x="7848600" y="5394325"/>
          <p14:tracePt t="114499" x="7848600" y="5381625"/>
          <p14:tracePt t="114539" x="7861300" y="5368925"/>
          <p14:tracePt t="114603" x="7874000" y="5356225"/>
          <p14:tracePt t="114659" x="7886700" y="5356225"/>
          <p14:tracePt t="114691" x="7886700" y="5343525"/>
          <p14:tracePt t="114707" x="7897813" y="5343525"/>
          <p14:tracePt t="114723" x="7910513" y="5330825"/>
          <p14:tracePt t="114779" x="7923213" y="5330825"/>
          <p14:tracePt t="114787" x="7935913" y="5318125"/>
          <p14:tracePt t="114803" x="7948613" y="5318125"/>
          <p14:tracePt t="114899" x="7961313" y="5318125"/>
          <p14:tracePt t="114963" x="7974013" y="5305425"/>
          <p14:tracePt t="115059" x="7986713" y="5305425"/>
          <p14:tracePt t="115066" x="7986713" y="5294313"/>
          <p14:tracePt t="115083" x="7999413" y="5294313"/>
          <p14:tracePt t="115091" x="8010525" y="5294313"/>
          <p14:tracePt t="115099" x="8023225" y="5294313"/>
          <p14:tracePt t="115106" x="8023225" y="5281613"/>
          <p14:tracePt t="115243" x="8035925" y="5281613"/>
          <p14:tracePt t="115339" x="8048625" y="5268913"/>
          <p14:tracePt t="115355" x="8061325" y="5268913"/>
          <p14:tracePt t="115379" x="8074025" y="5268913"/>
          <p14:tracePt t="115387" x="8099425" y="5268913"/>
          <p14:tracePt t="115395" x="8123238" y="5268913"/>
          <p14:tracePt t="115403" x="8161338" y="5268913"/>
          <p14:tracePt t="115411" x="8186738" y="5268913"/>
          <p14:tracePt t="115419" x="8235950" y="5268913"/>
          <p14:tracePt t="115427" x="8274050" y="5268913"/>
          <p14:tracePt t="115435" x="8299450" y="5268913"/>
          <p14:tracePt t="115442" x="8335963" y="5268913"/>
          <p14:tracePt t="115451" x="8374063" y="5268913"/>
          <p14:tracePt t="115459" x="8412163" y="5268913"/>
          <p14:tracePt t="115467" x="8424863" y="5268913"/>
          <p14:tracePt t="115475" x="8435975" y="5268913"/>
          <p14:tracePt t="115482" x="8461375" y="5268913"/>
          <p14:tracePt t="115490" x="8474075" y="5268913"/>
          <p14:tracePt t="115499" x="8499475" y="5268913"/>
          <p14:tracePt t="115515" x="8512175" y="5268913"/>
          <p14:tracePt t="115523" x="8537575" y="5268913"/>
          <p14:tracePt t="115531" x="8561388" y="5268913"/>
          <p14:tracePt t="115538" x="8574088" y="5268913"/>
          <p14:tracePt t="115547" x="8586788" y="5268913"/>
          <p14:tracePt t="115555" x="8599488" y="5268913"/>
          <p14:tracePt t="115563" x="8612188" y="5268913"/>
          <p14:tracePt t="115571" x="8624888" y="5268913"/>
          <p14:tracePt t="115587" x="8637588" y="5268913"/>
          <p14:tracePt t="115595" x="8661400" y="5268913"/>
          <p14:tracePt t="115603" x="8699500" y="5268913"/>
          <p14:tracePt t="115611" x="8712200" y="5268913"/>
          <p14:tracePt t="115619" x="8750300" y="5268913"/>
          <p14:tracePt t="115627" x="8786813" y="5243513"/>
          <p14:tracePt t="115635" x="8812213" y="5243513"/>
          <p14:tracePt t="115643" x="8850313" y="5243513"/>
          <p14:tracePt t="115651" x="8886825" y="5243513"/>
          <p14:tracePt t="115659" x="8899525" y="5243513"/>
          <p14:tracePt t="115675" x="8924925" y="5243513"/>
          <p14:tracePt t="115691" x="8937625" y="5243513"/>
          <p14:tracePt t="115731" x="8937625" y="5230813"/>
          <p14:tracePt t="115923" x="8963025" y="5230813"/>
          <p14:tracePt t="115979" x="8975725" y="5230813"/>
          <p14:tracePt t="115987" x="9012238" y="5230813"/>
          <p14:tracePt t="116003" x="9050338" y="5230813"/>
          <p14:tracePt t="116011" x="9063038" y="5230813"/>
          <p14:tracePt t="116019" x="9099550" y="5230813"/>
          <p14:tracePt t="116027" x="9112250" y="5243513"/>
          <p14:tracePt t="116035" x="9137650" y="5243513"/>
          <p14:tracePt t="116043" x="9150350" y="5256213"/>
          <p14:tracePt t="116051" x="9188450" y="5281613"/>
          <p14:tracePt t="116059" x="9199563" y="5281613"/>
          <p14:tracePt t="116067" x="9212263" y="5294313"/>
          <p14:tracePt t="116075" x="9237663" y="5305425"/>
          <p14:tracePt t="116083" x="9263063" y="5330825"/>
          <p14:tracePt t="116091" x="9275763" y="5330825"/>
          <p14:tracePt t="116099" x="9288463" y="5330825"/>
          <p14:tracePt t="116106" x="9312275" y="5330825"/>
          <p14:tracePt t="116115" x="9312275" y="5343525"/>
          <p14:tracePt t="116123" x="9324975" y="5343525"/>
          <p14:tracePt t="116131" x="9337675" y="5343525"/>
          <p14:tracePt t="116147" x="9350375" y="5356225"/>
          <p14:tracePt t="116155" x="9363075" y="5356225"/>
          <p14:tracePt t="116187" x="9375775" y="5356225"/>
          <p14:tracePt t="116194" x="9388475" y="5356225"/>
          <p14:tracePt t="116211" x="9401175" y="5356225"/>
          <p14:tracePt t="116219" x="9413875" y="5356225"/>
          <p14:tracePt t="116227" x="9424988" y="5356225"/>
          <p14:tracePt t="116235" x="9437688" y="5356225"/>
          <p14:tracePt t="116243" x="9463088" y="5368925"/>
          <p14:tracePt t="116251" x="9501188" y="5368925"/>
          <p14:tracePt t="116259" x="9525000" y="5368925"/>
          <p14:tracePt t="116267" x="9575800" y="5381625"/>
          <p14:tracePt t="116275" x="9613900" y="5381625"/>
          <p14:tracePt t="116283" x="9626600" y="5381625"/>
          <p14:tracePt t="116290" x="9650413" y="5381625"/>
          <p14:tracePt t="116307" x="9663113" y="5394325"/>
          <p14:tracePt t="116339" x="9663113" y="5407025"/>
          <p14:tracePt t="116347" x="9637713" y="5407025"/>
          <p14:tracePt t="116739" x="9613900" y="5407025"/>
          <p14:tracePt t="116747" x="9588500" y="5394325"/>
          <p14:tracePt t="116755" x="9575800" y="5394325"/>
          <p14:tracePt t="116803" x="9563100" y="5394325"/>
          <p14:tracePt t="116827" x="9537700" y="5394325"/>
          <p14:tracePt t="116835" x="9525000" y="5394325"/>
          <p14:tracePt t="116842" x="9488488" y="5394325"/>
          <p14:tracePt t="116851" x="9475788" y="5394325"/>
          <p14:tracePt t="116858" x="9463088" y="5394325"/>
          <p14:tracePt t="116867" x="9437688" y="5394325"/>
          <p14:tracePt t="116883" x="9413875" y="5394325"/>
          <p14:tracePt t="116891" x="9401175" y="5394325"/>
          <p14:tracePt t="116899" x="9388475" y="5381625"/>
          <p14:tracePt t="116907" x="9375775" y="5368925"/>
          <p14:tracePt t="116915" x="9363075" y="5368925"/>
          <p14:tracePt t="116931" x="9350375" y="5356225"/>
          <p14:tracePt t="116938" x="9337675" y="5343525"/>
          <p14:tracePt t="116947" x="9324975" y="5343525"/>
          <p14:tracePt t="116964" x="9324975" y="5330825"/>
          <p14:tracePt t="116979" x="9312275" y="5330825"/>
          <p14:tracePt t="116987" x="9301163" y="5330825"/>
          <p14:tracePt t="116994" x="9288463" y="5330825"/>
          <p14:tracePt t="117011" x="9263063" y="5318125"/>
          <p14:tracePt t="117019" x="9237663" y="5318125"/>
          <p14:tracePt t="117026" x="9212263" y="5318125"/>
          <p14:tracePt t="117035" x="9199563" y="5305425"/>
          <p14:tracePt t="117042" x="9175750" y="5294313"/>
          <p14:tracePt t="117051" x="9163050" y="5281613"/>
          <p14:tracePt t="117067" x="9150350" y="5268913"/>
          <p14:tracePt t="117074" x="9137650" y="5268913"/>
          <p14:tracePt t="117090" x="9137650" y="5256213"/>
          <p14:tracePt t="117099" x="9124950" y="5256213"/>
          <p14:tracePt t="117147" x="9124950" y="5243513"/>
          <p14:tracePt t="117163" x="9099550" y="5243513"/>
          <p14:tracePt t="117715" x="9112250" y="5243513"/>
          <p14:tracePt t="117723" x="9137650" y="5243513"/>
          <p14:tracePt t="117731" x="9163050" y="5256213"/>
          <p14:tracePt t="117739" x="9188450" y="5256213"/>
          <p14:tracePt t="117746" x="9212263" y="5256213"/>
          <p14:tracePt t="117755" x="9224963" y="5256213"/>
          <p14:tracePt t="117762" x="9263063" y="5256213"/>
          <p14:tracePt t="117771" x="9263063" y="5268913"/>
          <p14:tracePt t="117778" x="9288463" y="5268913"/>
          <p14:tracePt t="117787" x="9312275" y="5268913"/>
          <p14:tracePt t="117795" x="9337675" y="5268913"/>
          <p14:tracePt t="117803" x="9375775" y="5281613"/>
          <p14:tracePt t="117811" x="9388475" y="5281613"/>
          <p14:tracePt t="117819" x="9401175" y="5281613"/>
          <p14:tracePt t="117827" x="9424988" y="5294313"/>
          <p14:tracePt t="117835" x="9450388" y="5294313"/>
          <p14:tracePt t="117843" x="9463088" y="5294313"/>
          <p14:tracePt t="117851" x="9475788" y="5294313"/>
          <p14:tracePt t="117859" x="9488488" y="5294313"/>
          <p14:tracePt t="117891" x="9501188" y="5294313"/>
          <p14:tracePt t="117939" x="9513888" y="5294313"/>
          <p14:tracePt t="117947" x="9525000" y="5294313"/>
          <p14:tracePt t="117955" x="9537700" y="5294313"/>
          <p14:tracePt t="117963" x="9550400" y="5294313"/>
          <p14:tracePt t="117995" x="9563100" y="5294313"/>
          <p14:tracePt t="118011" x="9588500" y="5294313"/>
          <p14:tracePt t="118027" x="9601200" y="5294313"/>
          <p14:tracePt t="118043" x="9626600" y="5294313"/>
          <p14:tracePt t="118051" x="9637713" y="5294313"/>
          <p14:tracePt t="118059" x="9663113" y="5294313"/>
          <p14:tracePt t="118075" x="9675813" y="5294313"/>
          <p14:tracePt t="118091" x="9701213" y="5294313"/>
          <p14:tracePt t="118099" x="9713913" y="5294313"/>
          <p14:tracePt t="118107" x="9726613" y="5294313"/>
          <p14:tracePt t="118114" x="9750425" y="5294313"/>
          <p14:tracePt t="118123" x="9763125" y="5294313"/>
          <p14:tracePt t="118130" x="9801225" y="5294313"/>
          <p14:tracePt t="118139" x="9826625" y="5294313"/>
          <p14:tracePt t="118147" x="9839325" y="5294313"/>
          <p14:tracePt t="118155" x="9863138" y="5294313"/>
          <p14:tracePt t="118162" x="9888538" y="5281613"/>
          <p14:tracePt t="118171" x="9926638" y="5281613"/>
          <p14:tracePt t="118178" x="9939338" y="5281613"/>
          <p14:tracePt t="118187" x="9952038" y="5268913"/>
          <p14:tracePt t="118195" x="9963150" y="5268913"/>
          <p14:tracePt t="118210" x="9988550" y="5256213"/>
          <p14:tracePt t="118219" x="10001250" y="5256213"/>
          <p14:tracePt t="118227" x="10013950" y="5256213"/>
          <p14:tracePt t="118235" x="10039350" y="5256213"/>
          <p14:tracePt t="118242" x="10052050" y="5256213"/>
          <p14:tracePt t="118250" x="10075863" y="5256213"/>
          <p14:tracePt t="118259" x="10088563" y="5256213"/>
          <p14:tracePt t="118267" x="10126663" y="5256213"/>
          <p14:tracePt t="118275" x="10139363" y="5256213"/>
          <p14:tracePt t="118283" x="10177463" y="5256213"/>
          <p14:tracePt t="118291" x="10213975" y="5256213"/>
          <p14:tracePt t="118299" x="10226675" y="5256213"/>
          <p14:tracePt t="118307" x="10264775" y="5256213"/>
          <p14:tracePt t="118314" x="10277475" y="5256213"/>
          <p14:tracePt t="118322" x="10313988" y="5256213"/>
          <p14:tracePt t="118330" x="10339388" y="5243513"/>
          <p14:tracePt t="118339" x="10364788" y="5243513"/>
          <p14:tracePt t="118347" x="10390188" y="5243513"/>
          <p14:tracePt t="118362" x="10414000" y="5243513"/>
          <p14:tracePt t="118371" x="10439400" y="5230813"/>
          <p14:tracePt t="118379" x="10477500" y="5230813"/>
          <p14:tracePt t="118387" x="10490200" y="5230813"/>
          <p14:tracePt t="118395" x="10514013" y="5230813"/>
          <p14:tracePt t="118403" x="10539413" y="5230813"/>
          <p14:tracePt t="118419" x="10564813" y="5230813"/>
          <p14:tracePt t="118427" x="10577513" y="5218113"/>
          <p14:tracePt t="118435" x="10602913" y="5218113"/>
          <p14:tracePt t="118451" x="10614025" y="5205413"/>
          <p14:tracePt t="118459" x="10639425" y="5205413"/>
          <p14:tracePt t="118475" x="10664825" y="5205413"/>
          <p14:tracePt t="118482" x="10677525" y="5205413"/>
          <p14:tracePt t="118498" x="10702925" y="5205413"/>
          <p14:tracePt t="118507" x="10715625" y="5194300"/>
          <p14:tracePt t="118514" x="10726738" y="5194300"/>
          <p14:tracePt t="118523" x="10739438" y="5194300"/>
          <p14:tracePt t="118539" x="10752138" y="5194300"/>
          <p14:tracePt t="118546" x="10764838" y="5194300"/>
          <p14:tracePt t="118635" x="10777538" y="5194300"/>
          <p14:tracePt t="118747" x="10802938" y="5181600"/>
          <p14:tracePt t="118835" x="10815638" y="5181600"/>
          <p14:tracePt t="118842" x="10828338" y="5181600"/>
          <p14:tracePt t="118851" x="10839450" y="5181600"/>
          <p14:tracePt t="118867" x="10852150" y="5181600"/>
          <p14:tracePt t="118875" x="10864850" y="5181600"/>
          <p14:tracePt t="118891" x="10877550" y="5181600"/>
          <p14:tracePt t="118907" x="10902950" y="5181600"/>
          <p14:tracePt t="118923" x="10915650" y="5181600"/>
          <p14:tracePt t="118931" x="10928350" y="5181600"/>
          <p14:tracePt t="118939" x="10939463" y="5181600"/>
          <p14:tracePt t="118947" x="10952163" y="5194300"/>
          <p14:tracePt t="118955" x="10964863" y="5205413"/>
          <p14:tracePt t="118963" x="10977563" y="5205413"/>
          <p14:tracePt t="118971" x="10990263" y="5205413"/>
          <p14:tracePt t="118979" x="11002963" y="5205413"/>
          <p14:tracePt t="118987" x="11015663" y="5205413"/>
          <p14:tracePt t="118995" x="11041063" y="5218113"/>
          <p14:tracePt t="119011" x="11064875" y="5230813"/>
          <p14:tracePt t="119019" x="11090275" y="5230813"/>
          <p14:tracePt t="119027" x="11102975" y="5230813"/>
          <p14:tracePt t="119035" x="11115675" y="5243513"/>
          <p14:tracePt t="119043" x="11128375" y="5243513"/>
          <p14:tracePt t="119059" x="11141075" y="5243513"/>
          <p14:tracePt t="119139" x="11153775" y="5243513"/>
          <p14:tracePt t="119155" x="11153775" y="5256213"/>
          <p14:tracePt t="119162" x="11164888" y="5256213"/>
          <p14:tracePt t="119171" x="11177588" y="5268913"/>
          <p14:tracePt t="119179" x="11190288" y="5268913"/>
          <p14:tracePt t="119187" x="11190288" y="5281613"/>
          <p14:tracePt t="119195" x="11202988" y="5281613"/>
          <p14:tracePt t="119203" x="11202988" y="5294313"/>
          <p14:tracePt t="119211" x="11215688" y="5305425"/>
          <p14:tracePt t="119227" x="11228388" y="5305425"/>
          <p14:tracePt t="119234" x="11241088" y="5318125"/>
          <p14:tracePt t="119435" x="11253788" y="5318125"/>
          <p14:tracePt t="119451" x="11266488" y="5318125"/>
          <p14:tracePt t="119491" x="11277600" y="5318125"/>
          <p14:tracePt t="119507" x="11277600" y="5294313"/>
          <p14:tracePt t="119762" x="11290300" y="5294313"/>
          <p14:tracePt t="119771" x="11303000" y="5294313"/>
          <p14:tracePt t="119779" x="11315700" y="5294313"/>
          <p14:tracePt t="119787" x="11341100" y="5294313"/>
          <p14:tracePt t="119802" x="11377613" y="5294313"/>
          <p14:tracePt t="119811" x="11428413" y="5294313"/>
          <p14:tracePt t="119818" x="11466513" y="5294313"/>
          <p14:tracePt t="119827" x="11490325" y="5294313"/>
          <p14:tracePt t="119834" x="11553825" y="5281613"/>
          <p14:tracePt t="119843" x="11591925" y="5281613"/>
          <p14:tracePt t="119850" x="11628438" y="5268913"/>
          <p14:tracePt t="119859" x="11666538" y="5268913"/>
          <p14:tracePt t="119866" x="11691938" y="5268913"/>
          <p14:tracePt t="119875" x="11715750" y="5256213"/>
          <p14:tracePt t="119882" x="11753850" y="5256213"/>
          <p14:tracePt t="119899" x="11766550" y="5256213"/>
          <p14:tracePt t="119947" x="11779250" y="5243513"/>
          <p14:tracePt t="119986" x="11804650" y="5243513"/>
          <p14:tracePt t="120002" x="11815763" y="5230813"/>
          <p14:tracePt t="120019" x="11841163" y="5218113"/>
          <p14:tracePt t="120051" x="11866563" y="5205413"/>
          <p14:tracePt t="120067" x="11879263" y="5205413"/>
          <p14:tracePt t="120075" x="11879263" y="5194300"/>
          <p14:tracePt t="120091" x="11904663" y="5194300"/>
          <p14:tracePt t="120099" x="11917363" y="5194300"/>
          <p14:tracePt t="120107" x="11928475" y="5194300"/>
          <p14:tracePt t="120123" x="11941175" y="5194300"/>
          <p14:tracePt t="120138" x="11953875" y="5194300"/>
          <p14:tracePt t="120147" x="11953875" y="5181600"/>
          <p14:tracePt t="120539" x="11979275" y="5156200"/>
          <p14:tracePt t="120931" x="11928475" y="5156200"/>
          <p14:tracePt t="120939" x="11766550" y="5156200"/>
          <p14:tracePt t="120947" x="11591925" y="5181600"/>
          <p14:tracePt t="120955" x="11341100" y="5205413"/>
          <p14:tracePt t="120963" x="10977563" y="5268913"/>
          <p14:tracePt t="120971" x="10177463" y="5368925"/>
          <p14:tracePt t="120979" x="9563100" y="5418138"/>
          <p14:tracePt t="120986" x="8837613" y="5494338"/>
          <p14:tracePt t="120995" x="8223250" y="5518150"/>
          <p14:tracePt t="121002" x="7648575" y="5518150"/>
          <p14:tracePt t="121011" x="7072313" y="5518150"/>
          <p14:tracePt t="121019" x="6521450" y="5518150"/>
          <p14:tracePt t="121027" x="6121400" y="5518150"/>
          <p14:tracePt t="121035" x="5770563" y="5518150"/>
          <p14:tracePt t="121043" x="5570538" y="5518150"/>
          <p14:tracePt t="121051" x="5294313" y="5518150"/>
          <p14:tracePt t="121059" x="5019675" y="5518150"/>
          <p14:tracePt t="121067" x="4843463" y="5518150"/>
          <p14:tracePt t="121075" x="4668838" y="5518150"/>
          <p14:tracePt t="121082" x="4518025" y="5518150"/>
          <p14:tracePt t="121091" x="4381500" y="5518150"/>
          <p14:tracePt t="121099" x="4243388" y="5518150"/>
          <p14:tracePt t="121106" x="4130675" y="5518150"/>
          <p14:tracePt t="121115" x="4005263" y="5518150"/>
          <p14:tracePt t="121122" x="3905250" y="5518150"/>
          <p14:tracePt t="121131" x="3792538" y="5518150"/>
          <p14:tracePt t="121138" x="3679825" y="5518150"/>
          <p14:tracePt t="121147" x="3605213" y="5518150"/>
          <p14:tracePt t="121154" x="3505200" y="5518150"/>
          <p14:tracePt t="121163" x="3405188" y="5518150"/>
          <p14:tracePt t="121170" x="3354388" y="5518150"/>
          <p14:tracePt t="121179" x="3267075" y="5518150"/>
          <p14:tracePt t="121186" x="3241675" y="5518150"/>
          <p14:tracePt t="121195" x="3192463" y="5518150"/>
          <p14:tracePt t="121202" x="3154363" y="5518150"/>
          <p14:tracePt t="121211" x="3103563" y="5518150"/>
          <p14:tracePt t="121218" x="3041650" y="5518150"/>
          <p14:tracePt t="121227" x="2954338" y="5518150"/>
          <p14:tracePt t="121235" x="2854325" y="5518150"/>
          <p14:tracePt t="121243" x="2741613" y="5518150"/>
          <p14:tracePt t="121250" x="2603500" y="5518150"/>
          <p14:tracePt t="121258" x="2465388" y="5518150"/>
          <p14:tracePt t="121267" x="2352675" y="5518150"/>
          <p14:tracePt t="121275" x="2316163" y="5518150"/>
          <p14:tracePt t="121282" x="2252663" y="5518150"/>
          <p14:tracePt t="121290" x="2165350" y="5518150"/>
          <p14:tracePt t="121299" x="2103438" y="5507038"/>
          <p14:tracePt t="121307" x="2027238" y="5507038"/>
          <p14:tracePt t="121315" x="1965325" y="5494338"/>
          <p14:tracePt t="121322" x="1890713" y="5481638"/>
          <p14:tracePt t="121331" x="1839913" y="5481638"/>
          <p14:tracePt t="121339" x="1790700" y="5481638"/>
          <p14:tracePt t="121347" x="1714500" y="5481638"/>
          <p14:tracePt t="121354" x="1639888" y="5481638"/>
          <p14:tracePt t="121363" x="1577975" y="5481638"/>
          <p14:tracePt t="121371" x="1514475" y="5481638"/>
          <p14:tracePt t="121379" x="1465263" y="5481638"/>
          <p14:tracePt t="121387" x="1427163" y="5481638"/>
          <p14:tracePt t="121395" x="1376363" y="5481638"/>
          <p14:tracePt t="121403" x="1339850" y="5481638"/>
          <p14:tracePt t="121411" x="1289050" y="5481638"/>
          <p14:tracePt t="121419" x="1239838" y="5481638"/>
          <p14:tracePt t="121427" x="1163638" y="5481638"/>
          <p14:tracePt t="121435" x="1127125" y="5481638"/>
          <p14:tracePt t="121443" x="1076325" y="5481638"/>
          <p14:tracePt t="121451" x="1038225" y="5481638"/>
          <p14:tracePt t="121459" x="1001713" y="5481638"/>
          <p14:tracePt t="121467" x="963613" y="5481638"/>
          <p14:tracePt t="121474" x="925513" y="5481638"/>
          <p14:tracePt t="121483" x="914400" y="5481638"/>
          <p14:tracePt t="121499" x="889000" y="5481638"/>
          <p14:tracePt t="121506" x="876300" y="5481638"/>
          <p14:tracePt t="121515" x="863600" y="5481638"/>
          <p14:tracePt t="121522" x="850900" y="5481638"/>
          <p14:tracePt t="121531" x="825500" y="5481638"/>
          <p14:tracePt t="121539" x="814388" y="5481638"/>
          <p14:tracePt t="121555" x="801688" y="5481638"/>
          <p14:tracePt t="121899" x="814388" y="5481638"/>
          <p14:tracePt t="121907" x="863600" y="5481638"/>
          <p14:tracePt t="121915" x="914400" y="5481638"/>
          <p14:tracePt t="121927" x="1027113" y="5481638"/>
          <p14:tracePt t="121931" x="1127125" y="5481638"/>
          <p14:tracePt t="121938" x="1214438" y="5481638"/>
          <p14:tracePt t="121947" x="1314450" y="5481638"/>
          <p14:tracePt t="121954" x="1401763" y="5481638"/>
          <p14:tracePt t="121963" x="1452563" y="5481638"/>
          <p14:tracePt t="121971" x="1501775" y="5481638"/>
          <p14:tracePt t="121979" x="1539875" y="5481638"/>
          <p14:tracePt t="121986" x="1552575" y="5481638"/>
          <p14:tracePt t="122171" x="1577975" y="5481638"/>
          <p14:tracePt t="122226" x="1589088" y="5481638"/>
          <p14:tracePt t="122267" x="1639888" y="5481638"/>
          <p14:tracePt t="122275" x="1689100" y="5481638"/>
          <p14:tracePt t="122283" x="1739900" y="5481638"/>
          <p14:tracePt t="122290" x="1790700" y="5481638"/>
          <p14:tracePt t="122299" x="1839913" y="5481638"/>
          <p14:tracePt t="122307" x="1890713" y="5481638"/>
          <p14:tracePt t="122315" x="1939925" y="5481638"/>
          <p14:tracePt t="122322" x="2027238" y="5481638"/>
          <p14:tracePt t="122331" x="2078038" y="5481638"/>
          <p14:tracePt t="122339" x="2152650" y="5481638"/>
          <p14:tracePt t="122347" x="2190750" y="5481638"/>
          <p14:tracePt t="122355" x="2203450" y="5481638"/>
          <p14:tracePt t="122363" x="2228850" y="5481638"/>
          <p14:tracePt t="122378" x="2239963" y="5481638"/>
          <p14:tracePt t="122427" x="2252663" y="5481638"/>
          <p14:tracePt t="122435" x="2265363" y="5481638"/>
          <p14:tracePt t="122443" x="2278063" y="5481638"/>
          <p14:tracePt t="122467" x="2290763" y="5481638"/>
          <p14:tracePt t="122715" x="2303463" y="5481638"/>
          <p14:tracePt t="122723" x="2378075" y="5481638"/>
          <p14:tracePt t="122731" x="2416175" y="5481638"/>
          <p14:tracePt t="122739" x="2478088" y="5481638"/>
          <p14:tracePt t="122747" x="2565400" y="5518150"/>
          <p14:tracePt t="122754" x="2654300" y="5518150"/>
          <p14:tracePt t="122763" x="2728913" y="5530850"/>
          <p14:tracePt t="122771" x="2828925" y="5543550"/>
          <p14:tracePt t="122779" x="2916238" y="5543550"/>
          <p14:tracePt t="122787" x="3016250" y="5543550"/>
          <p14:tracePt t="122794" x="3079750" y="5543550"/>
          <p14:tracePt t="122803" x="3141663" y="5543550"/>
          <p14:tracePt t="122810" x="3179763" y="5543550"/>
          <p14:tracePt t="122818" x="3205163" y="5543550"/>
          <p14:tracePt t="122826" x="3216275" y="5543550"/>
          <p14:tracePt t="122899" x="3228975" y="5543550"/>
          <p14:tracePt t="123002" x="3241675" y="5543550"/>
          <p14:tracePt t="123011" x="3254375" y="5543550"/>
          <p14:tracePt t="123026" x="3267075" y="5543550"/>
          <p14:tracePt t="123035" x="3279775" y="5543550"/>
          <p14:tracePt t="123051" x="3292475" y="5543550"/>
          <p14:tracePt t="123083" x="3317875" y="5543550"/>
          <p14:tracePt t="123099" x="3328988" y="5543550"/>
          <p14:tracePt t="123154" x="3354388" y="5543550"/>
          <p14:tracePt t="123162" x="3354388" y="5530850"/>
          <p14:tracePt t="123179" x="3379788" y="5518150"/>
          <p14:tracePt t="123194" x="3405188" y="5518150"/>
          <p14:tracePt t="123202" x="3417888" y="5518150"/>
          <p14:tracePt t="123211" x="3429000" y="5518150"/>
          <p14:tracePt t="123219" x="3429000" y="5507038"/>
          <p14:tracePt t="123226" x="3441700" y="5507038"/>
          <p14:tracePt t="123243" x="3454400" y="5507038"/>
          <p14:tracePt t="126690" x="3467100" y="5494338"/>
          <p14:tracePt t="126698" x="3467100" y="5430838"/>
          <p14:tracePt t="126707" x="3429000" y="5368925"/>
          <p14:tracePt t="126715" x="3354388" y="5230813"/>
          <p14:tracePt t="126722" x="3254375" y="5043488"/>
          <p14:tracePt t="126730" x="3028950" y="4768850"/>
          <p14:tracePt t="126738" x="2767013" y="4418013"/>
          <p14:tracePt t="126747" x="2541588" y="4105275"/>
          <p14:tracePt t="126754" x="2228850" y="3716338"/>
          <p14:tracePt t="126762" x="1878013" y="3328988"/>
          <p14:tracePt t="126770" x="1552575" y="2852738"/>
          <p14:tracePt t="126779" x="1276350" y="2452688"/>
          <p14:tracePt t="126786" x="989013" y="2065338"/>
          <p14:tracePt t="126795" x="650875" y="1589088"/>
          <p14:tracePt t="126802" x="376238" y="1150938"/>
          <p14:tracePt t="126811" x="174625" y="850900"/>
          <p14:tracePt t="128683" x="10164763" y="161925"/>
          <p14:tracePt t="128683" x="10339388" y="287338"/>
          <p14:tracePt t="128683" x="10490200" y="425450"/>
          <p14:tracePt t="128683" x="10602913" y="525463"/>
          <p14:tracePt t="128683" x="10690225" y="638175"/>
          <p14:tracePt t="128683" x="10764838" y="763588"/>
          <p14:tracePt t="128683" x="10815638" y="850900"/>
          <p14:tracePt t="128683" x="10852150" y="950913"/>
          <p14:tracePt t="128683" x="10877550" y="1014413"/>
          <p14:tracePt t="128683" x="10915650" y="1076325"/>
          <p14:tracePt t="128683" x="10915650" y="1138238"/>
          <p14:tracePt t="128683" x="10952163" y="1214438"/>
          <p14:tracePt t="128683" x="10977563" y="1289050"/>
          <p14:tracePt t="128683" x="11002963" y="1389063"/>
          <p14:tracePt t="128683" x="11028363" y="1463675"/>
          <p14:tracePt t="128683" x="11052175" y="1527175"/>
          <p14:tracePt t="128683" x="11077575" y="1589088"/>
          <p14:tracePt t="128683" x="11115675" y="1639888"/>
          <p14:tracePt t="128683" x="11141075" y="1676400"/>
          <p14:tracePt t="128683" x="11153775" y="1689100"/>
          <p14:tracePt t="128683" x="11164888" y="1701800"/>
          <p14:tracePt t="128683" x="11041063" y="1701800"/>
          <p14:tracePt t="128683" x="10313988" y="1601788"/>
          <p14:tracePt t="128683" x="9775825" y="1501775"/>
          <p14:tracePt t="128683" x="9237663" y="1314450"/>
          <p14:tracePt t="128683" x="8686800" y="1176338"/>
          <p14:tracePt t="128683" x="8286750" y="1038225"/>
          <p14:tracePt t="128683" x="7910513" y="938213"/>
          <p14:tracePt t="128683" x="7635875" y="863600"/>
          <p14:tracePt t="128683" x="7485063" y="812800"/>
          <p14:tracePt t="128683" x="7372350" y="788988"/>
          <p14:tracePt t="128683" x="7335838" y="776288"/>
          <p14:tracePt t="128683" x="7297738" y="776288"/>
          <p14:tracePt t="128683" x="7159625" y="750888"/>
          <p14:tracePt t="128683" x="6921500" y="725488"/>
          <p14:tracePt t="128683" x="6559550" y="663575"/>
          <p14:tracePt t="128683" x="5957888" y="512763"/>
          <p14:tracePt t="128683" x="5445125" y="374650"/>
          <p14:tracePt t="128683" x="4906963" y="238125"/>
          <p14:tracePt t="128683" x="4305300" y="112713"/>
          <p14:tracePt t="128683" x="3843338" y="0"/>
          <p14:tracePt t="128683" x="2390775" y="374650"/>
          <p14:tracePt t="128683" x="3305175" y="676275"/>
          <p14:tracePt t="128683" x="4217988" y="1001713"/>
          <p14:tracePt t="128683" x="5170488" y="1327150"/>
          <p14:tracePt t="128683" x="6121400" y="1601788"/>
          <p14:tracePt t="128683" x="6959600" y="1865313"/>
          <p14:tracePt t="128683" x="7874000" y="2127250"/>
          <p14:tracePt t="128683" x="8786813" y="2365375"/>
          <p14:tracePt t="128683" x="9488488" y="2552700"/>
          <p14:tracePt t="128683" x="10164763" y="2665413"/>
          <p14:tracePt t="128683" x="10614025" y="2740025"/>
          <p14:tracePt t="128683" x="10864850" y="2752725"/>
          <p14:tracePt t="128683" x="11015663" y="2765425"/>
          <p14:tracePt t="128683" x="11141075" y="2790825"/>
          <p14:tracePt t="128683" x="11241088" y="2790825"/>
          <p14:tracePt t="128683" x="11303000" y="2790825"/>
          <p14:tracePt t="128683" x="11328400" y="2790825"/>
          <p14:tracePt t="128683" x="11366500" y="2790825"/>
          <p14:tracePt t="128683" x="11403013" y="2778125"/>
          <p14:tracePt t="128683" x="11441113" y="2752725"/>
          <p14:tracePt t="128683" x="11466513" y="2740025"/>
          <p14:tracePt t="128683" x="11515725" y="2728913"/>
          <p14:tracePt t="128683" x="11541125" y="2703513"/>
          <p14:tracePt t="128683" x="11553825" y="2703513"/>
          <p14:tracePt t="128683" x="11566525" y="2690813"/>
          <p14:tracePt t="128683" x="11215688" y="2627313"/>
          <p14:tracePt t="128683" x="10602913" y="2603500"/>
          <p14:tracePt t="128683" x="9852025" y="2578100"/>
          <p14:tracePt t="128683" x="8899525" y="2578100"/>
          <p14:tracePt t="128683" x="8023225" y="2578100"/>
          <p14:tracePt t="128683" x="7172325" y="2578100"/>
          <p14:tracePt t="128683" x="6572250" y="2578100"/>
          <p14:tracePt t="128683" x="6021388" y="2578100"/>
          <p14:tracePt t="128683" x="5657850" y="2527300"/>
          <p14:tracePt t="128683" x="5383213" y="2427288"/>
          <p14:tracePt t="128683" x="5157788" y="2327275"/>
          <p14:tracePt t="128683" x="5032375" y="2214563"/>
          <p14:tracePt t="128683" x="4956175" y="2089150"/>
          <p14:tracePt t="128683" x="4881563" y="1939925"/>
          <p14:tracePt t="128683" x="4794250" y="1752600"/>
          <p14:tracePt t="128683" x="4706938" y="1539875"/>
          <p14:tracePt t="128683" x="4619625" y="1350963"/>
          <p14:tracePt t="128683" x="4481513" y="1089025"/>
          <p14:tracePt t="128683" x="4343400" y="889000"/>
          <p14:tracePt t="128683" x="4192588" y="676275"/>
          <p14:tracePt t="128683" x="4017963" y="425450"/>
          <p14:tracePt t="128683" x="3892550" y="363538"/>
          <p14:tracePt t="128683" x="3730625" y="263525"/>
          <p14:tracePt t="128683" x="3630613" y="174625"/>
          <p14:tracePt t="128683" x="3517900" y="100013"/>
          <p14:tracePt t="128683" x="3405188" y="25400"/>
          <p14:tracePt t="128683" x="3367088" y="0"/>
        </p14:tracePtLst>
      </p14:laserTraceLst>
    </p:ext>
  </p:extLst>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Conclusions</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64404" y="105672"/>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0258DDF-AEC2-412D-930F-E788E190D699}"/>
              </a:ext>
            </a:extLst>
          </p:cNvPr>
          <p:cNvSpPr/>
          <p:nvPr/>
        </p:nvSpPr>
        <p:spPr>
          <a:xfrm>
            <a:off x="4320973" y="2967335"/>
            <a:ext cx="3343992"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a:t>
            </a:r>
            <a:r>
              <a:rPr lang="en-US" sz="5400" b="0" cap="none" spc="0" dirty="0">
                <a:ln w="0"/>
                <a:solidFill>
                  <a:srgbClr val="FF0000"/>
                </a:solidFill>
                <a:effectLst>
                  <a:reflection blurRad="6350" stA="53000" endA="300" endPos="35500" dir="5400000" sy="-90000" algn="bl" rotWithShape="0"/>
                </a:effectLst>
              </a:rPr>
              <a:t>h</a:t>
            </a:r>
            <a:r>
              <a:rPr lang="en-US" sz="5400" b="0" cap="none" spc="0" dirty="0">
                <a:ln w="0"/>
                <a:solidFill>
                  <a:srgbClr val="00B050"/>
                </a:solidFill>
                <a:effectLst>
                  <a:reflection blurRad="6350" stA="53000" endA="300" endPos="35500" dir="5400000" sy="-90000" algn="bl" rotWithShape="0"/>
                </a:effectLst>
              </a:rPr>
              <a:t>a</a:t>
            </a:r>
            <a:r>
              <a:rPr lang="en-US" sz="5400" b="0" cap="none" spc="0" dirty="0">
                <a:ln w="0"/>
                <a:solidFill>
                  <a:srgbClr val="FFC000"/>
                </a:solidFill>
                <a:effectLst>
                  <a:reflection blurRad="6350" stA="53000" endA="300" endPos="35500" dir="5400000" sy="-90000" algn="bl" rotWithShape="0"/>
                </a:effectLst>
              </a:rPr>
              <a:t>n</a:t>
            </a:r>
            <a:r>
              <a:rPr lang="en-US" sz="5400" b="0" cap="none" spc="0" dirty="0">
                <a:ln w="0"/>
                <a:solidFill>
                  <a:srgbClr val="7030A0"/>
                </a:solidFill>
                <a:effectLst>
                  <a:reflection blurRad="6350" stA="53000" endA="300" endPos="35500" dir="5400000" sy="-90000" algn="bl" rotWithShape="0"/>
                </a:effectLst>
              </a:rPr>
              <a:t>k</a:t>
            </a: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lang="en-US" sz="5400" b="0" cap="none" spc="0" dirty="0">
                <a:ln w="0"/>
                <a:solidFill>
                  <a:schemeClr val="accent2">
                    <a:lumMod val="75000"/>
                  </a:schemeClr>
                </a:solidFill>
                <a:effectLst>
                  <a:reflection blurRad="6350" stA="53000" endA="300" endPos="35500" dir="5400000" sy="-90000" algn="bl" rotWithShape="0"/>
                </a:effectLst>
              </a:rPr>
              <a:t>y</a:t>
            </a:r>
            <a:r>
              <a:rPr lang="en-US" sz="5400" b="0" cap="none" spc="0" dirty="0">
                <a:ln w="0"/>
                <a:solidFill>
                  <a:srgbClr val="FF0000"/>
                </a:solidFill>
                <a:effectLst>
                  <a:reflection blurRad="6350" stA="53000" endA="300" endPos="35500" dir="5400000" sy="-90000" algn="bl" rotWithShape="0"/>
                </a:effectLst>
              </a:rPr>
              <a:t>o</a:t>
            </a:r>
            <a:r>
              <a:rPr lang="en-US" sz="5400" b="0" cap="none" spc="0" dirty="0">
                <a:ln w="0"/>
                <a:solidFill>
                  <a:srgbClr val="00B0F0"/>
                </a:solidFill>
                <a:effectLst>
                  <a:reflection blurRad="6350" stA="53000" endA="300" endPos="35500" dir="5400000" sy="-90000" algn="bl" rotWithShape="0"/>
                </a:effectLst>
              </a:rPr>
              <a:t>u</a:t>
            </a:r>
          </a:p>
        </p:txBody>
      </p:sp>
    </p:spTree>
    <p:custDataLst>
      <p:tags r:id="rId1"/>
    </p:custDataLst>
    <p:extLst>
      <p:ext uri="{BB962C8B-B14F-4D97-AF65-F5344CB8AC3E}">
        <p14:creationId xmlns:p14="http://schemas.microsoft.com/office/powerpoint/2010/main" val="705712618"/>
      </p:ext>
    </p:extLst>
  </p:cSld>
  <p:clrMapOvr>
    <a:masterClrMapping/>
  </p:clrMapOvr>
  <mc:AlternateContent xmlns:mc="http://schemas.openxmlformats.org/markup-compatibility/2006" xmlns:p14="http://schemas.microsoft.com/office/powerpoint/2010/main">
    <mc:Choice Requires="p14">
      <p:transition p14:dur="10" advTm="7699"/>
    </mc:Choice>
    <mc:Fallback xmlns="">
      <p:transition advTm="7699"/>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Heat and thermodynamics, oscillations and optics"/>
  <p:tag name="ISPRING_FIRST_PUBLISH" val="1"/>
  <p:tag name="ISPRING_UUID" val="{9C17D5C7-7128-4E7B-9DB3-D628A81EFA79}"/>
  <p:tag name="ISPRING_RESOURCE_FOLDER" val="C:\Users\Misbah Babu\Desktop\CSE-Summer-2020\Re-Heat and thermodynamics, oscillations and optics\"/>
  <p:tag name="ISPRING_PRESENTATION_PATH" val="C:\Users\Misbah Babu\Desktop\CSE-Summer-2020\Re-Heat and thermodynamics, oscillations and optics.pptx"/>
  <p:tag name="ISPRING_PROJECT_VERSION" val="9.32"/>
  <p:tag name="ISPRING_PROJECT_FOLDER_UPDATED" val="1"/>
</p:tagLst>
</file>

<file path=ppt/tags/tag2.xml><?xml version="1.0" encoding="utf-8"?>
<p:tagLst xmlns:a="http://schemas.openxmlformats.org/drawingml/2006/main" xmlns:r="http://schemas.openxmlformats.org/officeDocument/2006/relationships" xmlns:p="http://schemas.openxmlformats.org/presentationml/2006/main">
  <p:tag name="TIMING" val="|2.9"/>
</p:tagLst>
</file>

<file path=ppt/tags/tag3.xml><?xml version="1.0" encoding="utf-8"?>
<p:tagLst xmlns:a="http://schemas.openxmlformats.org/drawingml/2006/main" xmlns:r="http://schemas.openxmlformats.org/officeDocument/2006/relationships" xmlns:p="http://schemas.openxmlformats.org/presentationml/2006/main">
  <p:tag name="TIMING" val="|7|88.1|33.8|59.4"/>
</p:tagLst>
</file>

<file path=ppt/tags/tag4.xml><?xml version="1.0" encoding="utf-8"?>
<p:tagLst xmlns:a="http://schemas.openxmlformats.org/drawingml/2006/main" xmlns:r="http://schemas.openxmlformats.org/officeDocument/2006/relationships" xmlns:p="http://schemas.openxmlformats.org/presentationml/2006/main">
  <p:tag name="TIMING" val="|27.9|60.1|3.9"/>
</p:tagLst>
</file>

<file path=ppt/tags/tag5.xml><?xml version="1.0" encoding="utf-8"?>
<p:tagLst xmlns:a="http://schemas.openxmlformats.org/drawingml/2006/main" xmlns:r="http://schemas.openxmlformats.org/officeDocument/2006/relationships" xmlns:p="http://schemas.openxmlformats.org/presentationml/2006/main">
  <p:tag name="TIMING" val="|4.8|27.9|2.4|124.4|1.3|37.9"/>
</p:tagLst>
</file>

<file path=ppt/tags/tag6.xml><?xml version="1.0" encoding="utf-8"?>
<p:tagLst xmlns:a="http://schemas.openxmlformats.org/drawingml/2006/main" xmlns:r="http://schemas.openxmlformats.org/officeDocument/2006/relationships" xmlns:p="http://schemas.openxmlformats.org/presentationml/2006/main">
  <p:tag name="TIMING" val="|88.5|3.1|9.1"/>
</p:tagLst>
</file>

<file path=ppt/tags/tag7.xml><?xml version="1.0" encoding="utf-8"?>
<p:tagLst xmlns:a="http://schemas.openxmlformats.org/drawingml/2006/main" xmlns:r="http://schemas.openxmlformats.org/officeDocument/2006/relationships" xmlns:p="http://schemas.openxmlformats.org/presentationml/2006/main">
  <p:tag name="TIMING" val="|4.2|42.4|25|21.3|33.9"/>
</p:tagLst>
</file>

<file path=ppt/tags/tag8.xml><?xml version="1.0" encoding="utf-8"?>
<p:tagLst xmlns:a="http://schemas.openxmlformats.org/drawingml/2006/main" xmlns:r="http://schemas.openxmlformats.org/officeDocument/2006/relationships" xmlns:p="http://schemas.openxmlformats.org/presentationml/2006/main">
  <p:tag name="TIMING" val="|3.8|68.6"/>
</p:tagLst>
</file>

<file path=ppt/tags/tag9.xml><?xml version="1.0" encoding="utf-8"?>
<p:tagLst xmlns:a="http://schemas.openxmlformats.org/drawingml/2006/main" xmlns:r="http://schemas.openxmlformats.org/officeDocument/2006/relationships" xmlns:p="http://schemas.openxmlformats.org/presentationml/2006/main">
  <p:tag name="TIMING" val="|1.9|0.9|11.6"/>
</p:tagLst>
</file>

<file path=ppt/tags/tag10.xml><?xml version="1.0" encoding="utf-8"?>
<p:tagLst xmlns:a="http://schemas.openxmlformats.org/drawingml/2006/main" xmlns:r="http://schemas.openxmlformats.org/officeDocument/2006/relationships" xmlns:p="http://schemas.openxmlformats.org/presentationml/2006/main">
  <p:tag name="TIMING" val="|1.9|0.9|11.6"/>
</p:tagLst>
</file>

<file path=ppt/tags/tag11.xml><?xml version="1.0" encoding="utf-8"?>
<p:tagLst xmlns:a="http://schemas.openxmlformats.org/drawingml/2006/main" xmlns:r="http://schemas.openxmlformats.org/officeDocument/2006/relationships" xmlns:p="http://schemas.openxmlformats.org/presentationml/2006/main">
  <p:tag name="TIMING" val="|1.9|0.9|11.6"/>
</p:tagLst>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lcome to PowerPoint.potx" id="{43699C43-EC89-4A55-9A99-3FD944590577}" vid="{3C36ED3A-1C33-4ECB-8650-37D568EF45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true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1584528</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2012-06-20T23:39:00+00:00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2029-01-01T08:00:00+00:00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TP102923943</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843282</LocLastLocAttemptVersionLookup>
    <IsSearchable xmlns="4873beb7-5857-4685-be1f-d57550cc96cc">true</IsSearchable>
    <TemplateTemplateType xmlns="4873beb7-5857-4685-be1f-d57550cc96cc">PowerPoint Template - Slideshow Launch</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LocMarketGroupTiers2 xmlns="4873beb7-5857-4685-be1f-d57550cc96cc" xsi:nil="true"/>
    <APAuthor xmlns="4873beb7-5857-4685-be1f-d57550cc96cc">
      <UserInfo>
        <DisplayName>REDMOND\v-sa</DisplayName>
        <AccountId>2467</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15</OriginalRelease>
    <TPLaunchHelpLinkType xmlns="4873beb7-5857-4685-be1f-d57550cc96cc">Template</TPLaunchHelpLinkType>
    <LocalizationTagsTaxHTField0 xmlns="4873beb7-5857-4685-be1f-d57550cc96cc">
      <Terms xmlns="http://schemas.microsoft.com/office/infopath/2007/PartnerControls"/>
    </LocalizationTagsTaxHTField0>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63EE7759-C66F-4EA4-9863-7EBA32518D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970C04F-E7AC-41AB-9C6D-1B1BB88BFF7F}">
  <ds:schemaRefs>
    <ds:schemaRef ds:uri="http://purl.org/dc/terms/"/>
    <ds:schemaRef ds:uri="http://www.w3.org/XML/1998/namespace"/>
    <ds:schemaRef ds:uri="http://schemas.openxmlformats.org/package/2006/metadata/core-properties"/>
    <ds:schemaRef ds:uri="http://schemas.microsoft.com/office/2006/documentManagement/types"/>
    <ds:schemaRef ds:uri="4873beb7-5857-4685-be1f-d57550cc96cc"/>
    <ds:schemaRef ds:uri="http://purl.org/dc/elements/1.1/"/>
    <ds:schemaRef ds:uri="http://schemas.microsoft.com/office/infopath/2007/PartnerControls"/>
    <ds:schemaRef ds:uri="http://purl.org/dc/dcmitype/"/>
    <ds:schemaRef ds:uri="http://schemas.microsoft.com/office/2006/metadata/properties"/>
  </ds:schemaRefs>
</ds:datastoreItem>
</file>

<file path=customXml/itemProps3.xml><?xml version="1.0" encoding="utf-8"?>
<ds:datastoreItem xmlns:ds="http://schemas.openxmlformats.org/officeDocument/2006/customXml" ds:itemID="{C3DEC53A-9DF1-4780-BE92-17E971B7A9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Welcome to PowerPoint 2013</Template>
  <TotalTime>1684</TotalTime>
  <Words>1082</Words>
  <Application>Microsoft Office PowerPoint</Application>
  <PresentationFormat>Widescreen</PresentationFormat>
  <Paragraphs>88</Paragraphs>
  <Slides>11</Slides>
  <Notes>11</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Arial</vt:lpstr>
      <vt:lpstr>Calibri</vt:lpstr>
      <vt:lpstr>Cambria Math</vt:lpstr>
      <vt:lpstr>Courier New</vt:lpstr>
      <vt:lpstr>Open Sans</vt:lpstr>
      <vt:lpstr>Segoe UI</vt:lpstr>
      <vt:lpstr>Segoe UI Light</vt:lpstr>
      <vt:lpstr>Times New Roman</vt:lpstr>
      <vt:lpstr>Wingdings</vt:lpstr>
      <vt:lpstr>WelcomeDoc</vt:lpstr>
      <vt:lpstr>Physics (PHY 102)Thermodynamics</vt:lpstr>
      <vt:lpstr>Objectives</vt:lpstr>
      <vt:lpstr>First law of Thermodynamics-Applications</vt:lpstr>
      <vt:lpstr>First law of Thermodynamics-Applications</vt:lpstr>
      <vt:lpstr>First law of Thermodynamics-Mathematical Problems</vt:lpstr>
      <vt:lpstr>Second law of Thermodynamics</vt:lpstr>
      <vt:lpstr>Entropy</vt:lpstr>
      <vt:lpstr>Entropy-Mathematical problem</vt:lpstr>
      <vt:lpstr>Third law of thermodynamics</vt:lpstr>
      <vt:lpstr>Importance of thermodynamics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Heat and thermodynamics, oscillations and optics</dc:title>
  <dc:creator>Misbah Babu</dc:creator>
  <cp:keywords/>
  <cp:lastModifiedBy>PROVA</cp:lastModifiedBy>
  <cp:revision>128</cp:revision>
  <dcterms:created xsi:type="dcterms:W3CDTF">2020-06-02T04:52:33Z</dcterms:created>
  <dcterms:modified xsi:type="dcterms:W3CDTF">2024-05-26T07:43:57Z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_TemplateID">
    <vt:lpwstr>TC029239449991</vt:lpwstr>
  </property>
  <property fmtid="{D5CDD505-2E9C-101B-9397-08002B2CF9AE}" pid="4" name="ContentTypeId">
    <vt:lpwstr>0x0101006EDDDB5EE6D98C44930B742096920B300400F5B6D36B3EF94B4E9A635CDF2A18F5B8</vt:lpwstr>
  </property>
  <property fmtid="{D5CDD505-2E9C-101B-9397-08002B2CF9AE}" pid="5" name="FeatureTags">
    <vt:lpwstr/>
  </property>
  <property fmtid="{D5CDD505-2E9C-101B-9397-08002B2CF9AE}" pid="6" name="LocalizationTags">
    <vt:lpwstr/>
  </property>
  <property fmtid="{D5CDD505-2E9C-101B-9397-08002B2CF9AE}" pid="7" name="ScenarioTags">
    <vt:lpwstr/>
  </property>
  <property fmtid="{D5CDD505-2E9C-101B-9397-08002B2CF9AE}" pid="8" name="CampaignTags">
    <vt:lpwstr/>
  </property>
</Properties>
</file>
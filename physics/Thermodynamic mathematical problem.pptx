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3E97-4656-1A9B-14AD-F0F796D89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80960-A950-4F1D-A3C3-88E7DE91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946D-E6B6-363B-CB23-F712EE18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D953-2299-17CC-FABA-A9B43C65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D537-8418-3690-BD86-FB27988C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4AEC-FA60-220F-8B6A-9E299BA2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BE8C7-12F1-EADB-3067-92A0C634B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5226-D795-7DE1-8C14-57D80D17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F007-6B78-C526-8A51-2FCB2236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77B1-4A34-4A16-EF8B-E20927EE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0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B39D-DD74-EEBF-650C-01ACA5D36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8A01B-A8FC-4751-30BD-7EEEB0B48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90D98-91B9-23BD-96A4-EC8AFC34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006E1-5A30-BC32-8C59-20BC3846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1BA4-EC91-B467-BF7F-5D3B02D1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7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9CFB-5F40-BB69-E86A-467CBF9B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36D5-912A-C1D2-A7B7-17AC18071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17857-0C8A-A7C2-F694-F4D741CC3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E5064-2AC9-E651-758E-622082FE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EB7FC-07AB-32B7-493B-67AAAF3C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359C5-9E74-20EF-B964-55CF1FED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1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DE49-4862-EA77-1FEC-95C9D272A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14A3B-8C5D-47A3-5804-C5DA3B440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9CC1F-D1D3-A88A-AB9F-06E8A4D1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0B0D9-759D-F8C2-FE08-306C25F85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39517-0D8D-CF2A-8341-58CFD0606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A359-5B0F-F67B-D209-6B74A977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71C69-CAB5-A72F-FA19-B6E36E90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02BDC-5C39-811B-1DF8-9E0722EE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7AFA-8F3B-3560-FF6A-9DE64AF5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237E7-5E88-1CE9-5B02-BC29652D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8C2FB-DCBB-27CB-2AA9-73CBE947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F063-28A6-5236-F025-C53856F6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8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025C-5EF1-BD12-90D9-783BC2DA6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B2656-D3F4-3767-C2B1-3A05C339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2C1B0-33BF-FF85-9D1B-DAFC46D6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D082-815F-5128-7A57-6135C2B7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9502-7CE2-A6D8-B8D8-871C270FE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072ED-DF90-CC1D-1E43-703142369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16F8-6917-88CB-C61D-A4789259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C43F9-6B92-4D2B-21EB-BEA222D5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0F044-1F5A-9F0D-66A8-055F2AF1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1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BE57-37AC-FA8D-9636-6FCA04D2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B75FA-AD6D-838C-115E-65CAEA28E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9908C-542B-ABF1-D500-968EAB1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EA855-DECE-56D4-69C8-E00406ED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521ED-A381-683E-5A17-92F621F4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3160D-5E6F-B09E-3FFD-6F13762E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4972-33C9-F055-D21F-FFCC79A2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AACA8-01C4-F028-43CE-E40A9A895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B871B-E49C-7CB5-B38C-6DA78977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1F21-96EB-76A4-0929-99B1024B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6D7E-9949-061C-AFBC-1C0766EC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5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9CE66-5C1A-2DA3-B457-A809F8D42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11F7A-E2C1-258A-91AC-D7FAEB1A4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411D-2527-5F5B-291B-E79AE1F3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347E-59C5-AD6E-3D80-13CD95D7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9129E-EBB6-DDE9-8436-D08E7332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3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6EB00-B6EE-DCA0-D99C-B959D5F1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C64AB-7009-F2DB-81E7-E70F858C1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35C3-9AED-6613-B967-CE4B79A35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A68A0-A3FC-4C0D-B601-6947C9A6FD6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4065D-F1BC-52B3-EFB2-37A4FD31B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93633-BD71-D1AF-159E-B32C6436D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64F83-73CB-43BC-83AE-815ECE269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7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C110E3-A195-1505-E3AC-7F80A55E5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387926"/>
            <a:ext cx="4965895" cy="116339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Farjana </a:t>
            </a:r>
            <a:r>
              <a:rPr lang="en-US" b="1" dirty="0" err="1">
                <a:solidFill>
                  <a:schemeClr val="tx1"/>
                </a:solidFill>
              </a:rPr>
              <a:t>Yeasmin</a:t>
            </a:r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Lecturer in Physics, Basic Science Division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World University of Bangladesh, Dhaka-1205</a:t>
            </a:r>
          </a:p>
          <a:p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916CA6B-4262-C91B-5E53-F055AA85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909625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000" spc="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0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6000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0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000" spc="-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000" spc="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000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60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6000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6000" spc="5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spc="-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spc="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spc="-1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en-US" sz="2800" spc="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spc="-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22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DE1F9359-6F7C-1784-4794-8D06AACE7FE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294227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Math-01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08AC406-D83D-8039-D7FF-3D7BDA2191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D3EACB-59C9-A154-F860-510DE401E41C}"/>
              </a:ext>
            </a:extLst>
          </p:cNvPr>
          <p:cNvSpPr/>
          <p:nvPr/>
        </p:nvSpPr>
        <p:spPr>
          <a:xfrm>
            <a:off x="0" y="1617785"/>
            <a:ext cx="12192000" cy="5240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E9E76-144A-8845-BB9C-7F8AD00F7F55}"/>
              </a:ext>
            </a:extLst>
          </p:cNvPr>
          <p:cNvSpPr txBox="1"/>
          <p:nvPr/>
        </p:nvSpPr>
        <p:spPr>
          <a:xfrm>
            <a:off x="0" y="1544986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temperature of the surface of the sun is about 6500℃. What is the temperature a) On the Rankin scale? b) On the Kelvin scale.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44C8A-802A-EFF3-D124-19B63592CBAE}"/>
              </a:ext>
            </a:extLst>
          </p:cNvPr>
          <p:cNvSpPr/>
          <p:nvPr/>
        </p:nvSpPr>
        <p:spPr>
          <a:xfrm>
            <a:off x="0" y="2448782"/>
            <a:ext cx="1941342" cy="435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ECB251-8317-6555-0B5A-85CAFE275960}"/>
              </a:ext>
            </a:extLst>
          </p:cNvPr>
          <p:cNvSpPr/>
          <p:nvPr/>
        </p:nvSpPr>
        <p:spPr>
          <a:xfrm>
            <a:off x="0" y="2375983"/>
            <a:ext cx="1252025" cy="43509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FFBAF5-CC3B-7CC5-BDD4-F0B69BB3C7D6}"/>
              </a:ext>
            </a:extLst>
          </p:cNvPr>
          <p:cNvSpPr/>
          <p:nvPr/>
        </p:nvSpPr>
        <p:spPr>
          <a:xfrm>
            <a:off x="1153550" y="2883877"/>
            <a:ext cx="7315201" cy="397412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that,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 = 6500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 = ?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K = ?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know,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𝐶/5 = (𝑅 − 492)/9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Or, 6500/5 = (R – 492)/9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Or, R = 12192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°R</a:t>
            </a:r>
          </a:p>
          <a:p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Again,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 = C + 273 = 6500 + 273 = 6773 K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34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666D7EC-23BD-5053-3C35-1DFF3D231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420837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Math-02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C4D15DD-ACC0-93B5-C270-4852B4C15F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8CDABB-CF34-5ABF-5D97-6056ADCC3470}"/>
              </a:ext>
            </a:extLst>
          </p:cNvPr>
          <p:cNvSpPr txBox="1"/>
          <p:nvPr/>
        </p:nvSpPr>
        <p:spPr>
          <a:xfrm>
            <a:off x="0" y="1617786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what temperature do the Celsius and Fahrenheit scales coincide?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2557A-2A85-7202-AABD-A3C1561B28F0}"/>
              </a:ext>
            </a:extLst>
          </p:cNvPr>
          <p:cNvSpPr txBox="1"/>
          <p:nvPr/>
        </p:nvSpPr>
        <p:spPr>
          <a:xfrm>
            <a:off x="0" y="2276400"/>
            <a:ext cx="1322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3CC93-F5DB-052E-D94C-7E7C12837CBB}"/>
              </a:ext>
            </a:extLst>
          </p:cNvPr>
          <p:cNvSpPr txBox="1"/>
          <p:nvPr/>
        </p:nvSpPr>
        <p:spPr>
          <a:xfrm>
            <a:off x="0" y="2736431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Celsius and Fahrenheit scales coincide at a specific temperature where the numerical value is the same on both scales. To find this temperature, we set up the equation where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 in Celsius) equals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(temperature in Fahrenheit).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formula to convert Celsius to Fahrenheit is:</a:t>
            </a:r>
          </a:p>
          <a:p>
            <a:pPr algn="l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𝐹 = 9/5𝐶 + 32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find the temperature at which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𝐶=𝐹​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we set:</a:t>
            </a: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= 9/5​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+ 32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− 9/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= 32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(1−9/5​)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= 32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 (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(5−9​)/5)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= 32 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(−4/5)𝐶 = 32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= 32 × 5/−4​ </a:t>
            </a: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or,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​=−40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KaTeX_Main"/>
              </a:rPr>
              <a:t>              </a:t>
            </a: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temperature at which the Celsius and Fahrenheit scales coincide is −40 degrees. So, −40℃ is equal to −40℉.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29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5B46489-B5CD-59A5-42A2-5B8D872DD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67026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Math-03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D872FBE-1F82-B12E-5CE5-0E9C1708CA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829B8C-E136-2973-B862-98EF1A9CA899}"/>
              </a:ext>
            </a:extLst>
          </p:cNvPr>
          <p:cNvSpPr txBox="1"/>
          <p:nvPr/>
        </p:nvSpPr>
        <p:spPr>
          <a:xfrm>
            <a:off x="0" y="147890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temperature has 40 degree differences in Celsius and Fahrenheit scale?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66606-0E9F-8667-CBB9-086DAEBD37F2}"/>
              </a:ext>
            </a:extLst>
          </p:cNvPr>
          <p:cNvSpPr txBox="1"/>
          <p:nvPr/>
        </p:nvSpPr>
        <p:spPr>
          <a:xfrm>
            <a:off x="0" y="1852383"/>
            <a:ext cx="1744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78B68-838E-703F-62D6-BD862CCF801C}"/>
              </a:ext>
            </a:extLst>
          </p:cNvPr>
          <p:cNvSpPr txBox="1"/>
          <p:nvPr/>
        </p:nvSpPr>
        <p:spPr>
          <a:xfrm>
            <a:off x="0" y="2252493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 know,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𝐹=9/5𝐶+32 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 are given that the difference between the Fahrenheit and Celsius temperatures is 40 degrees: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𝐹=𝐶+40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the Fahrenheit expression from the conversion formula into the difference equation: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9/5𝐶+32=𝐶+40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9/5𝐶+32−𝐶=40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9/5𝐶−5/5𝐶+32=40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4/5𝐶+32=40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4/5𝐶=8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𝐶=8×5/4 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𝐶=10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So, the temperature in Celsius is 10°𝐶.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verify, convert 10°C to Fahrenheit using the conversion formula: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𝐹=9/5×10+32=18+32=50°𝐹 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temperature at which the difference between the Celsius and Fahrenheit scales is 40 degrees is 10°𝐶 (or 50°𝐹).</a:t>
            </a:r>
          </a:p>
        </p:txBody>
      </p:sp>
    </p:spTree>
    <p:extLst>
      <p:ext uri="{BB962C8B-B14F-4D97-AF65-F5344CB8AC3E}">
        <p14:creationId xmlns:p14="http://schemas.microsoft.com/office/powerpoint/2010/main" val="124564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AB44B86-2556-CC1B-947D-7B5360075AA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367026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5">
                <a:solidFill>
                  <a:srgbClr val="FFFFFF"/>
                </a:solidFill>
                <a:latin typeface="Segoe UI Light"/>
                <a:cs typeface="Segoe UI Light"/>
              </a:rPr>
              <a:t>C</a:t>
            </a:r>
            <a:r>
              <a:rPr lang="en-US" sz="4400" spc="1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lang="en-US" sz="4400">
                <a:solidFill>
                  <a:srgbClr val="FFFFFF"/>
                </a:solidFill>
                <a:latin typeface="Segoe UI Light"/>
                <a:cs typeface="Segoe UI Light"/>
              </a:rPr>
              <a:t>clus</a:t>
            </a:r>
            <a:r>
              <a:rPr lang="en-US" sz="4400" spc="5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lang="en-US" sz="4400" spc="-5">
                <a:solidFill>
                  <a:srgbClr val="FFFFFF"/>
                </a:solidFill>
                <a:latin typeface="Segoe UI Light"/>
                <a:cs typeface="Segoe UI Light"/>
              </a:rPr>
              <a:t>ons</a:t>
            </a:r>
            <a:endParaRPr lang="en-US" sz="4400" dirty="0">
              <a:latin typeface="Segoe UI Light"/>
              <a:cs typeface="Segoe UI Light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376C667-9AE2-3AC1-11D8-D7B15CD410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FEB26A-652F-9F6E-3414-B0E15316DC93}"/>
              </a:ext>
            </a:extLst>
          </p:cNvPr>
          <p:cNvSpPr txBox="1"/>
          <p:nvPr/>
        </p:nvSpPr>
        <p:spPr>
          <a:xfrm>
            <a:off x="2795954" y="3156411"/>
            <a:ext cx="62671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6600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spc="-105" dirty="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spc="-1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6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spc="-10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84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474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KaTeX_Main</vt:lpstr>
      <vt:lpstr>Segoe UI Light</vt:lpstr>
      <vt:lpstr>Söhne</vt:lpstr>
      <vt:lpstr>Times New Roman</vt:lpstr>
      <vt:lpstr>Office Theme</vt:lpstr>
      <vt:lpstr>Physics (PHY 102)Thermodynamic</vt:lpstr>
      <vt:lpstr>PowerPoint Presentation</vt:lpstr>
      <vt:lpstr>Math-02</vt:lpstr>
      <vt:lpstr>Math-03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(PHY 102)Thermodynamic</dc:title>
  <dc:creator>PROVA</dc:creator>
  <cp:lastModifiedBy>PROVA</cp:lastModifiedBy>
  <cp:revision>8</cp:revision>
  <dcterms:created xsi:type="dcterms:W3CDTF">2024-05-21T05:47:09Z</dcterms:created>
  <dcterms:modified xsi:type="dcterms:W3CDTF">2024-05-21T09:54:06Z</dcterms:modified>
</cp:coreProperties>
</file>